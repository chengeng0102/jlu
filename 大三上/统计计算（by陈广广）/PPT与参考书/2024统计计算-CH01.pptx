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764" r:id="rId1"/>
    <p:sldMasterId id="2147484864" r:id="rId2"/>
    <p:sldMasterId id="2147484852" r:id="rId3"/>
    <p:sldMasterId id="2147484840" r:id="rId4"/>
  </p:sldMasterIdLst>
  <p:notesMasterIdLst>
    <p:notesMasterId r:id="rId63"/>
  </p:notesMasterIdLst>
  <p:handoutMasterIdLst>
    <p:handoutMasterId r:id="rId64"/>
  </p:handoutMasterIdLst>
  <p:sldIdLst>
    <p:sldId id="328" r:id="rId5"/>
    <p:sldId id="524" r:id="rId6"/>
    <p:sldId id="603" r:id="rId7"/>
    <p:sldId id="615" r:id="rId8"/>
    <p:sldId id="599" r:id="rId9"/>
    <p:sldId id="600" r:id="rId10"/>
    <p:sldId id="601" r:id="rId11"/>
    <p:sldId id="602" r:id="rId12"/>
    <p:sldId id="339" r:id="rId13"/>
    <p:sldId id="550" r:id="rId14"/>
    <p:sldId id="612" r:id="rId15"/>
    <p:sldId id="604" r:id="rId16"/>
    <p:sldId id="605" r:id="rId17"/>
    <p:sldId id="266" r:id="rId18"/>
    <p:sldId id="552" r:id="rId19"/>
    <p:sldId id="451" r:id="rId20"/>
    <p:sldId id="452" r:id="rId21"/>
    <p:sldId id="453" r:id="rId22"/>
    <p:sldId id="454" r:id="rId23"/>
    <p:sldId id="455" r:id="rId24"/>
    <p:sldId id="609" r:id="rId25"/>
    <p:sldId id="613" r:id="rId26"/>
    <p:sldId id="553" r:id="rId27"/>
    <p:sldId id="539" r:id="rId28"/>
    <p:sldId id="540" r:id="rId29"/>
    <p:sldId id="541" r:id="rId30"/>
    <p:sldId id="542" r:id="rId31"/>
    <p:sldId id="543" r:id="rId32"/>
    <p:sldId id="544" r:id="rId33"/>
    <p:sldId id="616" r:id="rId34"/>
    <p:sldId id="545" r:id="rId35"/>
    <p:sldId id="546" r:id="rId36"/>
    <p:sldId id="547" r:id="rId37"/>
    <p:sldId id="548" r:id="rId38"/>
    <p:sldId id="549" r:id="rId39"/>
    <p:sldId id="555" r:id="rId40"/>
    <p:sldId id="556" r:id="rId41"/>
    <p:sldId id="557" r:id="rId42"/>
    <p:sldId id="558" r:id="rId43"/>
    <p:sldId id="559" r:id="rId44"/>
    <p:sldId id="560" r:id="rId45"/>
    <p:sldId id="561" r:id="rId46"/>
    <p:sldId id="554" r:id="rId47"/>
    <p:sldId id="587" r:id="rId48"/>
    <p:sldId id="590" r:id="rId49"/>
    <p:sldId id="591" r:id="rId50"/>
    <p:sldId id="588" r:id="rId51"/>
    <p:sldId id="589" r:id="rId52"/>
    <p:sldId id="592" r:id="rId53"/>
    <p:sldId id="551" r:id="rId54"/>
    <p:sldId id="598" r:id="rId55"/>
    <p:sldId id="597" r:id="rId56"/>
    <p:sldId id="596" r:id="rId57"/>
    <p:sldId id="595" r:id="rId58"/>
    <p:sldId id="606" r:id="rId59"/>
    <p:sldId id="607" r:id="rId60"/>
    <p:sldId id="608" r:id="rId61"/>
    <p:sldId id="593" r:id="rId62"/>
  </p:sldIdLst>
  <p:sldSz cx="9144000" cy="6858000" type="screen4x3"/>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100AF6"/>
    <a:srgbClr val="00E4A8"/>
    <a:srgbClr val="05FF7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1" autoAdjust="0"/>
    <p:restoredTop sz="79926" autoAdjust="0"/>
  </p:normalViewPr>
  <p:slideViewPr>
    <p:cSldViewPr>
      <p:cViewPr varScale="1">
        <p:scale>
          <a:sx n="63" d="100"/>
          <a:sy n="63" d="100"/>
        </p:scale>
        <p:origin x="1845" y="55"/>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846"/>
    </p:cViewPr>
  </p:sorterViewPr>
  <p:notesViewPr>
    <p:cSldViewPr>
      <p:cViewPr varScale="1">
        <p:scale>
          <a:sx n="53" d="100"/>
          <a:sy n="53" d="100"/>
        </p:scale>
        <p:origin x="-1926" y="-96"/>
      </p:cViewPr>
      <p:guideLst>
        <p:guide orient="horz" pos="3224"/>
        <p:guide pos="2236"/>
      </p:guideLst>
    </p:cSldViewPr>
  </p:notes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B107B2A-DAC5-4416-974E-078E8DBB782B}"/>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28675" name="Rectangle 3">
            <a:extLst>
              <a:ext uri="{FF2B5EF4-FFF2-40B4-BE49-F238E27FC236}">
                <a16:creationId xmlns:a16="http://schemas.microsoft.com/office/drawing/2014/main" id="{F8823D40-50F4-4203-B225-423B948F35BD}"/>
              </a:ext>
            </a:extLst>
          </p:cNvPr>
          <p:cNvSpPr>
            <a:spLocks noGrp="1" noChangeArrowheads="1"/>
          </p:cNvSpPr>
          <p:nvPr>
            <p:ph type="dt" sz="quarter"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ea typeface="宋体" pitchFamily="2" charset="-122"/>
              </a:defRPr>
            </a:lvl1pPr>
          </a:lstStyle>
          <a:p>
            <a:pPr>
              <a:defRPr/>
            </a:pPr>
            <a:endParaRPr lang="en-US" altLang="zh-CN"/>
          </a:p>
        </p:txBody>
      </p:sp>
      <p:sp>
        <p:nvSpPr>
          <p:cNvPr id="28676" name="Rectangle 4">
            <a:extLst>
              <a:ext uri="{FF2B5EF4-FFF2-40B4-BE49-F238E27FC236}">
                <a16:creationId xmlns:a16="http://schemas.microsoft.com/office/drawing/2014/main" id="{DA6B86F3-BAD2-4843-9058-D4A47376990D}"/>
              </a:ext>
            </a:extLst>
          </p:cNvPr>
          <p:cNvSpPr>
            <a:spLocks noGrp="1" noChangeArrowheads="1"/>
          </p:cNvSpPr>
          <p:nvPr>
            <p:ph type="ftr" sz="quarter" idx="2"/>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28677" name="Rectangle 5">
            <a:extLst>
              <a:ext uri="{FF2B5EF4-FFF2-40B4-BE49-F238E27FC236}">
                <a16:creationId xmlns:a16="http://schemas.microsoft.com/office/drawing/2014/main" id="{EEE122FC-8C0E-435B-8E52-C01A804A9B37}"/>
              </a:ext>
            </a:extLst>
          </p:cNvPr>
          <p:cNvSpPr>
            <a:spLocks noGrp="1" noChangeArrowheads="1"/>
          </p:cNvSpPr>
          <p:nvPr>
            <p:ph type="sldNum" sz="quarter" idx="3"/>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eaLnBrk="1" hangingPunct="1">
              <a:defRPr sz="1300" smtClean="0"/>
            </a:lvl1pPr>
          </a:lstStyle>
          <a:p>
            <a:pPr>
              <a:defRPr/>
            </a:pPr>
            <a:fld id="{43E1ABD5-734C-45E3-8E59-EA2CFC9A04A5}"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E04FAA8-1251-4724-A213-F4314383DCCE}"/>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32771" name="Rectangle 3">
            <a:extLst>
              <a:ext uri="{FF2B5EF4-FFF2-40B4-BE49-F238E27FC236}">
                <a16:creationId xmlns:a16="http://schemas.microsoft.com/office/drawing/2014/main" id="{C7FE1E47-3890-4A19-BF22-ABD056D1609A}"/>
              </a:ext>
            </a:extLst>
          </p:cNvPr>
          <p:cNvSpPr>
            <a:spLocks noGrp="1" noChangeArrowheads="1"/>
          </p:cNvSpPr>
          <p:nvPr>
            <p:ph type="dt"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ea typeface="宋体" pitchFamily="2" charset="-122"/>
              </a:defRPr>
            </a:lvl1pPr>
          </a:lstStyle>
          <a:p>
            <a:pPr>
              <a:defRPr/>
            </a:pPr>
            <a:endParaRPr lang="en-US" altLang="zh-CN"/>
          </a:p>
        </p:txBody>
      </p:sp>
      <p:sp>
        <p:nvSpPr>
          <p:cNvPr id="28676" name="Rectangle 4">
            <a:extLst>
              <a:ext uri="{FF2B5EF4-FFF2-40B4-BE49-F238E27FC236}">
                <a16:creationId xmlns:a16="http://schemas.microsoft.com/office/drawing/2014/main" id="{C360BA55-EA8A-4F4B-84B3-69CF6A8F7EA3}"/>
              </a:ext>
            </a:extLst>
          </p:cNvPr>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CFB93E25-B75C-4792-AFE7-5CBE769FE4B0}"/>
              </a:ext>
            </a:extLst>
          </p:cNvPr>
          <p:cNvSpPr>
            <a:spLocks noGrp="1" noChangeArrowheads="1"/>
          </p:cNvSpPr>
          <p:nvPr>
            <p:ph type="body" sz="quarter" idx="3"/>
          </p:nvPr>
        </p:nvSpPr>
        <p:spPr bwMode="auto">
          <a:xfrm>
            <a:off x="709613" y="4860925"/>
            <a:ext cx="5680075" cy="4605338"/>
          </a:xfrm>
          <a:prstGeom prst="rect">
            <a:avLst/>
          </a:prstGeom>
          <a:noFill/>
          <a:ln>
            <a:noFill/>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74" name="Rectangle 6">
            <a:extLst>
              <a:ext uri="{FF2B5EF4-FFF2-40B4-BE49-F238E27FC236}">
                <a16:creationId xmlns:a16="http://schemas.microsoft.com/office/drawing/2014/main" id="{D790EB04-C85D-4D5C-A1A5-0531589EE258}"/>
              </a:ext>
            </a:extLst>
          </p:cNvPr>
          <p:cNvSpPr>
            <a:spLocks noGrp="1" noChangeArrowheads="1"/>
          </p:cNvSpPr>
          <p:nvPr>
            <p:ph type="ftr" sz="quarter" idx="4"/>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32775" name="Rectangle 7">
            <a:extLst>
              <a:ext uri="{FF2B5EF4-FFF2-40B4-BE49-F238E27FC236}">
                <a16:creationId xmlns:a16="http://schemas.microsoft.com/office/drawing/2014/main" id="{3953FBA4-B32F-45E3-99B1-1CBCA21ED888}"/>
              </a:ext>
            </a:extLst>
          </p:cNvPr>
          <p:cNvSpPr>
            <a:spLocks noGrp="1" noChangeArrowheads="1"/>
          </p:cNvSpPr>
          <p:nvPr>
            <p:ph type="sldNum" sz="quarter" idx="5"/>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eaLnBrk="1" hangingPunct="1">
              <a:defRPr sz="1300" smtClean="0"/>
            </a:lvl1pPr>
          </a:lstStyle>
          <a:p>
            <a:pPr>
              <a:defRPr/>
            </a:pPr>
            <a:fld id="{614EFBFF-6306-4FE3-969F-1673B60D762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a:extLst>
              <a:ext uri="{FF2B5EF4-FFF2-40B4-BE49-F238E27FC236}">
                <a16:creationId xmlns:a16="http://schemas.microsoft.com/office/drawing/2014/main" id="{15D8EE45-C780-4F7C-95EB-53ADD6855EE9}"/>
              </a:ext>
            </a:extLst>
          </p:cNvPr>
          <p:cNvSpPr>
            <a:spLocks noGrp="1" noRot="1" noChangeAspect="1" noChangeArrowheads="1" noTextEdit="1"/>
          </p:cNvSpPr>
          <p:nvPr>
            <p:ph type="sldImg"/>
          </p:nvPr>
        </p:nvSpPr>
        <p:spPr>
          <a:ln/>
        </p:spPr>
      </p:sp>
      <p:sp>
        <p:nvSpPr>
          <p:cNvPr id="131075" name="备注占位符 2">
            <a:extLst>
              <a:ext uri="{FF2B5EF4-FFF2-40B4-BE49-F238E27FC236}">
                <a16:creationId xmlns:a16="http://schemas.microsoft.com/office/drawing/2014/main" id="{FFA36091-4549-4E91-853D-986BE0DC3F6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1076" name="灯片编号占位符 3">
            <a:extLst>
              <a:ext uri="{FF2B5EF4-FFF2-40B4-BE49-F238E27FC236}">
                <a16:creationId xmlns:a16="http://schemas.microsoft.com/office/drawing/2014/main" id="{887596FE-9C73-46D3-8B3B-FC6B4DA6AE1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2D28B99-5523-43A7-BDDC-407C58A7AF4A}" type="slidenum">
              <a:rPr lang="en-US" altLang="zh-CN"/>
              <a:pPr/>
              <a:t>20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199B7588-F61D-4FBF-BD50-AEEE32F421A6}"/>
              </a:ext>
            </a:extLst>
          </p:cNvPr>
          <p:cNvCxnSpPr/>
          <p:nvPr/>
        </p:nvCxnSpPr>
        <p:spPr>
          <a:xfrm>
            <a:off x="0" y="857250"/>
            <a:ext cx="9144000" cy="1588"/>
          </a:xfrm>
          <a:prstGeom prst="line">
            <a:avLst/>
          </a:prstGeom>
          <a:ln w="63500" cap="flat" cmpd="thickThi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9336F078-05E8-4905-BDCC-FC8A529469EC}"/>
              </a:ext>
            </a:extLst>
          </p:cNvPr>
          <p:cNvCxnSpPr/>
          <p:nvPr/>
        </p:nvCxnSpPr>
        <p:spPr>
          <a:xfrm>
            <a:off x="0" y="6286500"/>
            <a:ext cx="9144000" cy="1588"/>
          </a:xfrm>
          <a:prstGeom prst="line">
            <a:avLst/>
          </a:prstGeom>
          <a:ln w="63500" cmpd="thinThick"/>
        </p:spPr>
        <p:style>
          <a:lnRef idx="1">
            <a:schemeClr val="accent1"/>
          </a:lnRef>
          <a:fillRef idx="0">
            <a:schemeClr val="accent1"/>
          </a:fillRef>
          <a:effectRef idx="0">
            <a:schemeClr val="accent1"/>
          </a:effectRef>
          <a:fontRef idx="minor">
            <a:schemeClr val="tx1"/>
          </a:fontRef>
        </p:style>
      </p:cxnSp>
      <p:pic>
        <p:nvPicPr>
          <p:cNvPr id="6" name="图片 10" descr="0691001310289278.jpg">
            <a:extLst>
              <a:ext uri="{FF2B5EF4-FFF2-40B4-BE49-F238E27FC236}">
                <a16:creationId xmlns:a16="http://schemas.microsoft.com/office/drawing/2014/main" id="{87A677AA-60BD-4CEE-BDB4-F2111884B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688"/>
            <a:ext cx="40005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1" y="2130441"/>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1" y="3886203"/>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a:t>单击此处编辑母版副标题样式</a:t>
            </a:r>
          </a:p>
        </p:txBody>
      </p:sp>
      <p:sp>
        <p:nvSpPr>
          <p:cNvPr id="7" name="日期占位符 3">
            <a:extLst>
              <a:ext uri="{FF2B5EF4-FFF2-40B4-BE49-F238E27FC236}">
                <a16:creationId xmlns:a16="http://schemas.microsoft.com/office/drawing/2014/main" id="{C52C1BED-A9D5-487F-B245-D82DB0F65121}"/>
              </a:ext>
            </a:extLst>
          </p:cNvPr>
          <p:cNvSpPr>
            <a:spLocks noGrp="1"/>
          </p:cNvSpPr>
          <p:nvPr>
            <p:ph type="dt" sz="half" idx="10"/>
          </p:nvPr>
        </p:nvSpPr>
        <p:spPr/>
        <p:txBody>
          <a:bodyPr/>
          <a:lstStyle>
            <a:lvl1pPr algn="l" defTabSz="914400">
              <a:defRPr sz="675">
                <a:solidFill>
                  <a:prstClr val="black">
                    <a:tint val="75000"/>
                  </a:prstClr>
                </a:solidFill>
              </a:defRPr>
            </a:lvl1pPr>
          </a:lstStyle>
          <a:p>
            <a:pPr>
              <a:defRPr/>
            </a:pPr>
            <a:fld id="{91F8C692-78CC-4A5C-8E3A-3B26FFA232EB}" type="datetime3">
              <a:rPr lang="zh-CN" altLang="en-US"/>
              <a:pPr>
                <a:defRPr/>
              </a:pPr>
              <a:t>2024年8月27日星期二</a:t>
            </a:fld>
            <a:endParaRPr lang="zh-CN" altLang="en-US"/>
          </a:p>
        </p:txBody>
      </p:sp>
      <p:sp>
        <p:nvSpPr>
          <p:cNvPr id="8" name="页脚占位符 4">
            <a:extLst>
              <a:ext uri="{FF2B5EF4-FFF2-40B4-BE49-F238E27FC236}">
                <a16:creationId xmlns:a16="http://schemas.microsoft.com/office/drawing/2014/main" id="{ADFCEED8-F8D6-4C1A-9326-78157CD41178}"/>
              </a:ext>
            </a:extLst>
          </p:cNvPr>
          <p:cNvSpPr>
            <a:spLocks noGrp="1"/>
          </p:cNvSpPr>
          <p:nvPr>
            <p:ph type="ftr" sz="quarter" idx="11"/>
          </p:nvPr>
        </p:nvSpPr>
        <p:spPr/>
        <p:txBody>
          <a:bodyPr/>
          <a:lstStyle>
            <a:lvl1pPr marL="0" marR="0" indent="0" algn="ctr" defTabSz="513715" rtl="0" eaLnBrk="1" fontAlgn="auto" latinLnBrk="0" hangingPunct="1">
              <a:lnSpc>
                <a:spcPct val="100000"/>
              </a:lnSpc>
              <a:spcBef>
                <a:spcPts val="0"/>
              </a:spcBef>
              <a:spcAft>
                <a:spcPts val="0"/>
              </a:spcAft>
              <a:buClrTx/>
              <a:buSzTx/>
              <a:buFontTx/>
              <a:buNone/>
              <a:defRPr sz="675">
                <a:solidFill>
                  <a:prstClr val="black">
                    <a:tint val="75000"/>
                  </a:prstClr>
                </a:solidFill>
              </a:defRPr>
            </a:lvl1pPr>
          </a:lstStyle>
          <a:p>
            <a:pPr>
              <a:defRPr/>
            </a:pPr>
            <a:endParaRPr lang="zh-CN" altLang="en-US"/>
          </a:p>
        </p:txBody>
      </p:sp>
      <p:sp>
        <p:nvSpPr>
          <p:cNvPr id="9" name="灯片编号占位符 5">
            <a:extLst>
              <a:ext uri="{FF2B5EF4-FFF2-40B4-BE49-F238E27FC236}">
                <a16:creationId xmlns:a16="http://schemas.microsoft.com/office/drawing/2014/main" id="{E2DB5669-4509-450F-9BA5-7E020A67A3F2}"/>
              </a:ext>
            </a:extLst>
          </p:cNvPr>
          <p:cNvSpPr>
            <a:spLocks noGrp="1"/>
          </p:cNvSpPr>
          <p:nvPr>
            <p:ph type="sldNum" sz="quarter" idx="12"/>
          </p:nvPr>
        </p:nvSpPr>
        <p:spPr/>
        <p:txBody>
          <a:bodyPr/>
          <a:lstStyle>
            <a:lvl1pPr defTabSz="914400">
              <a:defRPr sz="600" smtClean="0"/>
            </a:lvl1pPr>
          </a:lstStyle>
          <a:p>
            <a:pPr>
              <a:defRPr/>
            </a:pPr>
            <a:fld id="{BBD64506-A720-4F77-BB14-E2358CD98F74}" type="slidenum">
              <a:rPr lang="zh-CN" altLang="en-US"/>
              <a:pPr>
                <a:defRPr/>
              </a:pPr>
              <a:t>‹#›</a:t>
            </a:fld>
            <a:endParaRPr lang="zh-CN" altLang="en-US"/>
          </a:p>
        </p:txBody>
      </p:sp>
    </p:spTree>
    <p:extLst>
      <p:ext uri="{BB962C8B-B14F-4D97-AF65-F5344CB8AC3E}">
        <p14:creationId xmlns:p14="http://schemas.microsoft.com/office/powerpoint/2010/main" val="374642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marL="0" marR="0" indent="0" algn="ctr" defTabSz="513715" rtl="0" eaLnBrk="1" fontAlgn="auto" latinLnBrk="0" hangingPunct="1">
              <a:lnSpc>
                <a:spcPct val="100000"/>
              </a:lnSpc>
              <a:spcBef>
                <a:spcPct val="0"/>
              </a:spcBef>
              <a:spcAft>
                <a:spcPts val="0"/>
              </a:spcAft>
              <a:buClrTx/>
              <a:buSzTx/>
              <a:buFontTx/>
              <a:buNone/>
              <a:defRPr sz="36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800"/>
            </a:lvl1pPr>
            <a:lvl2pPr>
              <a:defRPr sz="2000"/>
            </a:lvl2pPr>
            <a:lvl3pPr>
              <a:defRPr sz="1800"/>
            </a:lvl3pPr>
            <a:lvl4pPr>
              <a:defRPr sz="1600"/>
            </a:lvl4pPr>
            <a:lvl5pPr>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89EA28C-2B03-44EC-A5A1-E0F94F3899A1}"/>
              </a:ext>
            </a:extLst>
          </p:cNvPr>
          <p:cNvSpPr>
            <a:spLocks noGrp="1"/>
          </p:cNvSpPr>
          <p:nvPr>
            <p:ph type="dt" sz="half" idx="10"/>
          </p:nvPr>
        </p:nvSpPr>
        <p:spPr/>
        <p:txBody>
          <a:bodyPr/>
          <a:lstStyle>
            <a:lvl1pPr defTabSz="914400">
              <a:defRPr/>
            </a:lvl1pPr>
          </a:lstStyle>
          <a:p>
            <a:pPr>
              <a:defRPr/>
            </a:pPr>
            <a:fld id="{190714F0-0A52-4543-921E-29D684DC90F9}" type="datetime3">
              <a:rPr lang="zh-CN" altLang="en-US"/>
              <a:pPr>
                <a:defRPr/>
              </a:pPr>
              <a:t>2024年8月27日星期二</a:t>
            </a:fld>
            <a:endParaRPr lang="zh-CN" altLang="en-US"/>
          </a:p>
        </p:txBody>
      </p:sp>
      <p:sp>
        <p:nvSpPr>
          <p:cNvPr id="5" name="页脚占位符 4">
            <a:extLst>
              <a:ext uri="{FF2B5EF4-FFF2-40B4-BE49-F238E27FC236}">
                <a16:creationId xmlns:a16="http://schemas.microsoft.com/office/drawing/2014/main" id="{6E8C1009-EE1C-4451-B851-10BDB25F7A9D}"/>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431C439A-DE39-41CC-A007-2783D0C1D080}"/>
              </a:ext>
            </a:extLst>
          </p:cNvPr>
          <p:cNvSpPr>
            <a:spLocks noGrp="1"/>
          </p:cNvSpPr>
          <p:nvPr>
            <p:ph type="sldNum" sz="quarter" idx="12"/>
          </p:nvPr>
        </p:nvSpPr>
        <p:spPr/>
        <p:txBody>
          <a:bodyPr/>
          <a:lstStyle>
            <a:lvl1pPr defTabSz="914400">
              <a:defRPr smtClean="0"/>
            </a:lvl1pPr>
          </a:lstStyle>
          <a:p>
            <a:pPr>
              <a:defRPr/>
            </a:pPr>
            <a:fld id="{F2B8B70F-C0AF-4288-9A78-E3AF0CF2610D}" type="slidenum">
              <a:rPr lang="zh-CN" altLang="en-US"/>
              <a:pPr>
                <a:defRPr/>
              </a:pPr>
              <a:t>‹#›</a:t>
            </a:fld>
            <a:endParaRPr lang="zh-CN" altLang="en-US"/>
          </a:p>
        </p:txBody>
      </p:sp>
    </p:spTree>
    <p:extLst>
      <p:ext uri="{BB962C8B-B14F-4D97-AF65-F5344CB8AC3E}">
        <p14:creationId xmlns:p14="http://schemas.microsoft.com/office/powerpoint/2010/main" val="1383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AFB8D77-F557-44E2-AF66-400251FA7100}"/>
              </a:ext>
            </a:extLst>
          </p:cNvPr>
          <p:cNvSpPr txBox="1">
            <a:spLocks noChangeArrowheads="1"/>
          </p:cNvSpPr>
          <p:nvPr userDrawn="1"/>
        </p:nvSpPr>
        <p:spPr bwMode="auto">
          <a:xfrm>
            <a:off x="0" y="549275"/>
            <a:ext cx="9144000" cy="765175"/>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sp>
        <p:nvSpPr>
          <p:cNvPr id="5" name="文本框 4">
            <a:extLst>
              <a:ext uri="{FF2B5EF4-FFF2-40B4-BE49-F238E27FC236}">
                <a16:creationId xmlns:a16="http://schemas.microsoft.com/office/drawing/2014/main" id="{87D39AC3-A9D3-4C8F-A909-778BEB73A75D}"/>
              </a:ext>
            </a:extLst>
          </p:cNvPr>
          <p:cNvSpPr txBox="1">
            <a:spLocks noChangeArrowheads="1"/>
          </p:cNvSpPr>
          <p:nvPr userDrawn="1"/>
        </p:nvSpPr>
        <p:spPr bwMode="auto">
          <a:xfrm>
            <a:off x="0" y="5768975"/>
            <a:ext cx="9144000" cy="765175"/>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cxnSp>
        <p:nvCxnSpPr>
          <p:cNvPr id="6" name="直接连接符 5">
            <a:extLst>
              <a:ext uri="{FF2B5EF4-FFF2-40B4-BE49-F238E27FC236}">
                <a16:creationId xmlns:a16="http://schemas.microsoft.com/office/drawing/2014/main" id="{23BCCB5E-52A0-44D9-9A29-B48BB2EA53BD}"/>
              </a:ext>
            </a:extLst>
          </p:cNvPr>
          <p:cNvCxnSpPr/>
          <p:nvPr userDrawn="1"/>
        </p:nvCxnSpPr>
        <p:spPr>
          <a:xfrm>
            <a:off x="0" y="3294063"/>
            <a:ext cx="9144000" cy="0"/>
          </a:xfrm>
          <a:prstGeom prst="line">
            <a:avLst/>
          </a:prstGeom>
          <a:ln w="63500" cmpd="thickThin">
            <a:tailEnd type="none"/>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791580" y="3963097"/>
            <a:ext cx="7772400" cy="1362076"/>
          </a:xfrm>
        </p:spPr>
        <p:txBody>
          <a:bodyPr anchor="t"/>
          <a:lstStyle>
            <a:lvl1pPr algn="l">
              <a:defRPr sz="2250" b="1" cap="all"/>
            </a:lvl1pPr>
          </a:lstStyle>
          <a:p>
            <a:r>
              <a:rPr lang="zh-CN" altLang="en-US"/>
              <a:t>单击此处编辑母版标题样式</a:t>
            </a:r>
          </a:p>
        </p:txBody>
      </p:sp>
      <p:sp>
        <p:nvSpPr>
          <p:cNvPr id="3" name="文本占位符 2"/>
          <p:cNvSpPr>
            <a:spLocks noGrp="1"/>
          </p:cNvSpPr>
          <p:nvPr>
            <p:ph type="body" idx="1"/>
          </p:nvPr>
        </p:nvSpPr>
        <p:spPr>
          <a:xfrm>
            <a:off x="721519" y="1553781"/>
            <a:ext cx="7772400" cy="1500187"/>
          </a:xfrm>
        </p:spPr>
        <p:txBody>
          <a:bodyPr anchor="b"/>
          <a:lstStyle>
            <a:lvl1pPr marL="0" indent="0">
              <a:buNone/>
              <a:defRPr sz="1125">
                <a:solidFill>
                  <a:schemeClr val="tx1">
                    <a:tint val="75000"/>
                  </a:schemeClr>
                </a:solidFill>
              </a:defRPr>
            </a:lvl1pPr>
            <a:lvl2pPr marL="257175" indent="0">
              <a:buNone/>
              <a:defRPr sz="1015">
                <a:solidFill>
                  <a:schemeClr val="tx1">
                    <a:tint val="75000"/>
                  </a:schemeClr>
                </a:solidFill>
              </a:defRPr>
            </a:lvl2pPr>
            <a:lvl3pPr marL="514350" indent="0">
              <a:buNone/>
              <a:defRPr sz="900">
                <a:solidFill>
                  <a:schemeClr val="tx1">
                    <a:tint val="75000"/>
                  </a:schemeClr>
                </a:solidFill>
              </a:defRPr>
            </a:lvl3pPr>
            <a:lvl4pPr marL="771525" indent="0">
              <a:buNone/>
              <a:defRPr sz="790">
                <a:solidFill>
                  <a:schemeClr val="tx1">
                    <a:tint val="75000"/>
                  </a:schemeClr>
                </a:solidFill>
              </a:defRPr>
            </a:lvl4pPr>
            <a:lvl5pPr marL="1028700" indent="0">
              <a:buNone/>
              <a:defRPr sz="790">
                <a:solidFill>
                  <a:schemeClr val="tx1">
                    <a:tint val="75000"/>
                  </a:schemeClr>
                </a:solidFill>
              </a:defRPr>
            </a:lvl5pPr>
            <a:lvl6pPr marL="1285875" indent="0">
              <a:buNone/>
              <a:defRPr sz="790">
                <a:solidFill>
                  <a:schemeClr val="tx1">
                    <a:tint val="75000"/>
                  </a:schemeClr>
                </a:solidFill>
              </a:defRPr>
            </a:lvl6pPr>
            <a:lvl7pPr marL="1543050" indent="0">
              <a:buNone/>
              <a:defRPr sz="790">
                <a:solidFill>
                  <a:schemeClr val="tx1">
                    <a:tint val="75000"/>
                  </a:schemeClr>
                </a:solidFill>
              </a:defRPr>
            </a:lvl7pPr>
            <a:lvl8pPr marL="1800225" indent="0">
              <a:buNone/>
              <a:defRPr sz="790">
                <a:solidFill>
                  <a:schemeClr val="tx1">
                    <a:tint val="75000"/>
                  </a:schemeClr>
                </a:solidFill>
              </a:defRPr>
            </a:lvl8pPr>
            <a:lvl9pPr marL="2057400" indent="0">
              <a:buNone/>
              <a:defRPr sz="790">
                <a:solidFill>
                  <a:schemeClr val="tx1">
                    <a:tint val="75000"/>
                  </a:schemeClr>
                </a:solidFill>
              </a:defRPr>
            </a:lvl9pPr>
          </a:lstStyle>
          <a:p>
            <a:pPr lvl="0"/>
            <a:r>
              <a:rPr lang="zh-CN" altLang="en-US"/>
              <a:t>单击此处编辑母版文本样式</a:t>
            </a:r>
          </a:p>
        </p:txBody>
      </p:sp>
      <p:sp>
        <p:nvSpPr>
          <p:cNvPr id="7" name="日期占位符 3">
            <a:extLst>
              <a:ext uri="{FF2B5EF4-FFF2-40B4-BE49-F238E27FC236}">
                <a16:creationId xmlns:a16="http://schemas.microsoft.com/office/drawing/2014/main" id="{B222140A-53D5-4AEA-A851-215B07C8BF96}"/>
              </a:ext>
            </a:extLst>
          </p:cNvPr>
          <p:cNvSpPr>
            <a:spLocks noGrp="1"/>
          </p:cNvSpPr>
          <p:nvPr>
            <p:ph type="dt" sz="half" idx="10"/>
          </p:nvPr>
        </p:nvSpPr>
        <p:spPr/>
        <p:txBody>
          <a:bodyPr/>
          <a:lstStyle>
            <a:lvl1pPr defTabSz="914400">
              <a:defRPr/>
            </a:lvl1pPr>
          </a:lstStyle>
          <a:p>
            <a:pPr>
              <a:defRPr/>
            </a:pPr>
            <a:fld id="{B3A1E49F-3F5C-4EB8-B440-B70F45292FCD}" type="datetime3">
              <a:rPr lang="zh-CN" altLang="en-US"/>
              <a:pPr>
                <a:defRPr/>
              </a:pPr>
              <a:t>2024年8月27日星期二</a:t>
            </a:fld>
            <a:endParaRPr lang="zh-CN" altLang="en-US" dirty="0"/>
          </a:p>
        </p:txBody>
      </p:sp>
      <p:sp>
        <p:nvSpPr>
          <p:cNvPr id="8" name="页脚占位符 4">
            <a:extLst>
              <a:ext uri="{FF2B5EF4-FFF2-40B4-BE49-F238E27FC236}">
                <a16:creationId xmlns:a16="http://schemas.microsoft.com/office/drawing/2014/main" id="{6BBBF34C-B3BA-497F-A823-C0996FD443D5}"/>
              </a:ext>
            </a:extLst>
          </p:cNvPr>
          <p:cNvSpPr>
            <a:spLocks noGrp="1"/>
          </p:cNvSpPr>
          <p:nvPr>
            <p:ph type="ftr" sz="quarter" idx="11"/>
          </p:nvPr>
        </p:nvSpPr>
        <p:spPr/>
        <p:txBody>
          <a:bodyPr/>
          <a:lstStyle>
            <a:lvl1pPr defTabSz="914400">
              <a:defRPr/>
            </a:lvl1pPr>
          </a:lstStyle>
          <a:p>
            <a:pPr>
              <a:defRPr/>
            </a:pPr>
            <a:endParaRPr lang="zh-CN" altLang="en-US"/>
          </a:p>
        </p:txBody>
      </p:sp>
      <p:sp>
        <p:nvSpPr>
          <p:cNvPr id="9" name="灯片编号占位符 5">
            <a:extLst>
              <a:ext uri="{FF2B5EF4-FFF2-40B4-BE49-F238E27FC236}">
                <a16:creationId xmlns:a16="http://schemas.microsoft.com/office/drawing/2014/main" id="{9C951869-CCF7-4012-B19F-989FAC63EAF0}"/>
              </a:ext>
            </a:extLst>
          </p:cNvPr>
          <p:cNvSpPr>
            <a:spLocks noGrp="1"/>
          </p:cNvSpPr>
          <p:nvPr>
            <p:ph type="sldNum" sz="quarter" idx="12"/>
          </p:nvPr>
        </p:nvSpPr>
        <p:spPr/>
        <p:txBody>
          <a:bodyPr/>
          <a:lstStyle>
            <a:lvl1pPr defTabSz="914400">
              <a:defRPr smtClean="0"/>
            </a:lvl1pPr>
          </a:lstStyle>
          <a:p>
            <a:pPr>
              <a:defRPr/>
            </a:pPr>
            <a:fld id="{08D58DA5-E232-42F2-88E3-F4284D350D37}" type="slidenum">
              <a:rPr lang="zh-CN" altLang="en-US"/>
              <a:pPr>
                <a:defRPr/>
              </a:pPr>
              <a:t>‹#›</a:t>
            </a:fld>
            <a:endParaRPr lang="zh-CN" altLang="en-US"/>
          </a:p>
        </p:txBody>
      </p:sp>
    </p:spTree>
    <p:extLst>
      <p:ext uri="{BB962C8B-B14F-4D97-AF65-F5344CB8AC3E}">
        <p14:creationId xmlns:p14="http://schemas.microsoft.com/office/powerpoint/2010/main" val="3587544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内容占位符 2"/>
          <p:cNvSpPr>
            <a:spLocks noGrp="1"/>
          </p:cNvSpPr>
          <p:nvPr>
            <p:ph sz="half" idx="1"/>
          </p:nvPr>
        </p:nvSpPr>
        <p:spPr>
          <a:xfrm>
            <a:off x="457201" y="973667"/>
            <a:ext cx="4038600" cy="5152503"/>
          </a:xfrm>
        </p:spPr>
        <p:txBody>
          <a:bodyPr>
            <a:normAutofit/>
          </a:bodyPr>
          <a:lstStyle>
            <a:lvl1pPr>
              <a:defRPr sz="2000"/>
            </a:lvl1pPr>
            <a:lvl2pPr>
              <a:defRPr sz="1800"/>
            </a:lvl2pPr>
            <a:lvl3pPr>
              <a:defRPr sz="1600"/>
            </a:lvl3pPr>
            <a:lvl4pPr>
              <a:defRPr sz="1200"/>
            </a:lvl4pPr>
            <a:lvl5pPr>
              <a:defRPr sz="1200"/>
            </a:lvl5pPr>
            <a:lvl6pPr>
              <a:defRPr sz="1015"/>
            </a:lvl6pPr>
            <a:lvl7pPr>
              <a:defRPr sz="1015"/>
            </a:lvl7pPr>
            <a:lvl8pPr>
              <a:defRPr sz="1015"/>
            </a:lvl8pPr>
            <a:lvl9pPr>
              <a:defRPr sz="101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1" y="973667"/>
            <a:ext cx="4038600" cy="5152503"/>
          </a:xfrm>
        </p:spPr>
        <p:txBody>
          <a:bodyPr>
            <a:normAutofit/>
          </a:bodyPr>
          <a:lstStyle>
            <a:lvl1pPr>
              <a:defRPr sz="2000"/>
            </a:lvl1pPr>
            <a:lvl2pPr>
              <a:defRPr sz="1800"/>
            </a:lvl2pPr>
            <a:lvl3pPr>
              <a:defRPr sz="1600"/>
            </a:lvl3pPr>
            <a:lvl4pPr>
              <a:defRPr sz="1200"/>
            </a:lvl4pPr>
            <a:lvl5pPr>
              <a:defRPr sz="1200"/>
            </a:lvl5pPr>
            <a:lvl6pPr>
              <a:defRPr sz="1015"/>
            </a:lvl6pPr>
            <a:lvl7pPr>
              <a:defRPr sz="1015"/>
            </a:lvl7pPr>
            <a:lvl8pPr>
              <a:defRPr sz="1015"/>
            </a:lvl8pPr>
            <a:lvl9pPr>
              <a:defRPr sz="101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a:extLst>
              <a:ext uri="{FF2B5EF4-FFF2-40B4-BE49-F238E27FC236}">
                <a16:creationId xmlns:a16="http://schemas.microsoft.com/office/drawing/2014/main" id="{D802E7AE-C1E8-4C47-9179-DDFAC68263B1}"/>
              </a:ext>
            </a:extLst>
          </p:cNvPr>
          <p:cNvSpPr>
            <a:spLocks noGrp="1"/>
          </p:cNvSpPr>
          <p:nvPr>
            <p:ph type="dt" sz="half" idx="10"/>
          </p:nvPr>
        </p:nvSpPr>
        <p:spPr/>
        <p:txBody>
          <a:bodyPr/>
          <a:lstStyle>
            <a:lvl1pPr defTabSz="914400">
              <a:defRPr/>
            </a:lvl1pPr>
          </a:lstStyle>
          <a:p>
            <a:pPr>
              <a:defRPr/>
            </a:pPr>
            <a:fld id="{20627A07-DE92-4294-8CED-C8D0C812451B}" type="datetime3">
              <a:rPr lang="zh-CN" altLang="en-US"/>
              <a:pPr>
                <a:defRPr/>
              </a:pPr>
              <a:t>2024年8月27日星期二</a:t>
            </a:fld>
            <a:endParaRPr lang="zh-CN" altLang="en-US"/>
          </a:p>
        </p:txBody>
      </p:sp>
      <p:sp>
        <p:nvSpPr>
          <p:cNvPr id="6" name="页脚占位符 5">
            <a:extLst>
              <a:ext uri="{FF2B5EF4-FFF2-40B4-BE49-F238E27FC236}">
                <a16:creationId xmlns:a16="http://schemas.microsoft.com/office/drawing/2014/main" id="{2FD07632-9899-4FAD-B326-82D52BE36604}"/>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98F49870-1F38-4C81-BA09-B9F343680306}"/>
              </a:ext>
            </a:extLst>
          </p:cNvPr>
          <p:cNvSpPr>
            <a:spLocks noGrp="1"/>
          </p:cNvSpPr>
          <p:nvPr>
            <p:ph type="sldNum" sz="quarter" idx="12"/>
          </p:nvPr>
        </p:nvSpPr>
        <p:spPr/>
        <p:txBody>
          <a:bodyPr/>
          <a:lstStyle>
            <a:lvl1pPr defTabSz="914400">
              <a:defRPr smtClean="0"/>
            </a:lvl1pPr>
          </a:lstStyle>
          <a:p>
            <a:pPr>
              <a:defRPr/>
            </a:pPr>
            <a:fld id="{AE760AA2-1141-4C1B-A925-C1EBF4CEDFD2}" type="slidenum">
              <a:rPr lang="zh-CN" altLang="en-US"/>
              <a:pPr>
                <a:defRPr/>
              </a:pPr>
              <a:t>‹#›</a:t>
            </a:fld>
            <a:endParaRPr lang="zh-CN" altLang="en-US"/>
          </a:p>
        </p:txBody>
      </p:sp>
    </p:spTree>
    <p:extLst>
      <p:ext uri="{BB962C8B-B14F-4D97-AF65-F5344CB8AC3E}">
        <p14:creationId xmlns:p14="http://schemas.microsoft.com/office/powerpoint/2010/main" val="352558762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9076733B-6547-44A7-B608-CEB9D17A1286}"/>
              </a:ext>
            </a:extLst>
          </p:cNvPr>
          <p:cNvSpPr>
            <a:spLocks noGrp="1"/>
          </p:cNvSpPr>
          <p:nvPr>
            <p:ph type="dt" sz="half" idx="10"/>
          </p:nvPr>
        </p:nvSpPr>
        <p:spPr/>
        <p:txBody>
          <a:bodyPr/>
          <a:lstStyle>
            <a:lvl1pPr defTabSz="914400">
              <a:defRPr/>
            </a:lvl1pPr>
          </a:lstStyle>
          <a:p>
            <a:pPr>
              <a:defRPr/>
            </a:pPr>
            <a:fld id="{CE42BBF5-BC2F-4E43-BF7B-41B4CC4E56E3}" type="datetime3">
              <a:rPr lang="zh-CN" altLang="en-US"/>
              <a:pPr>
                <a:defRPr/>
              </a:pPr>
              <a:t>2024年8月27日星期二</a:t>
            </a:fld>
            <a:endParaRPr lang="zh-CN" altLang="en-US"/>
          </a:p>
        </p:txBody>
      </p:sp>
      <p:sp>
        <p:nvSpPr>
          <p:cNvPr id="4" name="页脚占位符 3">
            <a:extLst>
              <a:ext uri="{FF2B5EF4-FFF2-40B4-BE49-F238E27FC236}">
                <a16:creationId xmlns:a16="http://schemas.microsoft.com/office/drawing/2014/main" id="{5F280BD1-74FF-4CB5-84CE-5C491B701162}"/>
              </a:ext>
            </a:extLst>
          </p:cNvPr>
          <p:cNvSpPr>
            <a:spLocks noGrp="1"/>
          </p:cNvSpPr>
          <p:nvPr>
            <p:ph type="ftr" sz="quarter" idx="11"/>
          </p:nvPr>
        </p:nvSpPr>
        <p:spPr/>
        <p:txBody>
          <a:bodyPr/>
          <a:lstStyle>
            <a:lvl1pPr defTabSz="914400">
              <a:defRPr/>
            </a:lvl1pPr>
          </a:lstStyle>
          <a:p>
            <a:pPr>
              <a:defRPr/>
            </a:pPr>
            <a:endParaRPr lang="zh-CN" altLang="en-US"/>
          </a:p>
        </p:txBody>
      </p:sp>
      <p:sp>
        <p:nvSpPr>
          <p:cNvPr id="5" name="灯片编号占位符 4">
            <a:extLst>
              <a:ext uri="{FF2B5EF4-FFF2-40B4-BE49-F238E27FC236}">
                <a16:creationId xmlns:a16="http://schemas.microsoft.com/office/drawing/2014/main" id="{EF6E1661-3E1E-4B9A-A5C9-C020361CBF75}"/>
              </a:ext>
            </a:extLst>
          </p:cNvPr>
          <p:cNvSpPr>
            <a:spLocks noGrp="1"/>
          </p:cNvSpPr>
          <p:nvPr>
            <p:ph type="sldNum" sz="quarter" idx="12"/>
          </p:nvPr>
        </p:nvSpPr>
        <p:spPr/>
        <p:txBody>
          <a:bodyPr/>
          <a:lstStyle>
            <a:lvl1pPr defTabSz="914400">
              <a:defRPr smtClean="0"/>
            </a:lvl1pPr>
          </a:lstStyle>
          <a:p>
            <a:pPr>
              <a:defRPr/>
            </a:pPr>
            <a:fld id="{1ECD70D9-16E4-4FE9-833B-8BFCF9EDA198}" type="slidenum">
              <a:rPr lang="zh-CN" altLang="en-US"/>
              <a:pPr>
                <a:defRPr/>
              </a:pPr>
              <a:t>‹#›</a:t>
            </a:fld>
            <a:endParaRPr lang="zh-CN" altLang="en-US"/>
          </a:p>
        </p:txBody>
      </p:sp>
    </p:spTree>
    <p:extLst>
      <p:ext uri="{BB962C8B-B14F-4D97-AF65-F5344CB8AC3E}">
        <p14:creationId xmlns:p14="http://schemas.microsoft.com/office/powerpoint/2010/main" val="1533221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745205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049728CE-7CE6-47BA-853F-D959469092E9}"/>
              </a:ext>
            </a:extLst>
          </p:cNvPr>
          <p:cNvSpPr>
            <a:spLocks noGrp="1"/>
          </p:cNvSpPr>
          <p:nvPr>
            <p:ph type="dt" sz="half" idx="10"/>
          </p:nvPr>
        </p:nvSpPr>
        <p:spPr/>
        <p:txBody>
          <a:bodyPr/>
          <a:lstStyle>
            <a:lvl1pPr>
              <a:defRPr/>
            </a:lvl1pPr>
          </a:lstStyle>
          <a:p>
            <a:pPr>
              <a:defRPr/>
            </a:pPr>
            <a:fld id="{77C5E40D-24BA-4E15-BD41-499559628162}" type="datetime3">
              <a:rPr lang="zh-CN" altLang="en-US"/>
              <a:pPr>
                <a:defRPr/>
              </a:pPr>
              <a:t>2024年8月27日星期二</a:t>
            </a:fld>
            <a:endParaRPr lang="zh-CN" altLang="en-US"/>
          </a:p>
        </p:txBody>
      </p:sp>
      <p:sp>
        <p:nvSpPr>
          <p:cNvPr id="4" name="页脚占位符 4">
            <a:extLst>
              <a:ext uri="{FF2B5EF4-FFF2-40B4-BE49-F238E27FC236}">
                <a16:creationId xmlns:a16="http://schemas.microsoft.com/office/drawing/2014/main" id="{6AD406E9-4CF5-4597-B0F6-DB1FD12F5D07}"/>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597181E3-9186-4707-AEF2-62DB7780BC2B}"/>
              </a:ext>
            </a:extLst>
          </p:cNvPr>
          <p:cNvSpPr>
            <a:spLocks noGrp="1"/>
          </p:cNvSpPr>
          <p:nvPr>
            <p:ph type="sldNum" sz="quarter" idx="12"/>
          </p:nvPr>
        </p:nvSpPr>
        <p:spPr/>
        <p:txBody>
          <a:bodyPr/>
          <a:lstStyle>
            <a:lvl1pPr>
              <a:defRPr/>
            </a:lvl1pPr>
          </a:lstStyle>
          <a:p>
            <a:pPr>
              <a:defRPr/>
            </a:pPr>
            <a:fld id="{ED28D15B-FD18-4205-96D0-BFA47647FE9A}" type="slidenum">
              <a:rPr lang="zh-CN" altLang="en-US"/>
              <a:pPr>
                <a:defRPr/>
              </a:pPr>
              <a:t>‹#›</a:t>
            </a:fld>
            <a:endParaRPr lang="zh-CN" altLang="en-US"/>
          </a:p>
        </p:txBody>
      </p:sp>
    </p:spTree>
    <p:extLst>
      <p:ext uri="{BB962C8B-B14F-4D97-AF65-F5344CB8AC3E}">
        <p14:creationId xmlns:p14="http://schemas.microsoft.com/office/powerpoint/2010/main" val="3405301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7" y="273051"/>
            <a:ext cx="3008313" cy="1162050"/>
          </a:xfrm>
        </p:spPr>
        <p:txBody>
          <a:bodyPr anchor="b"/>
          <a:lstStyle>
            <a:lvl1pPr algn="l">
              <a:defRPr sz="1125" b="1"/>
            </a:lvl1pPr>
          </a:lstStyle>
          <a:p>
            <a:r>
              <a:rPr lang="zh-CN" altLang="en-US"/>
              <a:t>单击此处编辑母版标题样式</a:t>
            </a:r>
          </a:p>
        </p:txBody>
      </p:sp>
      <p:sp>
        <p:nvSpPr>
          <p:cNvPr id="3" name="内容占位符 2"/>
          <p:cNvSpPr>
            <a:spLocks noGrp="1"/>
          </p:cNvSpPr>
          <p:nvPr>
            <p:ph idx="1"/>
          </p:nvPr>
        </p:nvSpPr>
        <p:spPr>
          <a:xfrm>
            <a:off x="3575050" y="273063"/>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7" y="1435104"/>
            <a:ext cx="3008313" cy="4691063"/>
          </a:xfrm>
        </p:spPr>
        <p:txBody>
          <a:bodyPr/>
          <a:lstStyle>
            <a:lvl1pPr marL="0" indent="0">
              <a:buNone/>
              <a:defRPr sz="79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63C7F3E-A740-476F-9EA6-D3A82668A826}"/>
              </a:ext>
            </a:extLst>
          </p:cNvPr>
          <p:cNvSpPr>
            <a:spLocks noGrp="1"/>
          </p:cNvSpPr>
          <p:nvPr>
            <p:ph type="dt" sz="half" idx="10"/>
          </p:nvPr>
        </p:nvSpPr>
        <p:spPr/>
        <p:txBody>
          <a:bodyPr/>
          <a:lstStyle>
            <a:lvl1pPr defTabSz="914400">
              <a:defRPr/>
            </a:lvl1pPr>
          </a:lstStyle>
          <a:p>
            <a:pPr>
              <a:defRPr/>
            </a:pPr>
            <a:fld id="{DC9F1015-6586-4D57-87A6-BA5FB8061056}" type="datetime3">
              <a:rPr lang="zh-CN" altLang="en-US"/>
              <a:pPr>
                <a:defRPr/>
              </a:pPr>
              <a:t>2024年8月27日星期二</a:t>
            </a:fld>
            <a:endParaRPr lang="zh-CN" altLang="en-US"/>
          </a:p>
        </p:txBody>
      </p:sp>
      <p:sp>
        <p:nvSpPr>
          <p:cNvPr id="6" name="页脚占位符 5">
            <a:extLst>
              <a:ext uri="{FF2B5EF4-FFF2-40B4-BE49-F238E27FC236}">
                <a16:creationId xmlns:a16="http://schemas.microsoft.com/office/drawing/2014/main" id="{F1A016B3-6882-47BC-A79A-2109F9F46C62}"/>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34F796CB-9ABF-42E1-9B02-1A823DE3FA82}"/>
              </a:ext>
            </a:extLst>
          </p:cNvPr>
          <p:cNvSpPr>
            <a:spLocks noGrp="1"/>
          </p:cNvSpPr>
          <p:nvPr>
            <p:ph type="sldNum" sz="quarter" idx="12"/>
          </p:nvPr>
        </p:nvSpPr>
        <p:spPr/>
        <p:txBody>
          <a:bodyPr/>
          <a:lstStyle>
            <a:lvl1pPr defTabSz="914400">
              <a:defRPr smtClean="0"/>
            </a:lvl1pPr>
          </a:lstStyle>
          <a:p>
            <a:pPr>
              <a:defRPr/>
            </a:pPr>
            <a:fld id="{DAB4FB95-A800-481C-B74F-FBF028691E53}" type="slidenum">
              <a:rPr lang="zh-CN" altLang="en-US"/>
              <a:pPr>
                <a:defRPr/>
              </a:pPr>
              <a:t>‹#›</a:t>
            </a:fld>
            <a:endParaRPr lang="zh-CN" altLang="en-US"/>
          </a:p>
        </p:txBody>
      </p:sp>
    </p:spTree>
    <p:extLst>
      <p:ext uri="{BB962C8B-B14F-4D97-AF65-F5344CB8AC3E}">
        <p14:creationId xmlns:p14="http://schemas.microsoft.com/office/powerpoint/2010/main" val="113626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2"/>
            <a:ext cx="5486400" cy="566738"/>
          </a:xfrm>
        </p:spPr>
        <p:txBody>
          <a:bodyPr anchor="b"/>
          <a:lstStyle>
            <a:lvl1pPr algn="l">
              <a:defRPr sz="14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24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normAutofit/>
          </a:bodyPr>
          <a:lstStyle>
            <a:lvl1pPr marL="0" indent="0">
              <a:buNone/>
              <a:defRPr sz="90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5640433-328B-4B0A-A9B7-07FA292AC282}"/>
              </a:ext>
            </a:extLst>
          </p:cNvPr>
          <p:cNvSpPr>
            <a:spLocks noGrp="1"/>
          </p:cNvSpPr>
          <p:nvPr>
            <p:ph type="dt" sz="half" idx="10"/>
          </p:nvPr>
        </p:nvSpPr>
        <p:spPr/>
        <p:txBody>
          <a:bodyPr/>
          <a:lstStyle>
            <a:lvl1pPr defTabSz="914400">
              <a:defRPr/>
            </a:lvl1pPr>
          </a:lstStyle>
          <a:p>
            <a:pPr>
              <a:defRPr/>
            </a:pPr>
            <a:fld id="{4E13F777-3DAF-4980-B2BE-5DF4D9261F87}" type="datetime3">
              <a:rPr lang="zh-CN" altLang="en-US"/>
              <a:pPr>
                <a:defRPr/>
              </a:pPr>
              <a:t>2024年8月27日星期二</a:t>
            </a:fld>
            <a:endParaRPr lang="zh-CN" altLang="en-US"/>
          </a:p>
        </p:txBody>
      </p:sp>
      <p:sp>
        <p:nvSpPr>
          <p:cNvPr id="6" name="页脚占位符 5">
            <a:extLst>
              <a:ext uri="{FF2B5EF4-FFF2-40B4-BE49-F238E27FC236}">
                <a16:creationId xmlns:a16="http://schemas.microsoft.com/office/drawing/2014/main" id="{6D8CBEB9-0FE3-40A1-AD0A-72F01AE317CC}"/>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97AFAF30-AFF2-4B56-A34C-AB78759B053A}"/>
              </a:ext>
            </a:extLst>
          </p:cNvPr>
          <p:cNvSpPr>
            <a:spLocks noGrp="1"/>
          </p:cNvSpPr>
          <p:nvPr>
            <p:ph type="sldNum" sz="quarter" idx="12"/>
          </p:nvPr>
        </p:nvSpPr>
        <p:spPr/>
        <p:txBody>
          <a:bodyPr/>
          <a:lstStyle>
            <a:lvl1pPr defTabSz="914400">
              <a:defRPr smtClean="0"/>
            </a:lvl1pPr>
          </a:lstStyle>
          <a:p>
            <a:pPr>
              <a:defRPr/>
            </a:pPr>
            <a:fld id="{989EE299-5CD5-47D5-86A0-1455F51845A2}" type="slidenum">
              <a:rPr lang="zh-CN" altLang="en-US"/>
              <a:pPr>
                <a:defRPr/>
              </a:pPr>
              <a:t>‹#›</a:t>
            </a:fld>
            <a:endParaRPr lang="zh-CN" altLang="en-US"/>
          </a:p>
        </p:txBody>
      </p:sp>
    </p:spTree>
    <p:extLst>
      <p:ext uri="{BB962C8B-B14F-4D97-AF65-F5344CB8AC3E}">
        <p14:creationId xmlns:p14="http://schemas.microsoft.com/office/powerpoint/2010/main" val="291019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1ED1C37-E44D-442F-A524-2B0CC91626CA}"/>
              </a:ext>
            </a:extLst>
          </p:cNvPr>
          <p:cNvSpPr>
            <a:spLocks noGrp="1"/>
          </p:cNvSpPr>
          <p:nvPr>
            <p:ph type="dt" sz="half" idx="10"/>
          </p:nvPr>
        </p:nvSpPr>
        <p:spPr/>
        <p:txBody>
          <a:bodyPr/>
          <a:lstStyle>
            <a:lvl1pPr defTabSz="914400">
              <a:defRPr/>
            </a:lvl1pPr>
          </a:lstStyle>
          <a:p>
            <a:pPr>
              <a:defRPr/>
            </a:pPr>
            <a:fld id="{2D9EDD0A-F19E-4B68-845E-06AD1900E8C7}" type="datetime3">
              <a:rPr lang="zh-CN" altLang="en-US"/>
              <a:pPr>
                <a:defRPr/>
              </a:pPr>
              <a:t>2024年8月27日星期二</a:t>
            </a:fld>
            <a:endParaRPr lang="zh-CN" altLang="en-US"/>
          </a:p>
        </p:txBody>
      </p:sp>
      <p:sp>
        <p:nvSpPr>
          <p:cNvPr id="5" name="页脚占位符 4">
            <a:extLst>
              <a:ext uri="{FF2B5EF4-FFF2-40B4-BE49-F238E27FC236}">
                <a16:creationId xmlns:a16="http://schemas.microsoft.com/office/drawing/2014/main" id="{DF180729-F4B8-40E4-B08B-7ACB3226009B}"/>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746DAB40-5DA0-4B06-93AA-9DD10C8D70E3}"/>
              </a:ext>
            </a:extLst>
          </p:cNvPr>
          <p:cNvSpPr>
            <a:spLocks noGrp="1"/>
          </p:cNvSpPr>
          <p:nvPr>
            <p:ph type="sldNum" sz="quarter" idx="12"/>
          </p:nvPr>
        </p:nvSpPr>
        <p:spPr/>
        <p:txBody>
          <a:bodyPr/>
          <a:lstStyle>
            <a:lvl1pPr defTabSz="914400">
              <a:defRPr smtClean="0"/>
            </a:lvl1pPr>
          </a:lstStyle>
          <a:p>
            <a:pPr>
              <a:defRPr/>
            </a:pPr>
            <a:fld id="{CC901749-B3AA-4CF1-8517-5C9AAF68D0BA}" type="slidenum">
              <a:rPr lang="zh-CN" altLang="en-US"/>
              <a:pPr>
                <a:defRPr/>
              </a:pPr>
              <a:t>‹#›</a:t>
            </a:fld>
            <a:endParaRPr lang="zh-CN" altLang="en-US"/>
          </a:p>
        </p:txBody>
      </p:sp>
    </p:spTree>
    <p:extLst>
      <p:ext uri="{BB962C8B-B14F-4D97-AF65-F5344CB8AC3E}">
        <p14:creationId xmlns:p14="http://schemas.microsoft.com/office/powerpoint/2010/main" val="3593373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53"/>
            <a:ext cx="2057400" cy="5851525"/>
          </a:xfrm>
        </p:spPr>
        <p:txBody>
          <a:bodyPr vert="eaVert"/>
          <a:lstStyle>
            <a:lvl1pPr>
              <a:defRPr sz="3600"/>
            </a:lvl1pPr>
          </a:lstStyle>
          <a:p>
            <a:r>
              <a:rPr lang="zh-CN" altLang="en-US" dirty="0"/>
              <a:t>单击此处编辑母版标题样式</a:t>
            </a:r>
          </a:p>
        </p:txBody>
      </p:sp>
      <p:sp>
        <p:nvSpPr>
          <p:cNvPr id="3" name="竖排文字占位符 2"/>
          <p:cNvSpPr>
            <a:spLocks noGrp="1"/>
          </p:cNvSpPr>
          <p:nvPr>
            <p:ph type="body" orient="vert" idx="1"/>
          </p:nvPr>
        </p:nvSpPr>
        <p:spPr>
          <a:xfrm>
            <a:off x="457202" y="274653"/>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07EAFEE-2AED-4036-B26B-3E98E7F8E0E2}"/>
              </a:ext>
            </a:extLst>
          </p:cNvPr>
          <p:cNvSpPr>
            <a:spLocks noGrp="1"/>
          </p:cNvSpPr>
          <p:nvPr>
            <p:ph type="dt" sz="half" idx="10"/>
          </p:nvPr>
        </p:nvSpPr>
        <p:spPr/>
        <p:txBody>
          <a:bodyPr/>
          <a:lstStyle>
            <a:lvl1pPr defTabSz="914400">
              <a:defRPr/>
            </a:lvl1pPr>
          </a:lstStyle>
          <a:p>
            <a:pPr>
              <a:defRPr/>
            </a:pPr>
            <a:fld id="{D2C9375E-6690-4556-ACFD-6BDFB3EA1D3F}" type="datetime3">
              <a:rPr lang="zh-CN" altLang="en-US"/>
              <a:pPr>
                <a:defRPr/>
              </a:pPr>
              <a:t>2024年8月27日星期二</a:t>
            </a:fld>
            <a:endParaRPr lang="zh-CN" altLang="en-US"/>
          </a:p>
        </p:txBody>
      </p:sp>
      <p:sp>
        <p:nvSpPr>
          <p:cNvPr id="5" name="页脚占位符 4">
            <a:extLst>
              <a:ext uri="{FF2B5EF4-FFF2-40B4-BE49-F238E27FC236}">
                <a16:creationId xmlns:a16="http://schemas.microsoft.com/office/drawing/2014/main" id="{91C2A883-DF10-4966-B647-50E3C652979F}"/>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E6E39B4D-11DB-4679-AAD6-935072A522CA}"/>
              </a:ext>
            </a:extLst>
          </p:cNvPr>
          <p:cNvSpPr>
            <a:spLocks noGrp="1"/>
          </p:cNvSpPr>
          <p:nvPr>
            <p:ph type="sldNum" sz="quarter" idx="12"/>
          </p:nvPr>
        </p:nvSpPr>
        <p:spPr/>
        <p:txBody>
          <a:bodyPr/>
          <a:lstStyle>
            <a:lvl1pPr defTabSz="914400">
              <a:defRPr smtClean="0"/>
            </a:lvl1pPr>
          </a:lstStyle>
          <a:p>
            <a:pPr>
              <a:defRPr/>
            </a:pPr>
            <a:fld id="{3ABE0CA0-36AA-41A8-B719-90D21FD379D3}" type="slidenum">
              <a:rPr lang="zh-CN" altLang="en-US"/>
              <a:pPr>
                <a:defRPr/>
              </a:pPr>
              <a:t>‹#›</a:t>
            </a:fld>
            <a:endParaRPr lang="zh-CN" altLang="en-US"/>
          </a:p>
        </p:txBody>
      </p:sp>
    </p:spTree>
    <p:extLst>
      <p:ext uri="{BB962C8B-B14F-4D97-AF65-F5344CB8AC3E}">
        <p14:creationId xmlns:p14="http://schemas.microsoft.com/office/powerpoint/2010/main" val="1238492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924800" cy="1143000"/>
          </a:xfrm>
        </p:spPr>
        <p:txBody>
          <a:bodyPr/>
          <a:lstStyle/>
          <a:p>
            <a:r>
              <a:rPr lang="zh-CN" altLang="en-US"/>
              <a:t>单击此处编辑母版标题样式</a:t>
            </a:r>
          </a:p>
        </p:txBody>
      </p:sp>
      <p:sp>
        <p:nvSpPr>
          <p:cNvPr id="3" name="表格占位符 2"/>
          <p:cNvSpPr>
            <a:spLocks noGrp="1"/>
          </p:cNvSpPr>
          <p:nvPr>
            <p:ph type="tbl" idx="1"/>
          </p:nvPr>
        </p:nvSpPr>
        <p:spPr>
          <a:xfrm>
            <a:off x="744538" y="1943100"/>
            <a:ext cx="8013700" cy="4132263"/>
          </a:xfrm>
        </p:spPr>
        <p:txBody>
          <a:bodyPr rtlCol="0">
            <a:normAutofit/>
          </a:bodyPr>
          <a:lstStyle/>
          <a:p>
            <a:pPr lvl="0"/>
            <a:endParaRPr lang="zh-CN" altLang="en-US" noProof="0"/>
          </a:p>
        </p:txBody>
      </p:sp>
      <p:sp>
        <p:nvSpPr>
          <p:cNvPr id="4" name="Rectangle 10">
            <a:extLst>
              <a:ext uri="{FF2B5EF4-FFF2-40B4-BE49-F238E27FC236}">
                <a16:creationId xmlns:a16="http://schemas.microsoft.com/office/drawing/2014/main" id="{4AFE91BA-F00D-4AD4-B0BA-3DD924CF58E0}"/>
              </a:ext>
            </a:extLst>
          </p:cNvPr>
          <p:cNvSpPr>
            <a:spLocks noGrp="1" noChangeArrowheads="1"/>
          </p:cNvSpPr>
          <p:nvPr>
            <p:ph type="dt" sz="half" idx="10"/>
          </p:nvPr>
        </p:nvSpPr>
        <p:spPr/>
        <p:txBody>
          <a:bodyPr/>
          <a:lstStyle>
            <a:lvl1pPr defTabSz="914400">
              <a:defRPr/>
            </a:lvl1pPr>
          </a:lstStyle>
          <a:p>
            <a:pPr>
              <a:defRPr/>
            </a:pPr>
            <a:fld id="{1E2A2476-27F5-4020-B096-A51AF3BE902A}" type="datetime3">
              <a:rPr lang="zh-CN" altLang="en-US"/>
              <a:pPr>
                <a:defRPr/>
              </a:pPr>
              <a:t>2024年8月27日星期二</a:t>
            </a:fld>
            <a:endParaRPr lang="en-US" altLang="zh-CN"/>
          </a:p>
        </p:txBody>
      </p:sp>
      <p:sp>
        <p:nvSpPr>
          <p:cNvPr id="5" name="Rectangle 11">
            <a:extLst>
              <a:ext uri="{FF2B5EF4-FFF2-40B4-BE49-F238E27FC236}">
                <a16:creationId xmlns:a16="http://schemas.microsoft.com/office/drawing/2014/main" id="{A144ED91-250A-4121-A971-42F29F3CCA1A}"/>
              </a:ext>
            </a:extLst>
          </p:cNvPr>
          <p:cNvSpPr>
            <a:spLocks noGrp="1" noChangeArrowheads="1"/>
          </p:cNvSpPr>
          <p:nvPr>
            <p:ph type="ftr" sz="quarter" idx="11"/>
          </p:nvPr>
        </p:nvSpPr>
        <p:spPr/>
        <p:txBody>
          <a:bodyPr/>
          <a:lstStyle>
            <a:lvl1pPr defTabSz="914400">
              <a:defRPr/>
            </a:lvl1pPr>
          </a:lstStyle>
          <a:p>
            <a:pPr>
              <a:defRPr/>
            </a:pPr>
            <a:endParaRPr lang="en-US" altLang="zh-CN"/>
          </a:p>
        </p:txBody>
      </p:sp>
      <p:sp>
        <p:nvSpPr>
          <p:cNvPr id="6" name="Rectangle 12">
            <a:extLst>
              <a:ext uri="{FF2B5EF4-FFF2-40B4-BE49-F238E27FC236}">
                <a16:creationId xmlns:a16="http://schemas.microsoft.com/office/drawing/2014/main" id="{66F7EBAB-EC2E-4AD3-9972-DB20B0E0718C}"/>
              </a:ext>
            </a:extLst>
          </p:cNvPr>
          <p:cNvSpPr>
            <a:spLocks noGrp="1" noChangeArrowheads="1"/>
          </p:cNvSpPr>
          <p:nvPr>
            <p:ph type="sldNum" sz="quarter" idx="12"/>
          </p:nvPr>
        </p:nvSpPr>
        <p:spPr/>
        <p:txBody>
          <a:bodyPr/>
          <a:lstStyle>
            <a:lvl1pPr defTabSz="914400">
              <a:defRPr smtClean="0"/>
            </a:lvl1pPr>
          </a:lstStyle>
          <a:p>
            <a:pPr>
              <a:defRPr/>
            </a:pPr>
            <a:fld id="{7233D89C-9E50-400E-9713-24DCDF395A0D}" type="slidenum">
              <a:rPr lang="en-US" altLang="zh-CN"/>
              <a:pPr>
                <a:defRPr/>
              </a:pPr>
              <a:t>‹#›</a:t>
            </a:fld>
            <a:endParaRPr lang="en-US" altLang="zh-CN"/>
          </a:p>
        </p:txBody>
      </p:sp>
    </p:spTree>
    <p:extLst>
      <p:ext uri="{BB962C8B-B14F-4D97-AF65-F5344CB8AC3E}">
        <p14:creationId xmlns:p14="http://schemas.microsoft.com/office/powerpoint/2010/main" val="501936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47">
            <a:extLst>
              <a:ext uri="{FF2B5EF4-FFF2-40B4-BE49-F238E27FC236}">
                <a16:creationId xmlns:a16="http://schemas.microsoft.com/office/drawing/2014/main" id="{6A6CEE1C-B1E6-49A4-AC1B-9746BD606974}"/>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48">
            <a:extLst>
              <a:ext uri="{FF2B5EF4-FFF2-40B4-BE49-F238E27FC236}">
                <a16:creationId xmlns:a16="http://schemas.microsoft.com/office/drawing/2014/main" id="{04AD1090-538A-42E2-8FC2-8DCBA1DFD92F}"/>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 name="Rectangle 49">
            <a:extLst>
              <a:ext uri="{FF2B5EF4-FFF2-40B4-BE49-F238E27FC236}">
                <a16:creationId xmlns:a16="http://schemas.microsoft.com/office/drawing/2014/main" id="{E0EE0D81-301B-4484-91BA-B0B58E6F66B5}"/>
              </a:ext>
            </a:extLst>
          </p:cNvPr>
          <p:cNvSpPr>
            <a:spLocks noGrp="1" noChangeArrowheads="1"/>
          </p:cNvSpPr>
          <p:nvPr>
            <p:ph type="sldNum" sz="quarter" idx="12"/>
          </p:nvPr>
        </p:nvSpPr>
        <p:spPr/>
        <p:txBody>
          <a:bodyPr/>
          <a:lstStyle>
            <a:lvl1pPr>
              <a:defRPr smtClean="0"/>
            </a:lvl1pPr>
          </a:lstStyle>
          <a:p>
            <a:pPr>
              <a:defRPr/>
            </a:pPr>
            <a:fld id="{2E8A795D-5C57-46AB-9338-ADE1E384A567}" type="slidenum">
              <a:rPr lang="en-US" altLang="zh-CN"/>
              <a:pPr>
                <a:defRPr/>
              </a:pPr>
              <a:t>‹#›</a:t>
            </a:fld>
            <a:endParaRPr lang="en-US" altLang="zh-CN"/>
          </a:p>
        </p:txBody>
      </p:sp>
    </p:spTree>
    <p:extLst>
      <p:ext uri="{BB962C8B-B14F-4D97-AF65-F5344CB8AC3E}">
        <p14:creationId xmlns:p14="http://schemas.microsoft.com/office/powerpoint/2010/main" val="535324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158B3CC-6795-4F44-AB2B-EF39075C6D5E}"/>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E6B3E752-8151-48B2-8C0B-00E64A6707D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5B973A4-BE0F-4B75-8849-400ABD700CCE}"/>
              </a:ext>
            </a:extLst>
          </p:cNvPr>
          <p:cNvSpPr>
            <a:spLocks noGrp="1"/>
          </p:cNvSpPr>
          <p:nvPr>
            <p:ph type="sldNum" sz="quarter" idx="12"/>
          </p:nvPr>
        </p:nvSpPr>
        <p:spPr/>
        <p:txBody>
          <a:bodyPr/>
          <a:lstStyle>
            <a:lvl1pPr>
              <a:defRPr/>
            </a:lvl1pPr>
          </a:lstStyle>
          <a:p>
            <a:pPr>
              <a:defRPr/>
            </a:pPr>
            <a:fld id="{F57BE183-248B-4D9E-8942-24EA97F5B21D}" type="slidenum">
              <a:rPr lang="zh-CN" altLang="en-US"/>
              <a:pPr>
                <a:defRPr/>
              </a:pPr>
              <a:t>‹#›</a:t>
            </a:fld>
            <a:endParaRPr lang="zh-CN" altLang="en-US"/>
          </a:p>
        </p:txBody>
      </p:sp>
    </p:spTree>
    <p:extLst>
      <p:ext uri="{BB962C8B-B14F-4D97-AF65-F5344CB8AC3E}">
        <p14:creationId xmlns:p14="http://schemas.microsoft.com/office/powerpoint/2010/main" val="22300916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2AC035-2DB8-4CB7-BB2A-B0851A312F2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09AD3E43-E6DF-4C11-8258-B6A8B17612F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9AE69F1-9B60-42D2-9C03-FA85C8681E81}"/>
              </a:ext>
            </a:extLst>
          </p:cNvPr>
          <p:cNvSpPr>
            <a:spLocks noGrp="1"/>
          </p:cNvSpPr>
          <p:nvPr>
            <p:ph type="sldNum" sz="quarter" idx="12"/>
          </p:nvPr>
        </p:nvSpPr>
        <p:spPr/>
        <p:txBody>
          <a:bodyPr/>
          <a:lstStyle>
            <a:lvl1pPr>
              <a:defRPr/>
            </a:lvl1pPr>
          </a:lstStyle>
          <a:p>
            <a:pPr>
              <a:defRPr/>
            </a:pPr>
            <a:fld id="{50ECFE8E-F2CA-46AB-BA39-C7BD0A8C1E25}" type="slidenum">
              <a:rPr lang="zh-CN" altLang="en-US"/>
              <a:pPr>
                <a:defRPr/>
              </a:pPr>
              <a:t>‹#›</a:t>
            </a:fld>
            <a:endParaRPr lang="zh-CN" altLang="en-US"/>
          </a:p>
        </p:txBody>
      </p:sp>
    </p:spTree>
    <p:extLst>
      <p:ext uri="{BB962C8B-B14F-4D97-AF65-F5344CB8AC3E}">
        <p14:creationId xmlns:p14="http://schemas.microsoft.com/office/powerpoint/2010/main" val="3566134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77DCC0-2397-46C3-81CC-4C83BDE520B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85115C91-F4BE-46A0-8D29-9165C0C40C7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28ADCED-787C-41B1-9819-99349E5413AD}"/>
              </a:ext>
            </a:extLst>
          </p:cNvPr>
          <p:cNvSpPr>
            <a:spLocks noGrp="1"/>
          </p:cNvSpPr>
          <p:nvPr>
            <p:ph type="sldNum" sz="quarter" idx="12"/>
          </p:nvPr>
        </p:nvSpPr>
        <p:spPr/>
        <p:txBody>
          <a:bodyPr/>
          <a:lstStyle>
            <a:lvl1pPr>
              <a:defRPr/>
            </a:lvl1pPr>
          </a:lstStyle>
          <a:p>
            <a:pPr>
              <a:defRPr/>
            </a:pPr>
            <a:fld id="{AE36448D-9006-43B5-A3D0-A5356A070ECE}" type="slidenum">
              <a:rPr lang="zh-CN" altLang="en-US"/>
              <a:pPr>
                <a:defRPr/>
              </a:pPr>
              <a:t>‹#›</a:t>
            </a:fld>
            <a:endParaRPr lang="zh-CN" altLang="en-US"/>
          </a:p>
        </p:txBody>
      </p:sp>
    </p:spTree>
    <p:extLst>
      <p:ext uri="{BB962C8B-B14F-4D97-AF65-F5344CB8AC3E}">
        <p14:creationId xmlns:p14="http://schemas.microsoft.com/office/powerpoint/2010/main" val="16007498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CA7C9172-E754-46B3-9862-027CD6CBAF52}"/>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6CF5896A-7A40-4D87-A83C-172336D2204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74E7C822-A520-4673-86FC-4FF954DFE46C}"/>
              </a:ext>
            </a:extLst>
          </p:cNvPr>
          <p:cNvSpPr>
            <a:spLocks noGrp="1"/>
          </p:cNvSpPr>
          <p:nvPr>
            <p:ph type="sldNum" sz="quarter" idx="12"/>
          </p:nvPr>
        </p:nvSpPr>
        <p:spPr/>
        <p:txBody>
          <a:bodyPr/>
          <a:lstStyle>
            <a:lvl1pPr>
              <a:defRPr/>
            </a:lvl1pPr>
          </a:lstStyle>
          <a:p>
            <a:pPr>
              <a:defRPr/>
            </a:pPr>
            <a:fld id="{53BA27EC-D108-4FB0-82DA-68AC0A38782F}" type="slidenum">
              <a:rPr lang="zh-CN" altLang="en-US"/>
              <a:pPr>
                <a:defRPr/>
              </a:pPr>
              <a:t>‹#›</a:t>
            </a:fld>
            <a:endParaRPr lang="zh-CN" altLang="en-US"/>
          </a:p>
        </p:txBody>
      </p:sp>
    </p:spTree>
    <p:extLst>
      <p:ext uri="{BB962C8B-B14F-4D97-AF65-F5344CB8AC3E}">
        <p14:creationId xmlns:p14="http://schemas.microsoft.com/office/powerpoint/2010/main" val="1834231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76DAB10C-6B6B-41DC-87B8-E0EC684B48E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8" name="页脚占位符 4">
            <a:extLst>
              <a:ext uri="{FF2B5EF4-FFF2-40B4-BE49-F238E27FC236}">
                <a16:creationId xmlns:a16="http://schemas.microsoft.com/office/drawing/2014/main" id="{4ACDF288-E0D7-449D-BE80-342AAD48DEC5}"/>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209A8A68-13BC-4A82-96AD-3F8A86B59BF2}"/>
              </a:ext>
            </a:extLst>
          </p:cNvPr>
          <p:cNvSpPr>
            <a:spLocks noGrp="1"/>
          </p:cNvSpPr>
          <p:nvPr>
            <p:ph type="sldNum" sz="quarter" idx="12"/>
          </p:nvPr>
        </p:nvSpPr>
        <p:spPr/>
        <p:txBody>
          <a:bodyPr/>
          <a:lstStyle>
            <a:lvl1pPr>
              <a:defRPr/>
            </a:lvl1pPr>
          </a:lstStyle>
          <a:p>
            <a:pPr>
              <a:defRPr/>
            </a:pPr>
            <a:fld id="{10856861-FF12-48EA-A19C-676DD159F9D2}" type="slidenum">
              <a:rPr lang="zh-CN" altLang="en-US"/>
              <a:pPr>
                <a:defRPr/>
              </a:pPr>
              <a:t>‹#›</a:t>
            </a:fld>
            <a:endParaRPr lang="zh-CN" altLang="en-US"/>
          </a:p>
        </p:txBody>
      </p:sp>
    </p:spTree>
    <p:extLst>
      <p:ext uri="{BB962C8B-B14F-4D97-AF65-F5344CB8AC3E}">
        <p14:creationId xmlns:p14="http://schemas.microsoft.com/office/powerpoint/2010/main" val="376550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00389697-5FB3-496E-AA61-6C01BA5B1B60}"/>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4" name="页脚占位符 4">
            <a:extLst>
              <a:ext uri="{FF2B5EF4-FFF2-40B4-BE49-F238E27FC236}">
                <a16:creationId xmlns:a16="http://schemas.microsoft.com/office/drawing/2014/main" id="{0605EFCB-3CD5-4190-BB78-0F90DE36844D}"/>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D0437A9D-921D-4043-B26E-BAF99C6D6FD3}"/>
              </a:ext>
            </a:extLst>
          </p:cNvPr>
          <p:cNvSpPr>
            <a:spLocks noGrp="1"/>
          </p:cNvSpPr>
          <p:nvPr>
            <p:ph type="sldNum" sz="quarter" idx="12"/>
          </p:nvPr>
        </p:nvSpPr>
        <p:spPr/>
        <p:txBody>
          <a:bodyPr/>
          <a:lstStyle>
            <a:lvl1pPr>
              <a:defRPr/>
            </a:lvl1pPr>
          </a:lstStyle>
          <a:p>
            <a:pPr>
              <a:defRPr/>
            </a:pPr>
            <a:fld id="{844F80E0-400C-499B-A427-98DB4A7BA1C7}" type="slidenum">
              <a:rPr lang="zh-CN" altLang="en-US"/>
              <a:pPr>
                <a:defRPr/>
              </a:pPr>
              <a:t>‹#›</a:t>
            </a:fld>
            <a:endParaRPr lang="zh-CN" altLang="en-US"/>
          </a:p>
        </p:txBody>
      </p:sp>
    </p:spTree>
    <p:extLst>
      <p:ext uri="{BB962C8B-B14F-4D97-AF65-F5344CB8AC3E}">
        <p14:creationId xmlns:p14="http://schemas.microsoft.com/office/powerpoint/2010/main" val="8339473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85D7DCE3-2289-433C-BD8E-8FE5967736F3}"/>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3" name="页脚占位符 4">
            <a:extLst>
              <a:ext uri="{FF2B5EF4-FFF2-40B4-BE49-F238E27FC236}">
                <a16:creationId xmlns:a16="http://schemas.microsoft.com/office/drawing/2014/main" id="{199B300C-79F4-46F2-992F-200EDC7A71F7}"/>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C3F90469-0D83-4E9F-912E-7196E7EA13D1}"/>
              </a:ext>
            </a:extLst>
          </p:cNvPr>
          <p:cNvSpPr>
            <a:spLocks noGrp="1"/>
          </p:cNvSpPr>
          <p:nvPr>
            <p:ph type="sldNum" sz="quarter" idx="12"/>
          </p:nvPr>
        </p:nvSpPr>
        <p:spPr/>
        <p:txBody>
          <a:bodyPr/>
          <a:lstStyle>
            <a:lvl1pPr>
              <a:defRPr/>
            </a:lvl1pPr>
          </a:lstStyle>
          <a:p>
            <a:pPr>
              <a:defRPr/>
            </a:pPr>
            <a:fld id="{98A9AD10-3D4B-4D13-B801-58E3E5240C74}" type="slidenum">
              <a:rPr lang="zh-CN" altLang="en-US"/>
              <a:pPr>
                <a:defRPr/>
              </a:pPr>
              <a:t>‹#›</a:t>
            </a:fld>
            <a:endParaRPr lang="zh-CN" altLang="en-US"/>
          </a:p>
        </p:txBody>
      </p:sp>
    </p:spTree>
    <p:extLst>
      <p:ext uri="{BB962C8B-B14F-4D97-AF65-F5344CB8AC3E}">
        <p14:creationId xmlns:p14="http://schemas.microsoft.com/office/powerpoint/2010/main" val="41213573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5D111E9-B7E2-49A0-AE3F-E675B023EC17}"/>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4CA9B249-3677-4487-8A03-60E048D38C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133748C-044C-4671-A451-818B6526AAD2}"/>
              </a:ext>
            </a:extLst>
          </p:cNvPr>
          <p:cNvSpPr>
            <a:spLocks noGrp="1"/>
          </p:cNvSpPr>
          <p:nvPr>
            <p:ph type="sldNum" sz="quarter" idx="12"/>
          </p:nvPr>
        </p:nvSpPr>
        <p:spPr/>
        <p:txBody>
          <a:bodyPr/>
          <a:lstStyle>
            <a:lvl1pPr>
              <a:defRPr/>
            </a:lvl1pPr>
          </a:lstStyle>
          <a:p>
            <a:pPr>
              <a:defRPr/>
            </a:pPr>
            <a:fld id="{B6C3BF1C-49AD-465B-B394-F465E1932659}" type="slidenum">
              <a:rPr lang="zh-CN" altLang="en-US"/>
              <a:pPr>
                <a:defRPr/>
              </a:pPr>
              <a:t>‹#›</a:t>
            </a:fld>
            <a:endParaRPr lang="zh-CN" altLang="en-US"/>
          </a:p>
        </p:txBody>
      </p:sp>
    </p:spTree>
    <p:extLst>
      <p:ext uri="{BB962C8B-B14F-4D97-AF65-F5344CB8AC3E}">
        <p14:creationId xmlns:p14="http://schemas.microsoft.com/office/powerpoint/2010/main" val="4175781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5FF20DEE-CF98-4A87-94F5-F9D2693EC7B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87899822-5070-4369-AA3C-BEE42237BF2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EA37F12-F519-4F34-9C62-1D0BA1C4BC09}"/>
              </a:ext>
            </a:extLst>
          </p:cNvPr>
          <p:cNvSpPr>
            <a:spLocks noGrp="1"/>
          </p:cNvSpPr>
          <p:nvPr>
            <p:ph type="sldNum" sz="quarter" idx="12"/>
          </p:nvPr>
        </p:nvSpPr>
        <p:spPr/>
        <p:txBody>
          <a:bodyPr/>
          <a:lstStyle>
            <a:lvl1pPr>
              <a:defRPr/>
            </a:lvl1pPr>
          </a:lstStyle>
          <a:p>
            <a:pPr>
              <a:defRPr/>
            </a:pPr>
            <a:fld id="{4ACF7598-3DFE-45FD-A427-1CB8AA817E3D}" type="slidenum">
              <a:rPr lang="zh-CN" altLang="en-US"/>
              <a:pPr>
                <a:defRPr/>
              </a:pPr>
              <a:t>‹#›</a:t>
            </a:fld>
            <a:endParaRPr lang="zh-CN" altLang="en-US"/>
          </a:p>
        </p:txBody>
      </p:sp>
    </p:spTree>
    <p:extLst>
      <p:ext uri="{BB962C8B-B14F-4D97-AF65-F5344CB8AC3E}">
        <p14:creationId xmlns:p14="http://schemas.microsoft.com/office/powerpoint/2010/main" val="14274079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8E2355-638B-4FF3-94E1-962889102FE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B850D44C-D1E2-400D-B7FF-DBAF130A43F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3921039-F1A5-474F-8774-C13F5626C470}"/>
              </a:ext>
            </a:extLst>
          </p:cNvPr>
          <p:cNvSpPr>
            <a:spLocks noGrp="1"/>
          </p:cNvSpPr>
          <p:nvPr>
            <p:ph type="sldNum" sz="quarter" idx="12"/>
          </p:nvPr>
        </p:nvSpPr>
        <p:spPr/>
        <p:txBody>
          <a:bodyPr/>
          <a:lstStyle>
            <a:lvl1pPr>
              <a:defRPr/>
            </a:lvl1pPr>
          </a:lstStyle>
          <a:p>
            <a:pPr>
              <a:defRPr/>
            </a:pPr>
            <a:fld id="{D7B7429E-E955-441D-991C-C9295A2D7225}" type="slidenum">
              <a:rPr lang="zh-CN" altLang="en-US"/>
              <a:pPr>
                <a:defRPr/>
              </a:pPr>
              <a:t>‹#›</a:t>
            </a:fld>
            <a:endParaRPr lang="zh-CN" altLang="en-US"/>
          </a:p>
        </p:txBody>
      </p:sp>
    </p:spTree>
    <p:extLst>
      <p:ext uri="{BB962C8B-B14F-4D97-AF65-F5344CB8AC3E}">
        <p14:creationId xmlns:p14="http://schemas.microsoft.com/office/powerpoint/2010/main" val="2401092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2D3E4C-4F3F-435F-9CAA-3562E5166A99}"/>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B0A12F98-D6B9-4892-8E78-EECC2397476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FF1D329-21A2-4267-9563-79DC215A231C}"/>
              </a:ext>
            </a:extLst>
          </p:cNvPr>
          <p:cNvSpPr>
            <a:spLocks noGrp="1"/>
          </p:cNvSpPr>
          <p:nvPr>
            <p:ph type="sldNum" sz="quarter" idx="12"/>
          </p:nvPr>
        </p:nvSpPr>
        <p:spPr/>
        <p:txBody>
          <a:bodyPr/>
          <a:lstStyle>
            <a:lvl1pPr>
              <a:defRPr/>
            </a:lvl1pPr>
          </a:lstStyle>
          <a:p>
            <a:pPr>
              <a:defRPr/>
            </a:pPr>
            <a:fld id="{3FD70E83-0C45-46DD-B498-CD49EC40E2F2}" type="slidenum">
              <a:rPr lang="zh-CN" altLang="en-US"/>
              <a:pPr>
                <a:defRPr/>
              </a:pPr>
              <a:t>‹#›</a:t>
            </a:fld>
            <a:endParaRPr lang="zh-CN" altLang="en-US"/>
          </a:p>
        </p:txBody>
      </p:sp>
    </p:spTree>
    <p:extLst>
      <p:ext uri="{BB962C8B-B14F-4D97-AF65-F5344CB8AC3E}">
        <p14:creationId xmlns:p14="http://schemas.microsoft.com/office/powerpoint/2010/main" val="7776209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BDE278F-03BE-4D8C-9D85-5D41242C6FD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36487FF3-C6F4-458D-9601-147C00ABA72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009E32A5-6DE6-42AB-85DC-44220855887B}"/>
              </a:ext>
            </a:extLst>
          </p:cNvPr>
          <p:cNvSpPr>
            <a:spLocks noGrp="1"/>
          </p:cNvSpPr>
          <p:nvPr>
            <p:ph type="sldNum" sz="quarter" idx="12"/>
          </p:nvPr>
        </p:nvSpPr>
        <p:spPr/>
        <p:txBody>
          <a:bodyPr/>
          <a:lstStyle>
            <a:lvl1pPr>
              <a:defRPr/>
            </a:lvl1pPr>
          </a:lstStyle>
          <a:p>
            <a:pPr>
              <a:defRPr/>
            </a:pPr>
            <a:fld id="{26A132D5-C2AE-468B-B1E4-0B2C01F61FE9}" type="slidenum">
              <a:rPr lang="zh-CN" altLang="en-US"/>
              <a:pPr>
                <a:defRPr/>
              </a:pPr>
              <a:t>‹#›</a:t>
            </a:fld>
            <a:endParaRPr lang="zh-CN" altLang="en-US"/>
          </a:p>
        </p:txBody>
      </p:sp>
    </p:spTree>
    <p:extLst>
      <p:ext uri="{BB962C8B-B14F-4D97-AF65-F5344CB8AC3E}">
        <p14:creationId xmlns:p14="http://schemas.microsoft.com/office/powerpoint/2010/main" val="17425305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66D8E8-7188-465F-98B5-7DC202401696}"/>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08110A72-8C69-47F1-A644-59242129545E}"/>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1CAF5CA-ECAF-4904-ABEE-6BE6863FBA7B}"/>
              </a:ext>
            </a:extLst>
          </p:cNvPr>
          <p:cNvSpPr>
            <a:spLocks noGrp="1"/>
          </p:cNvSpPr>
          <p:nvPr>
            <p:ph type="sldNum" sz="quarter" idx="12"/>
          </p:nvPr>
        </p:nvSpPr>
        <p:spPr/>
        <p:txBody>
          <a:bodyPr/>
          <a:lstStyle>
            <a:lvl1pPr>
              <a:defRPr/>
            </a:lvl1pPr>
          </a:lstStyle>
          <a:p>
            <a:pPr>
              <a:defRPr/>
            </a:pPr>
            <a:fld id="{9CDD9E8D-F988-4B62-8448-EB7931818387}" type="slidenum">
              <a:rPr lang="zh-CN" altLang="en-US"/>
              <a:pPr>
                <a:defRPr/>
              </a:pPr>
              <a:t>‹#›</a:t>
            </a:fld>
            <a:endParaRPr lang="zh-CN" altLang="en-US"/>
          </a:p>
        </p:txBody>
      </p:sp>
    </p:spTree>
    <p:extLst>
      <p:ext uri="{BB962C8B-B14F-4D97-AF65-F5344CB8AC3E}">
        <p14:creationId xmlns:p14="http://schemas.microsoft.com/office/powerpoint/2010/main" val="3973997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2B15ADC-3184-4730-893D-EEA9C209D3C4}"/>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0BAFE647-3285-45AF-882A-2840F7F9198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B9878C9-36E3-4003-8229-50D5DD9AF594}"/>
              </a:ext>
            </a:extLst>
          </p:cNvPr>
          <p:cNvSpPr>
            <a:spLocks noGrp="1"/>
          </p:cNvSpPr>
          <p:nvPr>
            <p:ph type="sldNum" sz="quarter" idx="12"/>
          </p:nvPr>
        </p:nvSpPr>
        <p:spPr/>
        <p:txBody>
          <a:bodyPr/>
          <a:lstStyle>
            <a:lvl1pPr>
              <a:defRPr/>
            </a:lvl1pPr>
          </a:lstStyle>
          <a:p>
            <a:pPr>
              <a:defRPr/>
            </a:pPr>
            <a:fld id="{66115898-3A35-473F-9976-A28C4DA5048E}" type="slidenum">
              <a:rPr lang="zh-CN" altLang="en-US"/>
              <a:pPr>
                <a:defRPr/>
              </a:pPr>
              <a:t>‹#›</a:t>
            </a:fld>
            <a:endParaRPr lang="zh-CN" altLang="en-US"/>
          </a:p>
        </p:txBody>
      </p:sp>
    </p:spTree>
    <p:extLst>
      <p:ext uri="{BB962C8B-B14F-4D97-AF65-F5344CB8AC3E}">
        <p14:creationId xmlns:p14="http://schemas.microsoft.com/office/powerpoint/2010/main" val="27655722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FB1ACDF3-216C-498F-B8F8-6E4FAB99334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D06C142E-A280-4DB3-9C09-A10AC29B746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F3B19F1-5045-470A-8BFA-3E0C1EB498A4}"/>
              </a:ext>
            </a:extLst>
          </p:cNvPr>
          <p:cNvSpPr>
            <a:spLocks noGrp="1"/>
          </p:cNvSpPr>
          <p:nvPr>
            <p:ph type="sldNum" sz="quarter" idx="12"/>
          </p:nvPr>
        </p:nvSpPr>
        <p:spPr/>
        <p:txBody>
          <a:bodyPr/>
          <a:lstStyle>
            <a:lvl1pPr>
              <a:defRPr/>
            </a:lvl1pPr>
          </a:lstStyle>
          <a:p>
            <a:pPr>
              <a:defRPr/>
            </a:pPr>
            <a:fld id="{304CE68C-4CB1-4902-8189-16DC8FCA6ED2}" type="slidenum">
              <a:rPr lang="zh-CN" altLang="en-US"/>
              <a:pPr>
                <a:defRPr/>
              </a:pPr>
              <a:t>‹#›</a:t>
            </a:fld>
            <a:endParaRPr lang="zh-CN" altLang="en-US"/>
          </a:p>
        </p:txBody>
      </p:sp>
    </p:spTree>
    <p:extLst>
      <p:ext uri="{BB962C8B-B14F-4D97-AF65-F5344CB8AC3E}">
        <p14:creationId xmlns:p14="http://schemas.microsoft.com/office/powerpoint/2010/main" val="36070310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82BA98D4-892C-4B76-8F5D-DF0ED95A8258}"/>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8" name="页脚占位符 4">
            <a:extLst>
              <a:ext uri="{FF2B5EF4-FFF2-40B4-BE49-F238E27FC236}">
                <a16:creationId xmlns:a16="http://schemas.microsoft.com/office/drawing/2014/main" id="{AEEE9D08-55C3-471D-9BD2-F7F52885531F}"/>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63C928D7-CAA7-40D1-815B-E31C62DCE36F}"/>
              </a:ext>
            </a:extLst>
          </p:cNvPr>
          <p:cNvSpPr>
            <a:spLocks noGrp="1"/>
          </p:cNvSpPr>
          <p:nvPr>
            <p:ph type="sldNum" sz="quarter" idx="12"/>
          </p:nvPr>
        </p:nvSpPr>
        <p:spPr/>
        <p:txBody>
          <a:bodyPr/>
          <a:lstStyle>
            <a:lvl1pPr>
              <a:defRPr/>
            </a:lvl1pPr>
          </a:lstStyle>
          <a:p>
            <a:pPr>
              <a:defRPr/>
            </a:pPr>
            <a:fld id="{9DBCCEF3-0AFE-46E2-AB7C-5F4E51D265FB}" type="slidenum">
              <a:rPr lang="zh-CN" altLang="en-US"/>
              <a:pPr>
                <a:defRPr/>
              </a:pPr>
              <a:t>‹#›</a:t>
            </a:fld>
            <a:endParaRPr lang="zh-CN" altLang="en-US"/>
          </a:p>
        </p:txBody>
      </p:sp>
    </p:spTree>
    <p:extLst>
      <p:ext uri="{BB962C8B-B14F-4D97-AF65-F5344CB8AC3E}">
        <p14:creationId xmlns:p14="http://schemas.microsoft.com/office/powerpoint/2010/main" val="39221059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E6E57879-B456-4042-AB68-88F24B2E8FC6}"/>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4" name="页脚占位符 4">
            <a:extLst>
              <a:ext uri="{FF2B5EF4-FFF2-40B4-BE49-F238E27FC236}">
                <a16:creationId xmlns:a16="http://schemas.microsoft.com/office/drawing/2014/main" id="{6330E91E-5B48-4F52-BDC6-71262DE83C33}"/>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00C72200-3A16-4807-B56B-32B464BB1B88}"/>
              </a:ext>
            </a:extLst>
          </p:cNvPr>
          <p:cNvSpPr>
            <a:spLocks noGrp="1"/>
          </p:cNvSpPr>
          <p:nvPr>
            <p:ph type="sldNum" sz="quarter" idx="12"/>
          </p:nvPr>
        </p:nvSpPr>
        <p:spPr/>
        <p:txBody>
          <a:bodyPr/>
          <a:lstStyle>
            <a:lvl1pPr>
              <a:defRPr/>
            </a:lvl1pPr>
          </a:lstStyle>
          <a:p>
            <a:pPr>
              <a:defRPr/>
            </a:pPr>
            <a:fld id="{0BE448F3-4B52-483B-8C5D-0B7E860C5A86}" type="slidenum">
              <a:rPr lang="zh-CN" altLang="en-US"/>
              <a:pPr>
                <a:defRPr/>
              </a:pPr>
              <a:t>‹#›</a:t>
            </a:fld>
            <a:endParaRPr lang="zh-CN" altLang="en-US"/>
          </a:p>
        </p:txBody>
      </p:sp>
    </p:spTree>
    <p:extLst>
      <p:ext uri="{BB962C8B-B14F-4D97-AF65-F5344CB8AC3E}">
        <p14:creationId xmlns:p14="http://schemas.microsoft.com/office/powerpoint/2010/main" val="18911595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0B1BBC0-ED9E-4564-A4D3-5BD425A8EF4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3" name="页脚占位符 4">
            <a:extLst>
              <a:ext uri="{FF2B5EF4-FFF2-40B4-BE49-F238E27FC236}">
                <a16:creationId xmlns:a16="http://schemas.microsoft.com/office/drawing/2014/main" id="{C71891AB-3972-45E4-A97B-EF961F3D4EFC}"/>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E8C58131-0FF9-4816-93B7-EF588F64F29F}"/>
              </a:ext>
            </a:extLst>
          </p:cNvPr>
          <p:cNvSpPr>
            <a:spLocks noGrp="1"/>
          </p:cNvSpPr>
          <p:nvPr>
            <p:ph type="sldNum" sz="quarter" idx="12"/>
          </p:nvPr>
        </p:nvSpPr>
        <p:spPr/>
        <p:txBody>
          <a:bodyPr/>
          <a:lstStyle>
            <a:lvl1pPr>
              <a:defRPr/>
            </a:lvl1pPr>
          </a:lstStyle>
          <a:p>
            <a:pPr>
              <a:defRPr/>
            </a:pPr>
            <a:fld id="{D78E5027-E3A6-444E-86B4-D5FF5718D52D}" type="slidenum">
              <a:rPr lang="zh-CN" altLang="en-US"/>
              <a:pPr>
                <a:defRPr/>
              </a:pPr>
              <a:t>‹#›</a:t>
            </a:fld>
            <a:endParaRPr lang="zh-CN" altLang="en-US"/>
          </a:p>
        </p:txBody>
      </p:sp>
    </p:spTree>
    <p:extLst>
      <p:ext uri="{BB962C8B-B14F-4D97-AF65-F5344CB8AC3E}">
        <p14:creationId xmlns:p14="http://schemas.microsoft.com/office/powerpoint/2010/main" val="3864494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D00D7530-F098-4066-A62F-B3A755662673}"/>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A6479886-B568-4B9A-ABE6-B87E870306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F8A0DE3-7EAA-45D7-92A3-3AF97DF375CC}"/>
              </a:ext>
            </a:extLst>
          </p:cNvPr>
          <p:cNvSpPr>
            <a:spLocks noGrp="1"/>
          </p:cNvSpPr>
          <p:nvPr>
            <p:ph type="sldNum" sz="quarter" idx="12"/>
          </p:nvPr>
        </p:nvSpPr>
        <p:spPr/>
        <p:txBody>
          <a:bodyPr/>
          <a:lstStyle>
            <a:lvl1pPr>
              <a:defRPr/>
            </a:lvl1pPr>
          </a:lstStyle>
          <a:p>
            <a:pPr>
              <a:defRPr/>
            </a:pPr>
            <a:fld id="{559946A7-9CB0-4FC9-BF96-450377A79923}" type="slidenum">
              <a:rPr lang="zh-CN" altLang="en-US"/>
              <a:pPr>
                <a:defRPr/>
              </a:pPr>
              <a:t>‹#›</a:t>
            </a:fld>
            <a:endParaRPr lang="zh-CN" altLang="en-US"/>
          </a:p>
        </p:txBody>
      </p:sp>
    </p:spTree>
    <p:extLst>
      <p:ext uri="{BB962C8B-B14F-4D97-AF65-F5344CB8AC3E}">
        <p14:creationId xmlns:p14="http://schemas.microsoft.com/office/powerpoint/2010/main" val="31167881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9D032F32-0BE6-4AB3-ACD2-144B28DB6EB8}"/>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DD35E2EF-B16B-4C86-973E-10B1F1FBE0E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CF855144-64AB-4D9B-A01B-A9BFDCCA0A67}"/>
              </a:ext>
            </a:extLst>
          </p:cNvPr>
          <p:cNvSpPr>
            <a:spLocks noGrp="1"/>
          </p:cNvSpPr>
          <p:nvPr>
            <p:ph type="sldNum" sz="quarter" idx="12"/>
          </p:nvPr>
        </p:nvSpPr>
        <p:spPr/>
        <p:txBody>
          <a:bodyPr/>
          <a:lstStyle>
            <a:lvl1pPr>
              <a:defRPr/>
            </a:lvl1pPr>
          </a:lstStyle>
          <a:p>
            <a:pPr>
              <a:defRPr/>
            </a:pPr>
            <a:fld id="{4F8D564F-0369-4BAC-8435-22D292AEDE58}" type="slidenum">
              <a:rPr lang="zh-CN" altLang="en-US"/>
              <a:pPr>
                <a:defRPr/>
              </a:pPr>
              <a:t>‹#›</a:t>
            </a:fld>
            <a:endParaRPr lang="zh-CN" altLang="en-US"/>
          </a:p>
        </p:txBody>
      </p:sp>
    </p:spTree>
    <p:extLst>
      <p:ext uri="{BB962C8B-B14F-4D97-AF65-F5344CB8AC3E}">
        <p14:creationId xmlns:p14="http://schemas.microsoft.com/office/powerpoint/2010/main" val="26384452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CAC827-B3E6-4371-8156-0D37982E6D62}"/>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1CF80222-F63E-48FF-AC3A-ACD693F42EB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003096C-9215-4B25-8ACB-3AD73834CCA7}"/>
              </a:ext>
            </a:extLst>
          </p:cNvPr>
          <p:cNvSpPr>
            <a:spLocks noGrp="1"/>
          </p:cNvSpPr>
          <p:nvPr>
            <p:ph type="sldNum" sz="quarter" idx="12"/>
          </p:nvPr>
        </p:nvSpPr>
        <p:spPr/>
        <p:txBody>
          <a:bodyPr/>
          <a:lstStyle>
            <a:lvl1pPr>
              <a:defRPr/>
            </a:lvl1pPr>
          </a:lstStyle>
          <a:p>
            <a:pPr>
              <a:defRPr/>
            </a:pPr>
            <a:fld id="{94B21B8E-9565-42FC-8610-4FE100101868}" type="slidenum">
              <a:rPr lang="zh-CN" altLang="en-US"/>
              <a:pPr>
                <a:defRPr/>
              </a:pPr>
              <a:t>‹#›</a:t>
            </a:fld>
            <a:endParaRPr lang="zh-CN" altLang="en-US"/>
          </a:p>
        </p:txBody>
      </p:sp>
    </p:spTree>
    <p:extLst>
      <p:ext uri="{BB962C8B-B14F-4D97-AF65-F5344CB8AC3E}">
        <p14:creationId xmlns:p14="http://schemas.microsoft.com/office/powerpoint/2010/main" val="12292867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62CB637-797A-4E67-A8EE-E8B2629D718F}"/>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58F11FDC-FED6-4C8F-85AE-1AA82EB790A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CB3265A-93FB-49B3-B392-6F76A17EEAD2}"/>
              </a:ext>
            </a:extLst>
          </p:cNvPr>
          <p:cNvSpPr>
            <a:spLocks noGrp="1"/>
          </p:cNvSpPr>
          <p:nvPr>
            <p:ph type="sldNum" sz="quarter" idx="12"/>
          </p:nvPr>
        </p:nvSpPr>
        <p:spPr/>
        <p:txBody>
          <a:bodyPr/>
          <a:lstStyle>
            <a:lvl1pPr>
              <a:defRPr/>
            </a:lvl1pPr>
          </a:lstStyle>
          <a:p>
            <a:pPr>
              <a:defRPr/>
            </a:pPr>
            <a:fld id="{2CD5DF0E-4B27-4C19-B9A0-01CBAF73C4C4}" type="slidenum">
              <a:rPr lang="zh-CN" altLang="en-US"/>
              <a:pPr>
                <a:defRPr/>
              </a:pPr>
              <a:t>‹#›</a:t>
            </a:fld>
            <a:endParaRPr lang="zh-CN" altLang="en-US"/>
          </a:p>
        </p:txBody>
      </p:sp>
    </p:spTree>
    <p:extLst>
      <p:ext uri="{BB962C8B-B14F-4D97-AF65-F5344CB8AC3E}">
        <p14:creationId xmlns:p14="http://schemas.microsoft.com/office/powerpoint/2010/main" val="37139518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5699E5CB-995B-4D77-891F-212E447DA9C3}"/>
              </a:ext>
            </a:extLst>
          </p:cNvPr>
          <p:cNvSpPr>
            <a:spLocks noGrp="1"/>
          </p:cNvSpPr>
          <p:nvPr>
            <p:ph type="dt" sz="half" idx="10"/>
          </p:nvPr>
        </p:nvSpPr>
        <p:spPr/>
        <p:txBody>
          <a:bodyPr/>
          <a:lstStyle>
            <a:lvl1pPr>
              <a:defRPr/>
            </a:lvl1pPr>
          </a:lstStyle>
          <a:p>
            <a:pPr>
              <a:defRPr/>
            </a:pPr>
            <a:fld id="{1977BACB-2D23-4B73-AF87-3642E0E97D6D}" type="datetimeFigureOut">
              <a:rPr lang="en-US"/>
              <a:pPr>
                <a:defRPr/>
              </a:pPr>
              <a:t>8/27/2024</a:t>
            </a:fld>
            <a:endParaRPr lang="en-US"/>
          </a:p>
        </p:txBody>
      </p:sp>
      <p:sp>
        <p:nvSpPr>
          <p:cNvPr id="5" name="Footer Placeholder 4">
            <a:extLst>
              <a:ext uri="{FF2B5EF4-FFF2-40B4-BE49-F238E27FC236}">
                <a16:creationId xmlns:a16="http://schemas.microsoft.com/office/drawing/2014/main" id="{ABC9EADA-9033-4B0F-8A2F-6B9740789E6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DCA340-B27F-4D13-8D31-07B36190590C}"/>
              </a:ext>
            </a:extLst>
          </p:cNvPr>
          <p:cNvSpPr>
            <a:spLocks noGrp="1"/>
          </p:cNvSpPr>
          <p:nvPr>
            <p:ph type="sldNum" sz="quarter" idx="12"/>
          </p:nvPr>
        </p:nvSpPr>
        <p:spPr/>
        <p:txBody>
          <a:bodyPr/>
          <a:lstStyle>
            <a:lvl1pPr>
              <a:defRPr smtClean="0"/>
            </a:lvl1pPr>
          </a:lstStyle>
          <a:p>
            <a:pPr>
              <a:defRPr/>
            </a:pPr>
            <a:fld id="{27322659-8111-4AAB-B1F5-FF14D496601D}" type="slidenum">
              <a:rPr lang="en-US" altLang="zh-CN"/>
              <a:pPr>
                <a:defRPr/>
              </a:pPr>
              <a:t>‹#›</a:t>
            </a:fld>
            <a:endParaRPr lang="en-US" altLang="zh-CN"/>
          </a:p>
        </p:txBody>
      </p:sp>
    </p:spTree>
    <p:extLst>
      <p:ext uri="{BB962C8B-B14F-4D97-AF65-F5344CB8AC3E}">
        <p14:creationId xmlns:p14="http://schemas.microsoft.com/office/powerpoint/2010/main" val="5556082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B02D746C-EC3A-4A11-B191-DF23299C8DD8}"/>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624DBFFE-F4A3-49A0-980E-4B4273E86AB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5324EF4-FC77-4C8A-A372-998E09C1AE66}"/>
              </a:ext>
            </a:extLst>
          </p:cNvPr>
          <p:cNvSpPr>
            <a:spLocks noGrp="1"/>
          </p:cNvSpPr>
          <p:nvPr>
            <p:ph type="sldNum" sz="quarter" idx="12"/>
          </p:nvPr>
        </p:nvSpPr>
        <p:spPr/>
        <p:txBody>
          <a:bodyPr/>
          <a:lstStyle>
            <a:lvl1pPr>
              <a:defRPr smtClean="0"/>
            </a:lvl1pPr>
          </a:lstStyle>
          <a:p>
            <a:pPr>
              <a:defRPr/>
            </a:pPr>
            <a:fld id="{72962A2B-38DE-4A0F-928B-4B8CC60D56E3}" type="slidenum">
              <a:rPr lang="en-US" altLang="zh-CN"/>
              <a:pPr>
                <a:defRPr/>
              </a:pPr>
              <a:t>‹#›</a:t>
            </a:fld>
            <a:endParaRPr lang="en-US" altLang="zh-CN"/>
          </a:p>
        </p:txBody>
      </p:sp>
    </p:spTree>
    <p:extLst>
      <p:ext uri="{BB962C8B-B14F-4D97-AF65-F5344CB8AC3E}">
        <p14:creationId xmlns:p14="http://schemas.microsoft.com/office/powerpoint/2010/main" val="1263487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52634"/>
            <a:ext cx="7886700" cy="1500187"/>
          </a:xfrm>
        </p:spPr>
        <p:txBody>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9EEB28FA-0C40-4D8B-B6A5-01C45B83C154}"/>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7CD05B9B-346F-4EE8-9E9D-0EEBEB7CBE6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87339AA-499E-421B-9AF3-08653456ADED}"/>
              </a:ext>
            </a:extLst>
          </p:cNvPr>
          <p:cNvSpPr>
            <a:spLocks noGrp="1"/>
          </p:cNvSpPr>
          <p:nvPr>
            <p:ph type="sldNum" sz="quarter" idx="12"/>
          </p:nvPr>
        </p:nvSpPr>
        <p:spPr/>
        <p:txBody>
          <a:bodyPr/>
          <a:lstStyle>
            <a:lvl1pPr>
              <a:defRPr smtClean="0"/>
            </a:lvl1pPr>
          </a:lstStyle>
          <a:p>
            <a:pPr>
              <a:defRPr/>
            </a:pPr>
            <a:fld id="{B9DA0385-217C-427B-A260-208E556E7765}" type="slidenum">
              <a:rPr lang="en-US" altLang="zh-CN"/>
              <a:pPr>
                <a:defRPr/>
              </a:pPr>
              <a:t>‹#›</a:t>
            </a:fld>
            <a:endParaRPr lang="en-US" altLang="zh-CN"/>
          </a:p>
        </p:txBody>
      </p:sp>
    </p:spTree>
    <p:extLst>
      <p:ext uri="{BB962C8B-B14F-4D97-AF65-F5344CB8AC3E}">
        <p14:creationId xmlns:p14="http://schemas.microsoft.com/office/powerpoint/2010/main" val="27423443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a:extLst>
              <a:ext uri="{FF2B5EF4-FFF2-40B4-BE49-F238E27FC236}">
                <a16:creationId xmlns:a16="http://schemas.microsoft.com/office/drawing/2014/main" id="{0502A75A-5183-4CD7-B473-CB1B5F042FBF}"/>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13E39325-2020-4B68-9903-E81D9FA6694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5C928518-271C-48E1-8054-EFD63D3CAE78}"/>
              </a:ext>
            </a:extLst>
          </p:cNvPr>
          <p:cNvSpPr>
            <a:spLocks noGrp="1"/>
          </p:cNvSpPr>
          <p:nvPr>
            <p:ph type="sldNum" sz="quarter" idx="12"/>
          </p:nvPr>
        </p:nvSpPr>
        <p:spPr/>
        <p:txBody>
          <a:bodyPr/>
          <a:lstStyle>
            <a:lvl1pPr>
              <a:defRPr smtClean="0"/>
            </a:lvl1pPr>
          </a:lstStyle>
          <a:p>
            <a:pPr>
              <a:defRPr/>
            </a:pPr>
            <a:fld id="{4F0E2534-3CC9-4FA6-B58C-CCC38E170BBB}" type="slidenum">
              <a:rPr lang="en-US" altLang="zh-CN"/>
              <a:pPr>
                <a:defRPr/>
              </a:pPr>
              <a:t>‹#›</a:t>
            </a:fld>
            <a:endParaRPr lang="en-US" altLang="zh-CN"/>
          </a:p>
        </p:txBody>
      </p:sp>
    </p:spTree>
    <p:extLst>
      <p:ext uri="{BB962C8B-B14F-4D97-AF65-F5344CB8AC3E}">
        <p14:creationId xmlns:p14="http://schemas.microsoft.com/office/powerpoint/2010/main" val="27723043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
        <p:nvSpPr>
          <p:cNvPr id="7" name="Date Placeholder 6">
            <a:extLst>
              <a:ext uri="{FF2B5EF4-FFF2-40B4-BE49-F238E27FC236}">
                <a16:creationId xmlns:a16="http://schemas.microsoft.com/office/drawing/2014/main" id="{65CE221F-09A0-4A0A-960A-F02096F257C6}"/>
              </a:ext>
            </a:extLst>
          </p:cNvPr>
          <p:cNvSpPr>
            <a:spLocks noGrp="1"/>
          </p:cNvSpPr>
          <p:nvPr>
            <p:ph type="dt" sz="half" idx="10"/>
          </p:nvPr>
        </p:nvSpPr>
        <p:spPr/>
        <p:txBody>
          <a:bodyPr/>
          <a:lstStyle>
            <a:lvl1pPr>
              <a:defRPr/>
            </a:lvl1pPr>
          </a:lstStyle>
          <a:p>
            <a:pPr>
              <a:defRPr/>
            </a:pPr>
            <a:endParaRPr lang="en-US" altLang="zh-CN"/>
          </a:p>
        </p:txBody>
      </p:sp>
      <p:sp>
        <p:nvSpPr>
          <p:cNvPr id="8" name="Footer Placeholder 7">
            <a:extLst>
              <a:ext uri="{FF2B5EF4-FFF2-40B4-BE49-F238E27FC236}">
                <a16:creationId xmlns:a16="http://schemas.microsoft.com/office/drawing/2014/main" id="{A75F6C4F-F484-4887-8B47-6410A014DE9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6ADBA3BE-A306-4801-9498-4A0FC089AED9}"/>
              </a:ext>
            </a:extLst>
          </p:cNvPr>
          <p:cNvSpPr>
            <a:spLocks noGrp="1"/>
          </p:cNvSpPr>
          <p:nvPr>
            <p:ph type="sldNum" sz="quarter" idx="12"/>
          </p:nvPr>
        </p:nvSpPr>
        <p:spPr/>
        <p:txBody>
          <a:bodyPr/>
          <a:lstStyle>
            <a:lvl1pPr>
              <a:defRPr smtClean="0"/>
            </a:lvl1pPr>
          </a:lstStyle>
          <a:p>
            <a:pPr>
              <a:defRPr/>
            </a:pPr>
            <a:fld id="{BC00BC91-16DF-45F1-805D-0FDA0E902C7E}" type="slidenum">
              <a:rPr lang="en-US" altLang="zh-CN"/>
              <a:pPr>
                <a:defRPr/>
              </a:pPr>
              <a:t>‹#›</a:t>
            </a:fld>
            <a:endParaRPr lang="en-US" altLang="zh-CN"/>
          </a:p>
        </p:txBody>
      </p:sp>
    </p:spTree>
    <p:extLst>
      <p:ext uri="{BB962C8B-B14F-4D97-AF65-F5344CB8AC3E}">
        <p14:creationId xmlns:p14="http://schemas.microsoft.com/office/powerpoint/2010/main" val="41639571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a:p>
        </p:txBody>
      </p:sp>
      <p:sp>
        <p:nvSpPr>
          <p:cNvPr id="3" name="Date Placeholder 2">
            <a:extLst>
              <a:ext uri="{FF2B5EF4-FFF2-40B4-BE49-F238E27FC236}">
                <a16:creationId xmlns:a16="http://schemas.microsoft.com/office/drawing/2014/main" id="{B8D8D5D6-8048-4E15-B676-2E8515CAA070}"/>
              </a:ext>
            </a:extLst>
          </p:cNvPr>
          <p:cNvSpPr>
            <a:spLocks noGrp="1"/>
          </p:cNvSpPr>
          <p:nvPr>
            <p:ph type="dt" sz="half" idx="10"/>
          </p:nvPr>
        </p:nvSpPr>
        <p:spPr/>
        <p:txBody>
          <a:bodyPr/>
          <a:lstStyle>
            <a:lvl1pPr>
              <a:defRPr/>
            </a:lvl1pPr>
          </a:lstStyle>
          <a:p>
            <a:pPr>
              <a:defRPr/>
            </a:pPr>
            <a:endParaRPr lang="en-US" altLang="zh-CN"/>
          </a:p>
        </p:txBody>
      </p:sp>
      <p:sp>
        <p:nvSpPr>
          <p:cNvPr id="4" name="Footer Placeholder 3">
            <a:extLst>
              <a:ext uri="{FF2B5EF4-FFF2-40B4-BE49-F238E27FC236}">
                <a16:creationId xmlns:a16="http://schemas.microsoft.com/office/drawing/2014/main" id="{5D811439-C18F-4A42-AE40-3CE20AF44F3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83900575-C2AA-420D-AEE0-4F101EFB7037}"/>
              </a:ext>
            </a:extLst>
          </p:cNvPr>
          <p:cNvSpPr>
            <a:spLocks noGrp="1"/>
          </p:cNvSpPr>
          <p:nvPr>
            <p:ph type="sldNum" sz="quarter" idx="12"/>
          </p:nvPr>
        </p:nvSpPr>
        <p:spPr/>
        <p:txBody>
          <a:bodyPr/>
          <a:lstStyle>
            <a:lvl1pPr>
              <a:defRPr smtClean="0"/>
            </a:lvl1pPr>
          </a:lstStyle>
          <a:p>
            <a:pPr>
              <a:defRPr/>
            </a:pPr>
            <a:fld id="{37C4C301-68E4-4B47-AE96-A2BDB53892B5}" type="slidenum">
              <a:rPr lang="en-US" altLang="zh-CN"/>
              <a:pPr>
                <a:defRPr/>
              </a:pPr>
              <a:t>‹#›</a:t>
            </a:fld>
            <a:endParaRPr lang="en-US" altLang="zh-CN"/>
          </a:p>
        </p:txBody>
      </p:sp>
    </p:spTree>
    <p:extLst>
      <p:ext uri="{BB962C8B-B14F-4D97-AF65-F5344CB8AC3E}">
        <p14:creationId xmlns:p14="http://schemas.microsoft.com/office/powerpoint/2010/main" val="1660819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C932AC-AD48-4B89-80D4-4E7BF13C33C5}"/>
              </a:ext>
            </a:extLst>
          </p:cNvPr>
          <p:cNvSpPr>
            <a:spLocks noGrp="1"/>
          </p:cNvSpPr>
          <p:nvPr>
            <p:ph type="dt" sz="half" idx="10"/>
          </p:nvPr>
        </p:nvSpPr>
        <p:spPr/>
        <p:txBody>
          <a:bodyPr/>
          <a:lstStyle>
            <a:lvl1pPr>
              <a:defRPr/>
            </a:lvl1pPr>
          </a:lstStyle>
          <a:p>
            <a:pPr>
              <a:defRPr/>
            </a:pPr>
            <a:endParaRPr lang="en-US" altLang="zh-CN"/>
          </a:p>
        </p:txBody>
      </p:sp>
      <p:sp>
        <p:nvSpPr>
          <p:cNvPr id="3" name="Footer Placeholder 2">
            <a:extLst>
              <a:ext uri="{FF2B5EF4-FFF2-40B4-BE49-F238E27FC236}">
                <a16:creationId xmlns:a16="http://schemas.microsoft.com/office/drawing/2014/main" id="{087BD01A-6944-424F-A2FD-7E76BC3D4CB8}"/>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251727D5-0AD0-4864-9E16-C8931B7D3BC5}"/>
              </a:ext>
            </a:extLst>
          </p:cNvPr>
          <p:cNvSpPr>
            <a:spLocks noGrp="1"/>
          </p:cNvSpPr>
          <p:nvPr>
            <p:ph type="sldNum" sz="quarter" idx="12"/>
          </p:nvPr>
        </p:nvSpPr>
        <p:spPr/>
        <p:txBody>
          <a:bodyPr/>
          <a:lstStyle>
            <a:lvl1pPr>
              <a:defRPr smtClean="0"/>
            </a:lvl1pPr>
          </a:lstStyle>
          <a:p>
            <a:pPr>
              <a:defRPr/>
            </a:pPr>
            <a:fld id="{FF2ACD71-9DE8-4767-A023-64C61BA85513}" type="slidenum">
              <a:rPr lang="en-US" altLang="zh-CN"/>
              <a:pPr>
                <a:defRPr/>
              </a:pPr>
              <a:t>‹#›</a:t>
            </a:fld>
            <a:endParaRPr lang="en-US" altLang="zh-CN"/>
          </a:p>
        </p:txBody>
      </p:sp>
    </p:spTree>
    <p:extLst>
      <p:ext uri="{BB962C8B-B14F-4D97-AF65-F5344CB8AC3E}">
        <p14:creationId xmlns:p14="http://schemas.microsoft.com/office/powerpoint/2010/main" val="22813798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30936" y="2057399"/>
            <a:ext cx="2948940" cy="3810001"/>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10F9EA5D-772B-4328-B61E-36BB93C08DF3}"/>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D7EAB421-DDD2-4C83-BF74-DB8F37D8DD7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02863037-CDED-4AF8-B2CF-3C3BD8572C0D}"/>
              </a:ext>
            </a:extLst>
          </p:cNvPr>
          <p:cNvSpPr>
            <a:spLocks noGrp="1"/>
          </p:cNvSpPr>
          <p:nvPr>
            <p:ph type="sldNum" sz="quarter" idx="12"/>
          </p:nvPr>
        </p:nvSpPr>
        <p:spPr/>
        <p:txBody>
          <a:bodyPr/>
          <a:lstStyle>
            <a:lvl1pPr>
              <a:defRPr smtClean="0"/>
            </a:lvl1pPr>
          </a:lstStyle>
          <a:p>
            <a:pPr>
              <a:defRPr/>
            </a:pPr>
            <a:fld id="{CC68359B-9610-4188-BE23-6772B2F81205}" type="slidenum">
              <a:rPr lang="en-US" altLang="zh-CN"/>
              <a:pPr>
                <a:defRPr/>
              </a:pPr>
              <a:t>‹#›</a:t>
            </a:fld>
            <a:endParaRPr lang="en-US" altLang="zh-CN"/>
          </a:p>
        </p:txBody>
      </p:sp>
    </p:spTree>
    <p:extLst>
      <p:ext uri="{BB962C8B-B14F-4D97-AF65-F5344CB8AC3E}">
        <p14:creationId xmlns:p14="http://schemas.microsoft.com/office/powerpoint/2010/main" val="31356455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3886200" y="990600"/>
            <a:ext cx="4629150" cy="4876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30936" y="2057400"/>
            <a:ext cx="2948940" cy="3810000"/>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EA2EB7FF-96EE-440A-93ED-23D0895E3943}"/>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5D1DBC76-06F7-4B45-9A71-2520815C65D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F8E11C2D-0DEA-408E-ADEB-ECACC5AB155E}"/>
              </a:ext>
            </a:extLst>
          </p:cNvPr>
          <p:cNvSpPr>
            <a:spLocks noGrp="1"/>
          </p:cNvSpPr>
          <p:nvPr>
            <p:ph type="sldNum" sz="quarter" idx="12"/>
          </p:nvPr>
        </p:nvSpPr>
        <p:spPr/>
        <p:txBody>
          <a:bodyPr/>
          <a:lstStyle>
            <a:lvl1pPr>
              <a:defRPr smtClean="0"/>
            </a:lvl1pPr>
          </a:lstStyle>
          <a:p>
            <a:pPr>
              <a:defRPr/>
            </a:pPr>
            <a:fld id="{D680B30B-D817-4D08-A2D4-B112932B7220}" type="slidenum">
              <a:rPr lang="en-US" altLang="zh-CN"/>
              <a:pPr>
                <a:defRPr/>
              </a:pPr>
              <a:t>‹#›</a:t>
            </a:fld>
            <a:endParaRPr lang="en-US" altLang="zh-CN"/>
          </a:p>
        </p:txBody>
      </p:sp>
    </p:spTree>
    <p:extLst>
      <p:ext uri="{BB962C8B-B14F-4D97-AF65-F5344CB8AC3E}">
        <p14:creationId xmlns:p14="http://schemas.microsoft.com/office/powerpoint/2010/main" val="21992576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4207EC77-A460-4770-B260-720A6C8A38BB}"/>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C5791093-D137-4DA1-BAAD-DCFEBBB91A1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99617AC-4C68-4275-9D2E-C10D0D6BF9DE}"/>
              </a:ext>
            </a:extLst>
          </p:cNvPr>
          <p:cNvSpPr>
            <a:spLocks noGrp="1"/>
          </p:cNvSpPr>
          <p:nvPr>
            <p:ph type="sldNum" sz="quarter" idx="12"/>
          </p:nvPr>
        </p:nvSpPr>
        <p:spPr/>
        <p:txBody>
          <a:bodyPr/>
          <a:lstStyle>
            <a:lvl1pPr>
              <a:defRPr smtClean="0"/>
            </a:lvl1pPr>
          </a:lstStyle>
          <a:p>
            <a:pPr>
              <a:defRPr/>
            </a:pPr>
            <a:fld id="{224BA8E7-E9D2-4B20-9F10-495278E1502B}" type="slidenum">
              <a:rPr lang="en-US" altLang="zh-CN"/>
              <a:pPr>
                <a:defRPr/>
              </a:pPr>
              <a:t>‹#›</a:t>
            </a:fld>
            <a:endParaRPr lang="en-US" altLang="zh-CN"/>
          </a:p>
        </p:txBody>
      </p:sp>
    </p:spTree>
    <p:extLst>
      <p:ext uri="{BB962C8B-B14F-4D97-AF65-F5344CB8AC3E}">
        <p14:creationId xmlns:p14="http://schemas.microsoft.com/office/powerpoint/2010/main" val="3053699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0C55F969-EDC5-4474-8BFB-A9537FD161D9}"/>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9D32356E-143E-47E5-871B-5C6A987F038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8D28847-7C60-477F-9A1D-8495BDD0C0E7}"/>
              </a:ext>
            </a:extLst>
          </p:cNvPr>
          <p:cNvSpPr>
            <a:spLocks noGrp="1"/>
          </p:cNvSpPr>
          <p:nvPr>
            <p:ph type="sldNum" sz="quarter" idx="12"/>
          </p:nvPr>
        </p:nvSpPr>
        <p:spPr/>
        <p:txBody>
          <a:bodyPr/>
          <a:lstStyle>
            <a:lvl1pPr>
              <a:defRPr smtClean="0"/>
            </a:lvl1pPr>
          </a:lstStyle>
          <a:p>
            <a:pPr>
              <a:defRPr/>
            </a:pPr>
            <a:fld id="{0D00F23A-DB89-4E0B-AE76-FF440A598F9C}" type="slidenum">
              <a:rPr lang="en-US" altLang="zh-CN"/>
              <a:pPr>
                <a:defRPr/>
              </a:pPr>
              <a:t>‹#›</a:t>
            </a:fld>
            <a:endParaRPr lang="en-US" altLang="zh-CN"/>
          </a:p>
        </p:txBody>
      </p:sp>
    </p:spTree>
    <p:extLst>
      <p:ext uri="{BB962C8B-B14F-4D97-AF65-F5344CB8AC3E}">
        <p14:creationId xmlns:p14="http://schemas.microsoft.com/office/powerpoint/2010/main" val="3747056154"/>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2D37A657-DEF8-4A78-B0A2-137EE7E376FA}"/>
              </a:ext>
            </a:extLst>
          </p:cNvPr>
          <p:cNvSpPr>
            <a:spLocks noGrp="1" noChangeArrowheads="1"/>
          </p:cNvSpPr>
          <p:nvPr>
            <p:ph type="title"/>
          </p:nvPr>
        </p:nvSpPr>
        <p:spPr bwMode="auto">
          <a:xfrm>
            <a:off x="457200" y="142875"/>
            <a:ext cx="82296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4FA7415D-2A90-442A-B3F8-4EDBE792D668}"/>
              </a:ext>
            </a:extLst>
          </p:cNvPr>
          <p:cNvSpPr>
            <a:spLocks noGrp="1" noChangeArrowheads="1"/>
          </p:cNvSpPr>
          <p:nvPr>
            <p:ph type="body" idx="1"/>
          </p:nvPr>
        </p:nvSpPr>
        <p:spPr bwMode="auto">
          <a:xfrm>
            <a:off x="457200" y="1000125"/>
            <a:ext cx="8229600" cy="512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0CE9570-2725-44A5-85F1-85E7D53BF42D}"/>
              </a:ext>
            </a:extLst>
          </p:cNvPr>
          <p:cNvSpPr>
            <a:spLocks noGrp="1"/>
          </p:cNvSpPr>
          <p:nvPr>
            <p:ph type="dt" sz="half" idx="2"/>
          </p:nvPr>
        </p:nvSpPr>
        <p:spPr>
          <a:xfrm>
            <a:off x="457200" y="6391275"/>
            <a:ext cx="2133600" cy="365125"/>
          </a:xfrm>
          <a:prstGeom prst="rect">
            <a:avLst/>
          </a:prstGeom>
        </p:spPr>
        <p:txBody>
          <a:bodyPr vert="horz" lIns="91440" tIns="45720" rIns="91440" bIns="45720" rtlCol="0" anchor="ctr"/>
          <a:lstStyle>
            <a:lvl1pPr algn="l" defTabSz="913765">
              <a:defRPr sz="1000">
                <a:solidFill>
                  <a:prstClr val="black">
                    <a:tint val="75000"/>
                  </a:prstClr>
                </a:solidFill>
              </a:defRPr>
            </a:lvl1pPr>
          </a:lstStyle>
          <a:p>
            <a:pPr>
              <a:defRPr/>
            </a:pPr>
            <a:fld id="{21B27286-9A5A-4D22-A475-629F75BBB11E}" type="datetime3">
              <a:rPr lang="zh-CN" altLang="en-US"/>
              <a:pPr>
                <a:defRPr/>
              </a:pPr>
              <a:t>2024年8月27日星期二</a:t>
            </a:fld>
            <a:endParaRPr lang="zh-CN" altLang="en-US"/>
          </a:p>
        </p:txBody>
      </p:sp>
      <p:sp>
        <p:nvSpPr>
          <p:cNvPr id="5" name="页脚占位符 4">
            <a:extLst>
              <a:ext uri="{FF2B5EF4-FFF2-40B4-BE49-F238E27FC236}">
                <a16:creationId xmlns:a16="http://schemas.microsoft.com/office/drawing/2014/main" id="{7F1B649F-F52E-4CA9-A59B-1CF15EB18800}"/>
              </a:ext>
            </a:extLst>
          </p:cNvPr>
          <p:cNvSpPr>
            <a:spLocks noGrp="1"/>
          </p:cNvSpPr>
          <p:nvPr>
            <p:ph type="ftr" sz="quarter" idx="3"/>
          </p:nvPr>
        </p:nvSpPr>
        <p:spPr>
          <a:xfrm>
            <a:off x="2928938" y="6391275"/>
            <a:ext cx="3357562" cy="365125"/>
          </a:xfrm>
          <a:prstGeom prst="rect">
            <a:avLst/>
          </a:prstGeom>
        </p:spPr>
        <p:txBody>
          <a:bodyPr vert="horz" lIns="91440" tIns="46800" rIns="91440" bIns="45720" rtlCol="0" anchor="ctr"/>
          <a:lstStyle>
            <a:lvl1pPr algn="ctr" defTabSz="913765">
              <a:defRPr sz="1000">
                <a:solidFill>
                  <a:prstClr val="black">
                    <a:tint val="75000"/>
                  </a:prst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DFCEDEC4-0BBC-4269-8355-5F53D77F6E35}"/>
              </a:ext>
            </a:extLst>
          </p:cNvPr>
          <p:cNvSpPr>
            <a:spLocks noGrp="1"/>
          </p:cNvSpPr>
          <p:nvPr>
            <p:ph type="sldNum" sz="quarter" idx="4"/>
          </p:nvPr>
        </p:nvSpPr>
        <p:spPr>
          <a:xfrm>
            <a:off x="6553200" y="6391275"/>
            <a:ext cx="2133600" cy="365125"/>
          </a:xfrm>
          <a:prstGeom prst="rect">
            <a:avLst/>
          </a:prstGeom>
        </p:spPr>
        <p:txBody>
          <a:bodyPr vert="horz" wrap="square" lIns="91440" tIns="45720" rIns="91440" bIns="45720" numCol="1" anchor="ctr" anchorCtr="0" compatLnSpc="1">
            <a:prstTxWarp prst="textNoShape">
              <a:avLst/>
            </a:prstTxWarp>
          </a:bodyPr>
          <a:lstStyle>
            <a:lvl1pPr algn="r" defTabSz="912813">
              <a:defRPr sz="1000" smtClean="0">
                <a:solidFill>
                  <a:srgbClr val="898989"/>
                </a:solidFill>
              </a:defRPr>
            </a:lvl1pPr>
          </a:lstStyle>
          <a:p>
            <a:pPr>
              <a:defRPr/>
            </a:pPr>
            <a:fld id="{4BD7DFA0-CB83-4959-B82E-BF26DAC20941}" type="slidenum">
              <a:rPr lang="zh-CN" altLang="en-US"/>
              <a:pPr>
                <a:defRPr/>
              </a:pPr>
              <a:t>‹#›</a:t>
            </a:fld>
            <a:endParaRPr lang="zh-CN" altLang="en-US"/>
          </a:p>
        </p:txBody>
      </p:sp>
      <p:cxnSp>
        <p:nvCxnSpPr>
          <p:cNvPr id="7" name="直接连接符 6">
            <a:extLst>
              <a:ext uri="{FF2B5EF4-FFF2-40B4-BE49-F238E27FC236}">
                <a16:creationId xmlns:a16="http://schemas.microsoft.com/office/drawing/2014/main" id="{F7E5A205-0377-42C1-906C-8461D7620A2C}"/>
              </a:ext>
            </a:extLst>
          </p:cNvPr>
          <p:cNvCxnSpPr/>
          <p:nvPr/>
        </p:nvCxnSpPr>
        <p:spPr>
          <a:xfrm>
            <a:off x="0" y="857250"/>
            <a:ext cx="9144000" cy="1588"/>
          </a:xfrm>
          <a:prstGeom prst="line">
            <a:avLst/>
          </a:prstGeom>
          <a:ln w="63500" cap="flat" cmpd="thickThi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38B1EDF-EEDA-4138-91B5-309D103EA451}"/>
              </a:ext>
            </a:extLst>
          </p:cNvPr>
          <p:cNvCxnSpPr/>
          <p:nvPr/>
        </p:nvCxnSpPr>
        <p:spPr>
          <a:xfrm>
            <a:off x="0" y="6286500"/>
            <a:ext cx="9144000" cy="1588"/>
          </a:xfrm>
          <a:prstGeom prst="line">
            <a:avLst/>
          </a:prstGeom>
          <a:ln w="63500" cmpd="thinThick"/>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5057" r:id="rId1"/>
    <p:sldLayoutId id="2147485058" r:id="rId2"/>
    <p:sldLayoutId id="2147485059" r:id="rId3"/>
    <p:sldLayoutId id="2147485060" r:id="rId4"/>
    <p:sldLayoutId id="2147485061" r:id="rId5"/>
    <p:sldLayoutId id="2147485062" r:id="rId6"/>
    <p:sldLayoutId id="2147485034" r:id="rId7"/>
    <p:sldLayoutId id="2147485063" r:id="rId8"/>
    <p:sldLayoutId id="2147485064" r:id="rId9"/>
    <p:sldLayoutId id="2147485065" r:id="rId10"/>
    <p:sldLayoutId id="2147485066" r:id="rId11"/>
    <p:sldLayoutId id="2147485067" r:id="rId12"/>
    <p:sldLayoutId id="2147485068" r:id="rId13"/>
  </p:sldLayoutIdLst>
  <p:hf sldNum="0" hdr="0" ftr="0" dt="0"/>
  <p:txStyles>
    <p:titleStyle>
      <a:lvl1pPr algn="ctr" defTabSz="512763" rtl="0" eaLnBrk="0" fontAlgn="base" hangingPunct="0">
        <a:spcBef>
          <a:spcPct val="0"/>
        </a:spcBef>
        <a:spcAft>
          <a:spcPct val="0"/>
        </a:spcAft>
        <a:defRPr sz="2400" kern="1200">
          <a:solidFill>
            <a:schemeClr val="tx1"/>
          </a:solidFill>
          <a:latin typeface="+mj-lt"/>
          <a:ea typeface="+mj-ea"/>
          <a:cs typeface="+mj-cs"/>
        </a:defRPr>
      </a:lvl1pPr>
      <a:lvl2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2pPr>
      <a:lvl3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3pPr>
      <a:lvl4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4pPr>
      <a:lvl5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5pPr>
      <a:lvl6pPr marL="4572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6pPr>
      <a:lvl7pPr marL="9144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7pPr>
      <a:lvl8pPr marL="13716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8pPr>
      <a:lvl9pPr marL="18288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9pPr>
    </p:titleStyle>
    <p:bodyStyle>
      <a:lvl1pPr marL="192088" indent="-192088" algn="l" defTabSz="512763"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417513" indent="-160338" algn="l" defTabSz="512763"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2pPr>
      <a:lvl3pPr marL="641350" indent="-127000" algn="l" defTabSz="512763" rtl="0" eaLnBrk="0" fontAlgn="base" hangingPunct="0">
        <a:spcBef>
          <a:spcPct val="20000"/>
        </a:spcBef>
        <a:spcAft>
          <a:spcPct val="0"/>
        </a:spcAft>
        <a:buFont typeface="Arial" panose="020B0604020202020204" pitchFamily="34" charset="0"/>
        <a:buChar char="•"/>
        <a:defRPr sz="1600" kern="1200">
          <a:solidFill>
            <a:schemeClr val="tx1"/>
          </a:solidFill>
          <a:latin typeface="+mn-lt"/>
          <a:ea typeface="+mn-ea"/>
          <a:cs typeface="+mn-cs"/>
        </a:defRPr>
      </a:lvl3pPr>
      <a:lvl4pPr marL="898525" indent="-127000" algn="l" defTabSz="512763" rtl="0" eaLnBrk="0" fontAlgn="base" hangingPunct="0">
        <a:spcBef>
          <a:spcPct val="20000"/>
        </a:spcBef>
        <a:spcAft>
          <a:spcPct val="0"/>
        </a:spcAft>
        <a:buFont typeface="Arial" panose="020B0604020202020204" pitchFamily="34" charset="0"/>
        <a:buChar char="–"/>
        <a:defRPr sz="1400" kern="1200">
          <a:solidFill>
            <a:schemeClr val="tx1"/>
          </a:solidFill>
          <a:latin typeface="+mn-lt"/>
          <a:ea typeface="+mn-ea"/>
          <a:cs typeface="+mn-cs"/>
        </a:defRPr>
      </a:lvl4pPr>
      <a:lvl5pPr marL="1155700" indent="-127000" algn="l" defTabSz="512763" rtl="0" eaLnBrk="0" fontAlgn="base" hangingPunct="0">
        <a:spcBef>
          <a:spcPct val="20000"/>
        </a:spcBef>
        <a:spcAft>
          <a:spcPct val="0"/>
        </a:spcAft>
        <a:buFont typeface="Arial" panose="020B0604020202020204" pitchFamily="34" charset="0"/>
        <a:buChar char="»"/>
        <a:defRPr sz="1400" kern="1200">
          <a:solidFill>
            <a:schemeClr val="tx1"/>
          </a:solidFill>
          <a:latin typeface="+mn-lt"/>
          <a:ea typeface="+mn-ea"/>
          <a:cs typeface="+mn-cs"/>
        </a:defRPr>
      </a:lvl5pPr>
      <a:lvl6pPr marL="1414145"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6pPr>
      <a:lvl7pPr marL="1671320"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7pPr>
      <a:lvl8pPr marL="1928495"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8pPr>
      <a:lvl9pPr marL="2185670"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9pPr>
    </p:bodyStyle>
    <p:otherStyle>
      <a:defPPr>
        <a:defRPr lang="zh-CN"/>
      </a:defPPr>
      <a:lvl1pPr marL="0" algn="l" defTabSz="513715" rtl="0" eaLnBrk="1" latinLnBrk="0" hangingPunct="1">
        <a:defRPr sz="1015" kern="1200">
          <a:solidFill>
            <a:schemeClr val="tx1"/>
          </a:solidFill>
          <a:latin typeface="+mn-lt"/>
          <a:ea typeface="+mn-ea"/>
          <a:cs typeface="+mn-cs"/>
        </a:defRPr>
      </a:lvl1pPr>
      <a:lvl2pPr marL="257175" algn="l" defTabSz="513715" rtl="0" eaLnBrk="1" latinLnBrk="0" hangingPunct="1">
        <a:defRPr sz="1015" kern="1200">
          <a:solidFill>
            <a:schemeClr val="tx1"/>
          </a:solidFill>
          <a:latin typeface="+mn-lt"/>
          <a:ea typeface="+mn-ea"/>
          <a:cs typeface="+mn-cs"/>
        </a:defRPr>
      </a:lvl2pPr>
      <a:lvl3pPr marL="514350" algn="l" defTabSz="513715" rtl="0" eaLnBrk="1" latinLnBrk="0" hangingPunct="1">
        <a:defRPr sz="1015" kern="1200">
          <a:solidFill>
            <a:schemeClr val="tx1"/>
          </a:solidFill>
          <a:latin typeface="+mn-lt"/>
          <a:ea typeface="+mn-ea"/>
          <a:cs typeface="+mn-cs"/>
        </a:defRPr>
      </a:lvl3pPr>
      <a:lvl4pPr marL="771525" algn="l" defTabSz="513715" rtl="0" eaLnBrk="1" latinLnBrk="0" hangingPunct="1">
        <a:defRPr sz="1015" kern="1200">
          <a:solidFill>
            <a:schemeClr val="tx1"/>
          </a:solidFill>
          <a:latin typeface="+mn-lt"/>
          <a:ea typeface="+mn-ea"/>
          <a:cs typeface="+mn-cs"/>
        </a:defRPr>
      </a:lvl4pPr>
      <a:lvl5pPr marL="1028700" algn="l" defTabSz="513715" rtl="0" eaLnBrk="1" latinLnBrk="0" hangingPunct="1">
        <a:defRPr sz="1015" kern="1200">
          <a:solidFill>
            <a:schemeClr val="tx1"/>
          </a:solidFill>
          <a:latin typeface="+mn-lt"/>
          <a:ea typeface="+mn-ea"/>
          <a:cs typeface="+mn-cs"/>
        </a:defRPr>
      </a:lvl5pPr>
      <a:lvl6pPr marL="1285875" algn="l" defTabSz="513715" rtl="0" eaLnBrk="1" latinLnBrk="0" hangingPunct="1">
        <a:defRPr sz="1015" kern="1200">
          <a:solidFill>
            <a:schemeClr val="tx1"/>
          </a:solidFill>
          <a:latin typeface="+mn-lt"/>
          <a:ea typeface="+mn-ea"/>
          <a:cs typeface="+mn-cs"/>
        </a:defRPr>
      </a:lvl6pPr>
      <a:lvl7pPr marL="1543050" algn="l" defTabSz="513715" rtl="0" eaLnBrk="1" latinLnBrk="0" hangingPunct="1">
        <a:defRPr sz="1015" kern="1200">
          <a:solidFill>
            <a:schemeClr val="tx1"/>
          </a:solidFill>
          <a:latin typeface="+mn-lt"/>
          <a:ea typeface="+mn-ea"/>
          <a:cs typeface="+mn-cs"/>
        </a:defRPr>
      </a:lvl7pPr>
      <a:lvl8pPr marL="1800225" algn="l" defTabSz="513715" rtl="0" eaLnBrk="1" latinLnBrk="0" hangingPunct="1">
        <a:defRPr sz="1015" kern="1200">
          <a:solidFill>
            <a:schemeClr val="tx1"/>
          </a:solidFill>
          <a:latin typeface="+mn-lt"/>
          <a:ea typeface="+mn-ea"/>
          <a:cs typeface="+mn-cs"/>
        </a:defRPr>
      </a:lvl8pPr>
      <a:lvl9pPr marL="2057400" algn="l" defTabSz="513715" rtl="0" eaLnBrk="1" latinLnBrk="0" hangingPunct="1">
        <a:defRPr sz="10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a:extLst>
              <a:ext uri="{FF2B5EF4-FFF2-40B4-BE49-F238E27FC236}">
                <a16:creationId xmlns:a16="http://schemas.microsoft.com/office/drawing/2014/main" id="{FFD39F70-0BB0-4AC2-A90C-E6C64EADCC90}"/>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2">
            <a:extLst>
              <a:ext uri="{FF2B5EF4-FFF2-40B4-BE49-F238E27FC236}">
                <a16:creationId xmlns:a16="http://schemas.microsoft.com/office/drawing/2014/main" id="{6636DB0A-85E2-4055-B3CE-96C3B7C66DCD}"/>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099ACD-5484-4664-8010-F901F8885ED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A9ABCC43-AF1B-4E5E-A12F-999B3CE4B53D}"/>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4AD7DE29-F9B3-4C85-A707-B5D35972BCBA}"/>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A76952D7-EF9B-4A41-BF2E-379404780C7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5035" r:id="rId1"/>
    <p:sldLayoutId id="2147485036" r:id="rId2"/>
    <p:sldLayoutId id="2147485037" r:id="rId3"/>
    <p:sldLayoutId id="2147485038" r:id="rId4"/>
    <p:sldLayoutId id="2147485039" r:id="rId5"/>
    <p:sldLayoutId id="2147485040" r:id="rId6"/>
    <p:sldLayoutId id="2147485041" r:id="rId7"/>
    <p:sldLayoutId id="2147485042" r:id="rId8"/>
    <p:sldLayoutId id="2147485043" r:id="rId9"/>
    <p:sldLayoutId id="2147485044" r:id="rId10"/>
    <p:sldLayoutId id="2147485045"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a:extLst>
              <a:ext uri="{FF2B5EF4-FFF2-40B4-BE49-F238E27FC236}">
                <a16:creationId xmlns:a16="http://schemas.microsoft.com/office/drawing/2014/main" id="{37325569-1B1B-4B17-B328-4712ED632871}"/>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文本占位符 2">
            <a:extLst>
              <a:ext uri="{FF2B5EF4-FFF2-40B4-BE49-F238E27FC236}">
                <a16:creationId xmlns:a16="http://schemas.microsoft.com/office/drawing/2014/main" id="{2A64365C-8E96-4F73-88BC-BDB5830226B7}"/>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5FCD62-AC2E-43C2-BE76-D287AC30A5C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876A6EFD-1465-4335-BB27-48965E1FE73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203D60C0-4DDC-4625-9AB7-A26C57DDE680}"/>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31BD40D6-595B-47D3-879E-A122AF10D23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5046" r:id="rId1"/>
    <p:sldLayoutId id="2147485047" r:id="rId2"/>
    <p:sldLayoutId id="2147485048" r:id="rId3"/>
    <p:sldLayoutId id="2147485049" r:id="rId4"/>
    <p:sldLayoutId id="2147485050" r:id="rId5"/>
    <p:sldLayoutId id="2147485051" r:id="rId6"/>
    <p:sldLayoutId id="2147485052" r:id="rId7"/>
    <p:sldLayoutId id="2147485053" r:id="rId8"/>
    <p:sldLayoutId id="2147485054" r:id="rId9"/>
    <p:sldLayoutId id="2147485055" r:id="rId10"/>
    <p:sldLayoutId id="2147485056"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EEDA3903-E769-4A98-B2AC-6A1876D4D00E}"/>
              </a:ext>
            </a:extLst>
          </p:cNvPr>
          <p:cNvSpPr>
            <a:spLocks noGrp="1" noChangeArrowheads="1"/>
          </p:cNvSpPr>
          <p:nvPr>
            <p:ph type="title"/>
          </p:nvPr>
        </p:nvSpPr>
        <p:spPr bwMode="auto">
          <a:xfrm>
            <a:off x="633413"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099" name="Text Placeholder 2">
            <a:extLst>
              <a:ext uri="{FF2B5EF4-FFF2-40B4-BE49-F238E27FC236}">
                <a16:creationId xmlns:a16="http://schemas.microsoft.com/office/drawing/2014/main" id="{BA018CC4-E6C3-409F-A47D-F932743FFF94}"/>
              </a:ext>
            </a:extLst>
          </p:cNvPr>
          <p:cNvSpPr>
            <a:spLocks noGrp="1" noChangeArrowheads="1"/>
          </p:cNvSpPr>
          <p:nvPr>
            <p:ph type="body" idx="1"/>
          </p:nvPr>
        </p:nvSpPr>
        <p:spPr bwMode="auto">
          <a:xfrm>
            <a:off x="633413" y="1828800"/>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a:extLst>
              <a:ext uri="{FF2B5EF4-FFF2-40B4-BE49-F238E27FC236}">
                <a16:creationId xmlns:a16="http://schemas.microsoft.com/office/drawing/2014/main" id="{D68CCD12-EAFF-4F24-82AC-F30E3AE99810}"/>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pPr>
              <a:defRPr/>
            </a:pPr>
            <a:endParaRPr lang="en-US" altLang="zh-CN"/>
          </a:p>
        </p:txBody>
      </p:sp>
      <p:sp>
        <p:nvSpPr>
          <p:cNvPr id="5" name="Footer Placeholder 4">
            <a:extLst>
              <a:ext uri="{FF2B5EF4-FFF2-40B4-BE49-F238E27FC236}">
                <a16:creationId xmlns:a16="http://schemas.microsoft.com/office/drawing/2014/main" id="{86A6808D-1942-494C-8DF0-1089DDB9AD7B}"/>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02D995F8-4B68-415C-942E-E1A75C6DBCE7}"/>
              </a:ext>
            </a:extLst>
          </p:cNvPr>
          <p:cNvSpPr>
            <a:spLocks noGrp="1"/>
          </p:cNvSpPr>
          <p:nvPr>
            <p:ph type="sldNum" sz="quarter" idx="4"/>
          </p:nvPr>
        </p:nvSpPr>
        <p:spPr>
          <a:xfrm>
            <a:off x="6462713"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800" smtClean="0">
                <a:solidFill>
                  <a:srgbClr val="898989"/>
                </a:solidFill>
              </a:defRPr>
            </a:lvl1pPr>
          </a:lstStyle>
          <a:p>
            <a:pPr>
              <a:defRPr/>
            </a:pPr>
            <a:fld id="{1E2DC961-7D88-4FF7-89D1-D53EDDF2DB4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5069" r:id="rId1"/>
    <p:sldLayoutId id="2147485070" r:id="rId2"/>
    <p:sldLayoutId id="2147485071" r:id="rId3"/>
    <p:sldLayoutId id="2147485072" r:id="rId4"/>
    <p:sldLayoutId id="2147485073" r:id="rId5"/>
    <p:sldLayoutId id="2147485074" r:id="rId6"/>
    <p:sldLayoutId id="2147485075" r:id="rId7"/>
    <p:sldLayoutId id="2147485076" r:id="rId8"/>
    <p:sldLayoutId id="2147485077" r:id="rId9"/>
    <p:sldLayoutId id="2147485078" r:id="rId10"/>
    <p:sldLayoutId id="2147485079" r:id="rId11"/>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Wingdings 2" panose="05020102010507070707" pitchFamily="18" charset="2"/>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0.xml"/><Relationship Id="rId1" Type="http://schemas.openxmlformats.org/officeDocument/2006/relationships/vmlDrawing" Target="../drawings/vmlDrawing4.vml"/><Relationship Id="rId4" Type="http://schemas.openxmlformats.org/officeDocument/2006/relationships/image" Target="../media/image5.wmf"/></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8.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9.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0.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1.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2.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3.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15.wmf"/><Relationship Id="rId5" Type="http://schemas.openxmlformats.org/officeDocument/2006/relationships/oleObject" Target="../embeddings/oleObject13.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5.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8.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0.wmf"/><Relationship Id="rId5" Type="http://schemas.openxmlformats.org/officeDocument/2006/relationships/oleObject" Target="../embeddings/oleObject18.bin"/><Relationship Id="rId4" Type="http://schemas.openxmlformats.org/officeDocument/2006/relationships/image" Target="../media/image19.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21.wmf"/><Relationship Id="rId5" Type="http://schemas.openxmlformats.org/officeDocument/2006/relationships/oleObject" Target="../embeddings/oleObject20.bin"/><Relationship Id="rId4" Type="http://schemas.openxmlformats.org/officeDocument/2006/relationships/image" Target="../media/image19.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3">
            <a:extLst>
              <a:ext uri="{FF2B5EF4-FFF2-40B4-BE49-F238E27FC236}">
                <a16:creationId xmlns:a16="http://schemas.microsoft.com/office/drawing/2014/main" id="{E6E024B2-E338-47D3-B952-17C8D3CA11A6}"/>
              </a:ext>
            </a:extLst>
          </p:cNvPr>
          <p:cNvSpPr>
            <a:spLocks noGrp="1"/>
          </p:cNvSpPr>
          <p:nvPr>
            <p:ph type="title" idx="4294967295"/>
          </p:nvPr>
        </p:nvSpPr>
        <p:spPr>
          <a:xfrm>
            <a:off x="623888" y="1709738"/>
            <a:ext cx="7886700" cy="2852737"/>
          </a:xfrm>
        </p:spPr>
        <p:txBody>
          <a:bodyPr/>
          <a:lstStyle/>
          <a:p>
            <a:pPr marL="457200" indent="-457200" eaLnBrk="1" hangingPunct="1">
              <a:defRPr/>
            </a:pPr>
            <a:br>
              <a:rPr lang="zh-CN" altLang="zh-CN" sz="6000">
                <a:effectLst>
                  <a:outerShdw blurRad="38100" dist="38100" dir="2700000" algn="tl">
                    <a:srgbClr val="C0C0C0"/>
                  </a:outerShdw>
                </a:effectLst>
              </a:rPr>
            </a:br>
            <a:endParaRPr lang="zh-CN" altLang="zh-CN" sz="6000">
              <a:effectLst>
                <a:outerShdw blurRad="38100" dist="38100" dir="2700000" algn="tl">
                  <a:srgbClr val="C0C0C0"/>
                </a:outerShdw>
              </a:effectLst>
            </a:endParaRPr>
          </a:p>
        </p:txBody>
      </p:sp>
      <p:sp>
        <p:nvSpPr>
          <p:cNvPr id="31747" name="文本占位符 4">
            <a:extLst>
              <a:ext uri="{FF2B5EF4-FFF2-40B4-BE49-F238E27FC236}">
                <a16:creationId xmlns:a16="http://schemas.microsoft.com/office/drawing/2014/main" id="{A3143DA6-CFC3-4C1F-8561-41F8006CA61A}"/>
              </a:ext>
            </a:extLst>
          </p:cNvPr>
          <p:cNvSpPr>
            <a:spLocks noGrp="1" noChangeArrowheads="1"/>
          </p:cNvSpPr>
          <p:nvPr>
            <p:ph type="body" idx="4294967295"/>
          </p:nvPr>
        </p:nvSpPr>
        <p:spPr>
          <a:xfrm>
            <a:off x="1900238" y="1536700"/>
            <a:ext cx="5899794" cy="1500188"/>
          </a:xfrm>
        </p:spPr>
        <p:txBody>
          <a:bodyPr/>
          <a:lstStyle/>
          <a:p>
            <a:pPr marL="0" indent="0" eaLnBrk="1" hangingPunct="1">
              <a:buFontTx/>
              <a:buNone/>
            </a:pPr>
            <a:r>
              <a:rPr lang="zh-CN" altLang="en-US" sz="6600" dirty="0">
                <a:solidFill>
                  <a:srgbClr val="10181C"/>
                </a:solidFill>
              </a:rPr>
              <a:t>第</a:t>
            </a:r>
            <a:r>
              <a:rPr lang="en-US" altLang="zh-CN" sz="6600" dirty="0">
                <a:solidFill>
                  <a:srgbClr val="10181C"/>
                </a:solidFill>
              </a:rPr>
              <a:t>1</a:t>
            </a:r>
            <a:r>
              <a:rPr lang="zh-CN" altLang="en-US" sz="6600" dirty="0">
                <a:solidFill>
                  <a:srgbClr val="10181C"/>
                </a:solidFill>
              </a:rPr>
              <a:t>章 基础知识</a:t>
            </a:r>
            <a:endParaRPr lang="zh-CN" altLang="zh-CN" sz="6600" dirty="0">
              <a:solidFill>
                <a:srgbClr val="10181C"/>
              </a:solidFill>
            </a:endParaRPr>
          </a:p>
        </p:txBody>
      </p:sp>
      <p:sp>
        <p:nvSpPr>
          <p:cNvPr id="31748" name="Rectangle 3">
            <a:extLst>
              <a:ext uri="{FF2B5EF4-FFF2-40B4-BE49-F238E27FC236}">
                <a16:creationId xmlns:a16="http://schemas.microsoft.com/office/drawing/2014/main" id="{6AB8C210-2E54-4F36-809C-4F77A4B7AC2A}"/>
              </a:ext>
            </a:extLst>
          </p:cNvPr>
          <p:cNvSpPr txBox="1">
            <a:spLocks noChangeArrowheads="1"/>
          </p:cNvSpPr>
          <p:nvPr/>
        </p:nvSpPr>
        <p:spPr bwMode="auto">
          <a:xfrm>
            <a:off x="1061610" y="2759076"/>
            <a:ext cx="6300700"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457200" indent="-457200">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1.1 </a:t>
            </a:r>
            <a:r>
              <a:rPr lang="zh-CN" altLang="en-US" sz="3600" b="1" dirty="0">
                <a:latin typeface="Verdana" panose="020B0604030504040204" pitchFamily="34" charset="0"/>
              </a:rPr>
              <a:t>探索性数据分析</a:t>
            </a:r>
            <a:endParaRPr lang="en-US" altLang="zh-CN" sz="3600" b="1" dirty="0">
              <a:latin typeface="Verdana" panose="020B0604030504040204" pitchFamily="34" charset="0"/>
            </a:endParaRPr>
          </a:p>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1.2 </a:t>
            </a:r>
            <a:r>
              <a:rPr lang="zh-CN" altLang="en-US" sz="3600" b="1" dirty="0">
                <a:latin typeface="Verdana" panose="020B0604030504040204" pitchFamily="34" charset="0"/>
              </a:rPr>
              <a:t>概率统计</a:t>
            </a:r>
            <a:endParaRPr lang="en-US" altLang="zh-CN" sz="3600" b="1" dirty="0">
              <a:latin typeface="Verdana" panose="020B0604030504040204" pitchFamily="34" charset="0"/>
            </a:endParaRPr>
          </a:p>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1.3 </a:t>
            </a:r>
            <a:r>
              <a:rPr lang="zh-CN" altLang="en-US" sz="3600" b="1" dirty="0">
                <a:latin typeface="Verdana" panose="020B0604030504040204" pitchFamily="34" charset="0"/>
              </a:rPr>
              <a:t>矩阵代数</a:t>
            </a:r>
            <a:endParaRPr lang="en-US" altLang="zh-CN" sz="3600" b="1" dirty="0">
              <a:latin typeface="Verdana" panose="020B0604030504040204" pitchFamily="34" charset="0"/>
            </a:endParaRPr>
          </a:p>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1.4 </a:t>
            </a:r>
            <a:r>
              <a:rPr lang="zh-CN" altLang="en-US" sz="3600" b="1" dirty="0">
                <a:latin typeface="Verdana" panose="020B0604030504040204" pitchFamily="34" charset="0"/>
              </a:rPr>
              <a:t>统计图形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1.1 </a:t>
            </a:r>
            <a:r>
              <a:rPr lang="zh-CN" altLang="en-US" dirty="0"/>
              <a:t>探索性数据分析</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4413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探索性数据分析</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en-US" altLang="zh-CN" sz="3200" dirty="0">
                <a:solidFill>
                  <a:srgbClr val="006699"/>
                </a:solidFill>
                <a:latin typeface="Verdana" panose="020B0604030504040204" pitchFamily="34" charset="0"/>
              </a:rPr>
              <a:t>Exploratory Data Analysis</a:t>
            </a:r>
            <a:r>
              <a:rPr lang="zh-CN" altLang="en-US" sz="3200" dirty="0">
                <a:solidFill>
                  <a:srgbClr val="006699"/>
                </a:solidFill>
                <a:latin typeface="Verdana" panose="020B0604030504040204" pitchFamily="34" charset="0"/>
              </a:rPr>
              <a:t>（</a:t>
            </a:r>
            <a:r>
              <a:rPr lang="en-US" altLang="zh-CN" sz="3200" dirty="0">
                <a:solidFill>
                  <a:srgbClr val="006699"/>
                </a:solidFill>
                <a:latin typeface="Verdana" panose="020B0604030504040204" pitchFamily="34" charset="0"/>
              </a:rPr>
              <a:t>EDA</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是对调查、观察所得到的一些初步的杂乱无章的数据，在尽量少的先验假定下进行处理，通过作图、制表等形式和方程拟合、计算某些特征量等手段，探索数据的结构和规律的一种数据分析方法。</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2000" dirty="0">
                <a:solidFill>
                  <a:srgbClr val="006699"/>
                </a:solidFill>
                <a:latin typeface="Verdana" panose="020B0604030504040204" pitchFamily="34" charset="0"/>
              </a:rPr>
              <a:t>David C. </a:t>
            </a:r>
            <a:r>
              <a:rPr lang="en-US" altLang="zh-CN" sz="2000" dirty="0" err="1">
                <a:solidFill>
                  <a:srgbClr val="006699"/>
                </a:solidFill>
                <a:latin typeface="Verdana" panose="020B0604030504040204" pitchFamily="34" charset="0"/>
              </a:rPr>
              <a:t>Hoaglin</a:t>
            </a:r>
            <a:r>
              <a:rPr lang="zh-CN" altLang="en-US" sz="2000" dirty="0">
                <a:solidFill>
                  <a:srgbClr val="006699"/>
                </a:solidFill>
                <a:latin typeface="Verdana" panose="020B0604030504040204" pitchFamily="34" charset="0"/>
              </a:rPr>
              <a:t>等著，陈忠琏等译</a:t>
            </a:r>
            <a:r>
              <a:rPr lang="en-US" altLang="zh-CN" sz="2000" dirty="0">
                <a:solidFill>
                  <a:srgbClr val="006699"/>
                </a:solidFill>
                <a:latin typeface="Verdana" panose="020B0604030504040204" pitchFamily="34" charset="0"/>
              </a:rPr>
              <a:t>.</a:t>
            </a:r>
            <a:r>
              <a:rPr lang="zh-CN" altLang="en-US" sz="2000" dirty="0">
                <a:solidFill>
                  <a:srgbClr val="006699"/>
                </a:solidFill>
                <a:latin typeface="Verdana" panose="020B0604030504040204" pitchFamily="34" charset="0"/>
              </a:rPr>
              <a:t>探索性数据分析</a:t>
            </a:r>
            <a:r>
              <a:rPr lang="en-US" altLang="zh-CN" sz="2000" dirty="0">
                <a:solidFill>
                  <a:srgbClr val="006699"/>
                </a:solidFill>
                <a:latin typeface="Verdana" panose="020B0604030504040204" pitchFamily="34" charset="0"/>
              </a:rPr>
              <a:t>.</a:t>
            </a:r>
            <a:r>
              <a:rPr lang="zh-CN" altLang="en-US" sz="2000" dirty="0">
                <a:solidFill>
                  <a:srgbClr val="006699"/>
                </a:solidFill>
                <a:latin typeface="Verdana" panose="020B0604030504040204" pitchFamily="34" charset="0"/>
              </a:rPr>
              <a:t>北京：中国统计出版社，</a:t>
            </a:r>
            <a:r>
              <a:rPr lang="en-US" altLang="zh-CN" sz="2000" dirty="0">
                <a:solidFill>
                  <a:srgbClr val="006699"/>
                </a:solidFill>
                <a:latin typeface="Verdana" panose="020B0604030504040204" pitchFamily="34" charset="0"/>
              </a:rPr>
              <a:t>1998</a:t>
            </a:r>
            <a:endParaRPr lang="en-US" altLang="zh-CN" sz="3200" dirty="0">
              <a:solidFill>
                <a:srgbClr val="006699"/>
              </a:solidFill>
              <a:latin typeface="Verdan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1.1 </a:t>
            </a:r>
            <a:r>
              <a:rPr lang="zh-CN" altLang="en-US" dirty="0"/>
              <a:t>探索性数据分析</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43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探索性数据分析强调灵活探求线索和证据；而证实性数据分析则着重评估现有证据。</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无论是对一大组数据，还是对相继的几小组数据作分析，一般都要经过探索和证实这两个阶段。</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通常还要交替的使用探索性技术和证实性技术，循环反复多次，才能得到满意的结果。</a:t>
            </a:r>
          </a:p>
          <a:p>
            <a:pPr eaLnBrk="1" hangingPunct="1">
              <a:spcBef>
                <a:spcPct val="20000"/>
              </a:spcBef>
              <a:buFontTx/>
              <a:buChar char="•"/>
            </a:pP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41597524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1.1 </a:t>
            </a:r>
            <a:r>
              <a:rPr lang="zh-CN" altLang="en-US" dirty="0"/>
              <a:t>探索性数据分析</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908720"/>
            <a:ext cx="8775976" cy="5213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b="1" dirty="0">
                <a:solidFill>
                  <a:srgbClr val="FF0000"/>
                </a:solidFill>
                <a:latin typeface="Verdana" panose="020B0604030504040204" pitchFamily="34" charset="0"/>
              </a:rPr>
              <a:t>EDA</a:t>
            </a:r>
            <a:r>
              <a:rPr lang="zh-CN" altLang="en-US" sz="3200" b="1" dirty="0">
                <a:solidFill>
                  <a:srgbClr val="FF0000"/>
                </a:solidFill>
                <a:latin typeface="Verdana" panose="020B0604030504040204" pitchFamily="34" charset="0"/>
              </a:rPr>
              <a:t>的主要工作：</a:t>
            </a:r>
          </a:p>
          <a:p>
            <a:pPr marL="457200" indent="-457200" eaLnBrk="1" hangingPunct="1">
              <a:spcBef>
                <a:spcPct val="20000"/>
              </a:spcBef>
              <a:buFontTx/>
              <a:buChar char="-"/>
            </a:pPr>
            <a:r>
              <a:rPr lang="zh-CN" altLang="en-US" sz="3200" dirty="0">
                <a:solidFill>
                  <a:srgbClr val="006699"/>
                </a:solidFill>
                <a:latin typeface="Verdana" panose="020B0604030504040204" pitchFamily="34" charset="0"/>
              </a:rPr>
              <a:t>对数据进行清洗，</a:t>
            </a:r>
            <a:endParaRPr lang="en-US" altLang="zh-CN" sz="3200" dirty="0">
              <a:solidFill>
                <a:srgbClr val="006699"/>
              </a:solidFill>
              <a:latin typeface="Verdana" panose="020B0604030504040204" pitchFamily="34" charset="0"/>
            </a:endParaRPr>
          </a:p>
          <a:p>
            <a:pPr marL="457200" indent="-457200" eaLnBrk="1" hangingPunct="1">
              <a:spcBef>
                <a:spcPct val="20000"/>
              </a:spcBef>
              <a:buFontTx/>
              <a:buChar char="-"/>
            </a:pPr>
            <a:endParaRPr lang="zh-CN" altLang="en-US" sz="3200" dirty="0">
              <a:solidFill>
                <a:srgbClr val="006699"/>
              </a:solidFill>
              <a:latin typeface="Verdana" panose="020B0604030504040204" pitchFamily="34" charset="0"/>
            </a:endParaRPr>
          </a:p>
          <a:p>
            <a:pPr marL="457200" indent="-457200" eaLnBrk="1" hangingPunct="1">
              <a:spcBef>
                <a:spcPct val="20000"/>
              </a:spcBef>
              <a:buFontTx/>
              <a:buChar char="-"/>
            </a:pPr>
            <a:r>
              <a:rPr lang="zh-CN" altLang="en-US" sz="3200" dirty="0">
                <a:solidFill>
                  <a:srgbClr val="006699"/>
                </a:solidFill>
                <a:latin typeface="Verdana" panose="020B0604030504040204" pitchFamily="34" charset="0"/>
              </a:rPr>
              <a:t>对数据进行描述（描述统计量，图表），</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查看数据的分布，</a:t>
            </a:r>
            <a:endParaRPr lang="en-US" altLang="zh-CN" sz="3200" dirty="0">
              <a:solidFill>
                <a:srgbClr val="006699"/>
              </a:solidFill>
              <a:latin typeface="Verdana" panose="020B0604030504040204" pitchFamily="34" charset="0"/>
            </a:endParaRPr>
          </a:p>
          <a:p>
            <a:pPr marL="457200" indent="-457200" eaLnBrk="1" hangingPunct="1">
              <a:spcBef>
                <a:spcPct val="20000"/>
              </a:spcBef>
              <a:buFontTx/>
              <a:buChar char="-"/>
            </a:pPr>
            <a:endParaRPr lang="zh-CN" altLang="en-US" sz="3200" dirty="0">
              <a:solidFill>
                <a:srgbClr val="006699"/>
              </a:solidFill>
              <a:latin typeface="Verdana" panose="020B0604030504040204" pitchFamily="34" charset="0"/>
            </a:endParaRPr>
          </a:p>
          <a:p>
            <a:pPr marL="457200" indent="-457200" eaLnBrk="1" hangingPunct="1">
              <a:spcBef>
                <a:spcPct val="20000"/>
              </a:spcBef>
              <a:buFontTx/>
              <a:buChar char="-"/>
            </a:pPr>
            <a:r>
              <a:rPr lang="zh-CN" altLang="en-US" sz="3200" dirty="0">
                <a:solidFill>
                  <a:srgbClr val="006699"/>
                </a:solidFill>
                <a:latin typeface="Verdana" panose="020B0604030504040204" pitchFamily="34" charset="0"/>
              </a:rPr>
              <a:t>比较数据之间的关系，培养对数据的直觉，</a:t>
            </a:r>
            <a:endParaRPr lang="en-US" altLang="zh-CN" sz="3200" dirty="0">
              <a:solidFill>
                <a:srgbClr val="006699"/>
              </a:solidFill>
              <a:latin typeface="Verdana" panose="020B0604030504040204" pitchFamily="34" charset="0"/>
            </a:endParaRPr>
          </a:p>
          <a:p>
            <a:pPr marL="457200" indent="-457200" eaLnBrk="1" hangingPunct="1">
              <a:spcBef>
                <a:spcPct val="20000"/>
              </a:spcBef>
              <a:buFontTx/>
              <a:buChar char="-"/>
            </a:pPr>
            <a:endParaRPr lang="zh-CN" altLang="en-US"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对数据进行总结等。</a:t>
            </a: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30163441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探索性数据分析的四大主题</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324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、耐抗性</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Resistnace</a:t>
            </a:r>
            <a:r>
              <a:rPr lang="en-US" altLang="zh-CN" sz="3200" dirty="0">
                <a:solidFill>
                  <a:srgbClr val="006699"/>
                </a:solidFill>
                <a:latin typeface="Verdana" panose="020B0604030504040204" pitchFamily="34" charset="0"/>
              </a:rPr>
              <a:t>) </a:t>
            </a: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即对数据的不良表现</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如极端值或称奇异点</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不敏感，也就是说对于数据的任意一个小部分的很大的改变，或者对于数据的大部分的很小改变，</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统计</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分析或概括仅产生很小的变化。</a:t>
            </a:r>
          </a:p>
          <a:p>
            <a:pPr eaLnBrk="1" hangingPunct="1">
              <a:spcBef>
                <a:spcPct val="20000"/>
              </a:spcBef>
              <a:buFontTx/>
              <a:buChar char="•"/>
            </a:pP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23005856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1.1 </a:t>
            </a:r>
            <a:r>
              <a:rPr lang="zh-CN" altLang="en-US" dirty="0"/>
              <a:t>探索性数据分析</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334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、残差</a:t>
            </a:r>
            <a:r>
              <a:rPr lang="en-US" altLang="zh-CN" sz="3200" dirty="0">
                <a:solidFill>
                  <a:srgbClr val="006699"/>
                </a:solidFill>
                <a:latin typeface="Verdana" panose="020B0604030504040204" pitchFamily="34" charset="0"/>
              </a:rPr>
              <a:t>(Residuals)</a:t>
            </a: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残差是从原始数据中减去概括性统计量或所配合模型的趋势值后所剩余的部分。其公式为</a:t>
            </a:r>
            <a:r>
              <a:rPr lang="en-US" altLang="zh-CN" sz="3200" dirty="0">
                <a:solidFill>
                  <a:srgbClr val="006699"/>
                </a:solidFill>
                <a:latin typeface="Verdana" panose="020B0604030504040204" pitchFamily="34" charset="0"/>
              </a:rPr>
              <a:t>:</a:t>
            </a: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残差</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原数据</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拟合值</a:t>
            </a:r>
          </a:p>
          <a:p>
            <a:pPr eaLnBrk="1" hangingPunct="1">
              <a:spcBef>
                <a:spcPct val="20000"/>
              </a:spcBef>
              <a:buFontTx/>
              <a:buChar char="•"/>
            </a:pP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41723295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1.1 </a:t>
            </a:r>
            <a:r>
              <a:rPr lang="zh-CN" altLang="en-US" dirty="0"/>
              <a:t>探索性数据分析</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2259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3</a:t>
            </a:r>
            <a:r>
              <a:rPr lang="zh-CN" altLang="en-US" sz="3200" dirty="0">
                <a:solidFill>
                  <a:srgbClr val="006699"/>
                </a:solidFill>
                <a:latin typeface="Verdana" panose="020B0604030504040204" pitchFamily="34" charset="0"/>
              </a:rPr>
              <a:t>、重新表述</a:t>
            </a:r>
            <a:r>
              <a:rPr lang="en-US" altLang="zh-CN" sz="3200" dirty="0">
                <a:solidFill>
                  <a:srgbClr val="006699"/>
                </a:solidFill>
                <a:latin typeface="Verdana" panose="020B0604030504040204" pitchFamily="34" charset="0"/>
              </a:rPr>
              <a:t>(Re-expression)</a:t>
            </a: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重新表达</a:t>
            </a:r>
            <a:r>
              <a:rPr lang="en-US" altLang="zh-CN" sz="3200" dirty="0">
                <a:solidFill>
                  <a:srgbClr val="006699"/>
                </a:solidFill>
                <a:latin typeface="Verdana" panose="020B0604030504040204" pitchFamily="34" charset="0"/>
              </a:rPr>
              <a:t>(Re-expression)</a:t>
            </a:r>
            <a:r>
              <a:rPr lang="zh-CN" altLang="en-US" sz="3200" dirty="0">
                <a:solidFill>
                  <a:srgbClr val="006699"/>
                </a:solidFill>
                <a:latin typeface="Verdana" panose="020B0604030504040204" pitchFamily="34" charset="0"/>
              </a:rPr>
              <a:t>，涉及到运用何种尺度会简化分析。</a:t>
            </a:r>
          </a:p>
          <a:p>
            <a:pPr eaLnBrk="1" hangingPunct="1">
              <a:spcBef>
                <a:spcPct val="20000"/>
              </a:spcBef>
              <a:buFontTx/>
              <a:buChar char="•"/>
            </a:pP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6159371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1.1 </a:t>
            </a:r>
            <a:r>
              <a:rPr lang="zh-CN" altLang="en-US" dirty="0"/>
              <a:t>探索性数据分析</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275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4</a:t>
            </a:r>
            <a:r>
              <a:rPr lang="zh-CN" altLang="en-US" sz="3200" dirty="0">
                <a:solidFill>
                  <a:srgbClr val="006699"/>
                </a:solidFill>
                <a:latin typeface="Verdana" panose="020B0604030504040204" pitchFamily="34" charset="0"/>
              </a:rPr>
              <a:t>、图形启示</a:t>
            </a:r>
            <a:r>
              <a:rPr lang="en-US" altLang="zh-CN" sz="3200" dirty="0">
                <a:solidFill>
                  <a:srgbClr val="006699"/>
                </a:solidFill>
                <a:latin typeface="Verdana" panose="020B0604030504040204" pitchFamily="34" charset="0"/>
              </a:rPr>
              <a:t>(Revelation)</a:t>
            </a:r>
          </a:p>
          <a:p>
            <a:pPr marL="0" indent="0" eaLnBrk="1" hangingPunct="1">
              <a:spcBef>
                <a:spcPct val="20000"/>
              </a:spcBef>
            </a:pPr>
            <a:r>
              <a:rPr lang="zh-CN" altLang="en-US" sz="3200" dirty="0">
                <a:solidFill>
                  <a:srgbClr val="006699"/>
                </a:solidFill>
                <a:latin typeface="Verdana" panose="020B0604030504040204" pitchFamily="34" charset="0"/>
              </a:rPr>
              <a:t>探索性数据分析强调数据图形的启示作用，它能使分析者看出数据、拟合以及残差的行为，从而抓住数据中意想不到的特点。</a:t>
            </a:r>
          </a:p>
          <a:p>
            <a:pPr eaLnBrk="1" hangingPunct="1">
              <a:spcBef>
                <a:spcPct val="20000"/>
              </a:spcBef>
              <a:buFontTx/>
              <a:buChar char="•"/>
            </a:pP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22369002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a:extLst>
              <a:ext uri="{FF2B5EF4-FFF2-40B4-BE49-F238E27FC236}">
                <a16:creationId xmlns:a16="http://schemas.microsoft.com/office/drawing/2014/main" id="{6D5878D2-F230-4952-9195-B8EF96DEFD27}"/>
              </a:ext>
            </a:extLst>
          </p:cNvPr>
          <p:cNvSpPr>
            <a:spLocks noChangeArrowheads="1"/>
          </p:cNvSpPr>
          <p:nvPr/>
        </p:nvSpPr>
        <p:spPr bwMode="auto">
          <a:xfrm>
            <a:off x="457200" y="952500"/>
            <a:ext cx="7772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5000"/>
              </a:lnSpc>
              <a:buClr>
                <a:schemeClr val="folHlink"/>
              </a:buClr>
              <a:buSzPct val="60000"/>
              <a:buFont typeface="Wingdings" panose="05000000000000000000" pitchFamily="2" charset="2"/>
              <a:buNone/>
            </a:pPr>
            <a:r>
              <a:rPr lang="en-US" altLang="zh-CN" sz="2000" dirty="0">
                <a:ea typeface="黑体" panose="02010609060101010101" pitchFamily="49" charset="-122"/>
              </a:rPr>
              <a:t>【</a:t>
            </a:r>
            <a:r>
              <a:rPr lang="zh-CN" altLang="en-US" sz="2000" dirty="0">
                <a:ea typeface="黑体" panose="02010609060101010101" pitchFamily="49" charset="-122"/>
              </a:rPr>
              <a:t>例</a:t>
            </a:r>
            <a:r>
              <a:rPr lang="en-US" altLang="zh-CN" sz="2000" dirty="0">
                <a:ea typeface="黑体" panose="02010609060101010101" pitchFamily="49" charset="-122"/>
              </a:rPr>
              <a:t>】Bendixen</a:t>
            </a:r>
            <a:r>
              <a:rPr lang="zh-CN" altLang="en-US" sz="2000" dirty="0">
                <a:ea typeface="黑体" panose="02010609060101010101" pitchFamily="49" charset="-122"/>
              </a:rPr>
              <a:t>（</a:t>
            </a:r>
            <a:r>
              <a:rPr lang="en-US" altLang="zh-CN" sz="2000" dirty="0">
                <a:ea typeface="黑体" panose="02010609060101010101" pitchFamily="49" charset="-122"/>
              </a:rPr>
              <a:t>1977</a:t>
            </a:r>
            <a:r>
              <a:rPr lang="zh-CN" altLang="en-US" sz="2000" dirty="0">
                <a:ea typeface="黑体" panose="02010609060101010101" pitchFamily="49" charset="-122"/>
              </a:rPr>
              <a:t>）给出了需要</a:t>
            </a:r>
            <a:r>
              <a:rPr lang="en-US" altLang="zh-CN" sz="2000" dirty="0">
                <a:ea typeface="黑体" panose="02010609060101010101" pitchFamily="49" charset="-122"/>
              </a:rPr>
              <a:t>24</a:t>
            </a:r>
            <a:r>
              <a:rPr lang="zh-CN" altLang="en-US" sz="2000" dirty="0">
                <a:ea typeface="黑体" panose="02010609060101010101" pitchFamily="49" charset="-122"/>
              </a:rPr>
              <a:t>小时以上呼吸支持（一种强化治疗）的</a:t>
            </a:r>
            <a:r>
              <a:rPr lang="en-US" altLang="zh-CN" sz="2000" dirty="0">
                <a:ea typeface="黑体" panose="02010609060101010101" pitchFamily="49" charset="-122"/>
              </a:rPr>
              <a:t>11</a:t>
            </a:r>
            <a:r>
              <a:rPr lang="zh-CN" altLang="en-US" sz="2000" dirty="0">
                <a:ea typeface="黑体" panose="02010609060101010101" pitchFamily="49" charset="-122"/>
              </a:rPr>
              <a:t>类病人的生存百分率。分析什么百分率是典型的。</a:t>
            </a:r>
          </a:p>
          <a:p>
            <a:pPr>
              <a:lnSpc>
                <a:spcPct val="125000"/>
              </a:lnSpc>
              <a:buClr>
                <a:schemeClr val="folHlink"/>
              </a:buClr>
              <a:buSzPct val="60000"/>
              <a:buFont typeface="Wingdings" panose="05000000000000000000" pitchFamily="2" charset="2"/>
              <a:buNone/>
            </a:pPr>
            <a:r>
              <a:rPr lang="zh-CN" altLang="en-US" sz="2000" dirty="0">
                <a:ea typeface="黑体" panose="02010609060101010101" pitchFamily="49" charset="-122"/>
              </a:rPr>
              <a:t>     次序统计量为</a:t>
            </a:r>
          </a:p>
          <a:p>
            <a:pPr>
              <a:lnSpc>
                <a:spcPct val="125000"/>
              </a:lnSpc>
              <a:buClr>
                <a:schemeClr val="folHlink"/>
              </a:buClr>
              <a:buSzPct val="60000"/>
              <a:buFont typeface="Wingdings" panose="05000000000000000000" pitchFamily="2" charset="2"/>
              <a:buNone/>
            </a:pPr>
            <a:r>
              <a:rPr lang="zh-CN" altLang="en-US" sz="2000" dirty="0">
                <a:ea typeface="黑体" panose="02010609060101010101" pitchFamily="49" charset="-122"/>
              </a:rPr>
              <a:t>            </a:t>
            </a:r>
            <a:r>
              <a:rPr lang="en-US" altLang="zh-CN" sz="2000" i="1" dirty="0" err="1">
                <a:ea typeface="黑体" panose="02010609060101010101" pitchFamily="49" charset="-122"/>
              </a:rPr>
              <a:t>i</a:t>
            </a:r>
            <a:r>
              <a:rPr lang="zh-CN" altLang="en-US" sz="2000" i="1" dirty="0">
                <a:ea typeface="黑体" panose="02010609060101010101" pitchFamily="49" charset="-122"/>
              </a:rPr>
              <a:t>： </a:t>
            </a:r>
            <a:r>
              <a:rPr lang="en-US" altLang="zh-CN" sz="2000" dirty="0">
                <a:ea typeface="黑体" panose="02010609060101010101" pitchFamily="49" charset="-122"/>
              </a:rPr>
              <a:t>1     2     3     4     5     6     7     8     9    10     11</a:t>
            </a:r>
          </a:p>
          <a:p>
            <a:pPr>
              <a:lnSpc>
                <a:spcPct val="125000"/>
              </a:lnSpc>
              <a:buClr>
                <a:schemeClr val="folHlink"/>
              </a:buClr>
              <a:buSzPct val="60000"/>
              <a:buFont typeface="Wingdings" panose="05000000000000000000" pitchFamily="2" charset="2"/>
              <a:buNone/>
            </a:pPr>
            <a:r>
              <a:rPr lang="en-US" altLang="zh-CN" sz="2000" i="1" dirty="0">
                <a:ea typeface="黑体" panose="02010609060101010101" pitchFamily="49" charset="-122"/>
              </a:rPr>
              <a:t>         x</a:t>
            </a:r>
            <a:r>
              <a:rPr lang="en-US" altLang="zh-CN" sz="2000" i="1" baseline="-25000" dirty="0">
                <a:ea typeface="黑体" panose="02010609060101010101" pitchFamily="49" charset="-122"/>
              </a:rPr>
              <a:t>(</a:t>
            </a:r>
            <a:r>
              <a:rPr lang="en-US" altLang="zh-CN" sz="2000" i="1" baseline="-25000" dirty="0" err="1">
                <a:ea typeface="黑体" panose="02010609060101010101" pitchFamily="49" charset="-122"/>
              </a:rPr>
              <a:t>i</a:t>
            </a:r>
            <a:r>
              <a:rPr lang="en-US" altLang="zh-CN" sz="2000" i="1" baseline="-25000" dirty="0">
                <a:ea typeface="黑体" panose="02010609060101010101" pitchFamily="49" charset="-122"/>
              </a:rPr>
              <a:t>)</a:t>
            </a:r>
            <a:r>
              <a:rPr lang="zh-CN" altLang="en-US" sz="2000" dirty="0">
                <a:ea typeface="黑体" panose="02010609060101010101" pitchFamily="49" charset="-122"/>
              </a:rPr>
              <a:t>：</a:t>
            </a:r>
            <a:r>
              <a:rPr lang="en-US" altLang="zh-CN" sz="2000" dirty="0">
                <a:ea typeface="黑体" panose="02010609060101010101" pitchFamily="49" charset="-122"/>
              </a:rPr>
              <a:t>36   37   45   52   56   58   66   68   75   90   100</a:t>
            </a:r>
          </a:p>
          <a:p>
            <a:pPr>
              <a:lnSpc>
                <a:spcPct val="125000"/>
              </a:lnSpc>
              <a:buClr>
                <a:schemeClr val="folHlink"/>
              </a:buClr>
              <a:buSzPct val="60000"/>
              <a:buFont typeface="Wingdings" panose="05000000000000000000" pitchFamily="2" charset="2"/>
              <a:buNone/>
            </a:pPr>
            <a:endParaRPr lang="en-US" altLang="zh-CN" sz="2000" dirty="0">
              <a:ea typeface="黑体" panose="02010609060101010101" pitchFamily="49" charset="-122"/>
            </a:endParaRPr>
          </a:p>
          <a:p>
            <a:pPr>
              <a:lnSpc>
                <a:spcPct val="125000"/>
              </a:lnSpc>
              <a:buClr>
                <a:schemeClr val="folHlink"/>
              </a:buClr>
              <a:buSzPct val="60000"/>
              <a:buFont typeface="Wingdings" panose="05000000000000000000" pitchFamily="2" charset="2"/>
              <a:buNone/>
            </a:pPr>
            <a:r>
              <a:rPr lang="en-US" altLang="zh-CN" sz="2000" dirty="0">
                <a:ea typeface="黑体" panose="02010609060101010101" pitchFamily="49" charset="-122"/>
              </a:rPr>
              <a:t>     </a:t>
            </a:r>
            <a:r>
              <a:rPr lang="zh-CN" altLang="en-US" sz="2000" dirty="0">
                <a:ea typeface="黑体" panose="02010609060101010101" pitchFamily="49" charset="-122"/>
              </a:rPr>
              <a:t>由于</a:t>
            </a:r>
            <a:r>
              <a:rPr lang="en-US" altLang="zh-CN" sz="2000" i="1" dirty="0">
                <a:ea typeface="黑体" panose="02010609060101010101" pitchFamily="49" charset="-122"/>
              </a:rPr>
              <a:t>n=11</a:t>
            </a:r>
            <a:r>
              <a:rPr lang="zh-CN" altLang="en-US" sz="2000" dirty="0">
                <a:ea typeface="黑体" panose="02010609060101010101" pitchFamily="49" charset="-122"/>
              </a:rPr>
              <a:t>，中位数深度</a:t>
            </a:r>
            <a:r>
              <a:rPr lang="en-US" altLang="zh-CN" sz="2000" i="1" dirty="0">
                <a:ea typeface="黑体" panose="02010609060101010101" pitchFamily="49" charset="-122"/>
              </a:rPr>
              <a:t>d(M)=(11+1)/2=6</a:t>
            </a:r>
            <a:r>
              <a:rPr lang="zh-CN" altLang="en-US" sz="2000" dirty="0">
                <a:ea typeface="黑体" panose="02010609060101010101" pitchFamily="49" charset="-122"/>
              </a:rPr>
              <a:t>，中位数</a:t>
            </a:r>
            <a:r>
              <a:rPr lang="en-US" altLang="zh-CN" sz="2000" i="1" dirty="0">
                <a:ea typeface="黑体" panose="02010609060101010101" pitchFamily="49" charset="-122"/>
              </a:rPr>
              <a:t>M</a:t>
            </a:r>
            <a:r>
              <a:rPr lang="zh-CN" altLang="en-US" sz="2000" i="1" dirty="0">
                <a:ea typeface="黑体" panose="02010609060101010101" pitchFamily="49" charset="-122"/>
              </a:rPr>
              <a:t>＝</a:t>
            </a:r>
            <a:r>
              <a:rPr lang="en-US" altLang="zh-CN" sz="2000" i="1" dirty="0">
                <a:ea typeface="黑体" panose="02010609060101010101" pitchFamily="49" charset="-122"/>
              </a:rPr>
              <a:t>x</a:t>
            </a:r>
            <a:r>
              <a:rPr lang="en-US" altLang="zh-CN" sz="2000" i="1" baseline="-25000" dirty="0">
                <a:ea typeface="黑体" panose="02010609060101010101" pitchFamily="49" charset="-122"/>
              </a:rPr>
              <a:t>(6)</a:t>
            </a:r>
            <a:r>
              <a:rPr lang="zh-CN" altLang="en-US" sz="2000" i="1" dirty="0">
                <a:ea typeface="黑体" panose="02010609060101010101" pitchFamily="49" charset="-122"/>
              </a:rPr>
              <a:t>＝</a:t>
            </a:r>
            <a:r>
              <a:rPr lang="en-US" altLang="zh-CN" sz="2000" i="1" dirty="0">
                <a:ea typeface="黑体" panose="02010609060101010101" pitchFamily="49" charset="-122"/>
              </a:rPr>
              <a:t>58</a:t>
            </a:r>
            <a:r>
              <a:rPr lang="zh-CN" altLang="en-US" sz="2000" dirty="0">
                <a:ea typeface="黑体" panose="02010609060101010101" pitchFamily="49" charset="-122"/>
              </a:rPr>
              <a:t>；四分数深度</a:t>
            </a:r>
            <a:r>
              <a:rPr lang="en-US" altLang="zh-CN" sz="2000" i="1" dirty="0">
                <a:ea typeface="黑体" panose="02010609060101010101" pitchFamily="49" charset="-122"/>
              </a:rPr>
              <a:t>d(F)=(6+1)/2=3.5</a:t>
            </a:r>
            <a:r>
              <a:rPr lang="zh-CN" altLang="en-US" sz="2000" dirty="0">
                <a:ea typeface="黑体" panose="02010609060101010101" pitchFamily="49" charset="-122"/>
              </a:rPr>
              <a:t>，因而下四分数</a:t>
            </a:r>
            <a:r>
              <a:rPr lang="en-US" altLang="zh-CN" sz="2000" i="1" dirty="0">
                <a:ea typeface="黑体" panose="02010609060101010101" pitchFamily="49" charset="-122"/>
              </a:rPr>
              <a:t>F</a:t>
            </a:r>
            <a:r>
              <a:rPr lang="en-US" altLang="zh-CN" sz="2000" i="1" baseline="-25000" dirty="0">
                <a:ea typeface="黑体" panose="02010609060101010101" pitchFamily="49" charset="-122"/>
              </a:rPr>
              <a:t>l</a:t>
            </a:r>
            <a:r>
              <a:rPr lang="en-US" altLang="zh-CN" sz="2000" i="1" dirty="0">
                <a:ea typeface="黑体" panose="02010609060101010101" pitchFamily="49" charset="-122"/>
              </a:rPr>
              <a:t>=(x</a:t>
            </a:r>
            <a:r>
              <a:rPr lang="en-US" altLang="zh-CN" sz="2000" i="1" baseline="-25000" dirty="0">
                <a:ea typeface="黑体" panose="02010609060101010101" pitchFamily="49" charset="-122"/>
              </a:rPr>
              <a:t>(3)</a:t>
            </a:r>
            <a:r>
              <a:rPr lang="en-US" altLang="zh-CN" sz="2000" i="1" dirty="0">
                <a:ea typeface="黑体" panose="02010609060101010101" pitchFamily="49" charset="-122"/>
              </a:rPr>
              <a:t>+x</a:t>
            </a:r>
            <a:r>
              <a:rPr lang="en-US" altLang="zh-CN" sz="2000" i="1" baseline="-25000" dirty="0">
                <a:ea typeface="黑体" panose="02010609060101010101" pitchFamily="49" charset="-122"/>
              </a:rPr>
              <a:t>(4)</a:t>
            </a:r>
            <a:r>
              <a:rPr lang="en-US" altLang="zh-CN" sz="2000" i="1" dirty="0">
                <a:ea typeface="黑体" panose="02010609060101010101" pitchFamily="49" charset="-122"/>
              </a:rPr>
              <a:t>)/2</a:t>
            </a:r>
            <a:r>
              <a:rPr lang="en-US" altLang="zh-CN" sz="2000" dirty="0">
                <a:ea typeface="黑体" panose="02010609060101010101" pitchFamily="49" charset="-122"/>
              </a:rPr>
              <a:t>=48.5</a:t>
            </a:r>
            <a:r>
              <a:rPr lang="zh-CN" altLang="en-US" sz="2000" dirty="0">
                <a:ea typeface="黑体" panose="02010609060101010101" pitchFamily="49" charset="-122"/>
              </a:rPr>
              <a:t>，上四分数</a:t>
            </a:r>
            <a:r>
              <a:rPr lang="en-US" altLang="zh-CN" sz="2000" i="1" dirty="0">
                <a:ea typeface="黑体" panose="02010609060101010101" pitchFamily="49" charset="-122"/>
              </a:rPr>
              <a:t>F</a:t>
            </a:r>
            <a:r>
              <a:rPr lang="en-US" altLang="zh-CN" sz="2000" i="1" baseline="-25000" dirty="0">
                <a:ea typeface="黑体" panose="02010609060101010101" pitchFamily="49" charset="-122"/>
              </a:rPr>
              <a:t>u</a:t>
            </a:r>
            <a:r>
              <a:rPr lang="en-US" altLang="zh-CN" sz="2000" i="1" dirty="0">
                <a:ea typeface="黑体" panose="02010609060101010101" pitchFamily="49" charset="-122"/>
              </a:rPr>
              <a:t>=(x</a:t>
            </a:r>
            <a:r>
              <a:rPr lang="en-US" altLang="zh-CN" sz="2000" i="1" baseline="-25000" dirty="0">
                <a:ea typeface="黑体" panose="02010609060101010101" pitchFamily="49" charset="-122"/>
              </a:rPr>
              <a:t>(9)</a:t>
            </a:r>
            <a:r>
              <a:rPr lang="en-US" altLang="zh-CN" sz="2000" i="1" dirty="0">
                <a:ea typeface="黑体" panose="02010609060101010101" pitchFamily="49" charset="-122"/>
              </a:rPr>
              <a:t>+x</a:t>
            </a:r>
            <a:r>
              <a:rPr lang="en-US" altLang="zh-CN" sz="2000" i="1" baseline="-25000" dirty="0">
                <a:ea typeface="黑体" panose="02010609060101010101" pitchFamily="49" charset="-122"/>
              </a:rPr>
              <a:t>(8)</a:t>
            </a:r>
            <a:r>
              <a:rPr lang="en-US" altLang="zh-CN" sz="2000" i="1" dirty="0">
                <a:ea typeface="黑体" panose="02010609060101010101" pitchFamily="49" charset="-122"/>
              </a:rPr>
              <a:t>)/2</a:t>
            </a:r>
            <a:r>
              <a:rPr lang="en-US" altLang="zh-CN" sz="2000" dirty="0">
                <a:ea typeface="黑体" panose="02010609060101010101" pitchFamily="49" charset="-122"/>
              </a:rPr>
              <a:t>=71.5</a:t>
            </a:r>
          </a:p>
          <a:p>
            <a:pPr>
              <a:lnSpc>
                <a:spcPct val="125000"/>
              </a:lnSpc>
              <a:buClr>
                <a:schemeClr val="folHlink"/>
              </a:buClr>
              <a:buSzPct val="60000"/>
              <a:buFont typeface="Wingdings" panose="05000000000000000000" pitchFamily="2" charset="2"/>
              <a:buNone/>
            </a:pPr>
            <a:endParaRPr lang="en-US" altLang="zh-CN" sz="2000" dirty="0">
              <a:ea typeface="黑体" panose="02010609060101010101" pitchFamily="49" charset="-122"/>
            </a:endParaRPr>
          </a:p>
          <a:p>
            <a:pPr>
              <a:lnSpc>
                <a:spcPct val="125000"/>
              </a:lnSpc>
              <a:buClr>
                <a:schemeClr val="folHlink"/>
              </a:buClr>
              <a:buSzPct val="60000"/>
              <a:buFont typeface="Wingdings" panose="05000000000000000000" pitchFamily="2" charset="2"/>
              <a:buNone/>
            </a:pPr>
            <a:r>
              <a:rPr lang="en-US" altLang="zh-CN" sz="2000" dirty="0">
                <a:ea typeface="黑体" panose="02010609060101010101" pitchFamily="49" charset="-122"/>
              </a:rPr>
              <a:t>     </a:t>
            </a:r>
            <a:r>
              <a:rPr lang="zh-CN" altLang="en-US" sz="2000" dirty="0">
                <a:ea typeface="黑体" panose="02010609060101010101" pitchFamily="49" charset="-122"/>
              </a:rPr>
              <a:t>将中位数、极端数、四分数放在一起的五数总括可知：这</a:t>
            </a:r>
            <a:r>
              <a:rPr lang="en-US" altLang="zh-CN" sz="2000" dirty="0">
                <a:ea typeface="黑体" panose="02010609060101010101" pitchFamily="49" charset="-122"/>
              </a:rPr>
              <a:t>11</a:t>
            </a:r>
            <a:r>
              <a:rPr lang="zh-CN" altLang="en-US" sz="2000" dirty="0">
                <a:ea typeface="黑体" panose="02010609060101010101" pitchFamily="49" charset="-122"/>
              </a:rPr>
              <a:t>类病人生存百分率的典型值是</a:t>
            </a:r>
            <a:r>
              <a:rPr lang="en-US" altLang="zh-CN" sz="2000" dirty="0">
                <a:ea typeface="黑体" panose="02010609060101010101" pitchFamily="49" charset="-122"/>
              </a:rPr>
              <a:t>58%</a:t>
            </a:r>
            <a:r>
              <a:rPr lang="zh-CN" altLang="en-US" sz="2000" dirty="0">
                <a:ea typeface="黑体" panose="02010609060101010101" pitchFamily="49" charset="-122"/>
              </a:rPr>
              <a:t>，尽管生存率可以高达</a:t>
            </a:r>
            <a:r>
              <a:rPr lang="en-US" altLang="zh-CN" sz="2000" dirty="0">
                <a:ea typeface="黑体" panose="02010609060101010101" pitchFamily="49" charset="-122"/>
              </a:rPr>
              <a:t>100</a:t>
            </a:r>
            <a:r>
              <a:rPr lang="zh-CN" altLang="en-US" sz="2000" dirty="0">
                <a:ea typeface="黑体" panose="02010609060101010101" pitchFamily="49" charset="-122"/>
              </a:rPr>
              <a:t>％，低到</a:t>
            </a:r>
            <a:r>
              <a:rPr lang="en-US" altLang="zh-CN" sz="2000" dirty="0">
                <a:ea typeface="黑体" panose="02010609060101010101" pitchFamily="49" charset="-122"/>
              </a:rPr>
              <a:t>36</a:t>
            </a:r>
            <a:r>
              <a:rPr lang="zh-CN" altLang="en-US" sz="2000" dirty="0">
                <a:ea typeface="黑体" panose="02010609060101010101" pitchFamily="49" charset="-122"/>
              </a:rPr>
              <a:t>％，但其中一半的生存率是</a:t>
            </a:r>
            <a:r>
              <a:rPr lang="en-US" altLang="zh-CN" sz="2000" dirty="0">
                <a:ea typeface="黑体" panose="02010609060101010101" pitchFamily="49" charset="-122"/>
              </a:rPr>
              <a:t>48.5%~71.5%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1.2 </a:t>
            </a:r>
            <a:r>
              <a:rPr lang="zh-CN" altLang="en-US" dirty="0"/>
              <a:t>概率统计</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521550" y="1453074"/>
            <a:ext cx="6795755" cy="197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600" dirty="0">
                <a:solidFill>
                  <a:srgbClr val="006699"/>
                </a:solidFill>
                <a:latin typeface="Verdana" panose="020B0604030504040204" pitchFamily="34" charset="0"/>
              </a:rPr>
              <a:t>统计必须为各个领域服务</a:t>
            </a:r>
          </a:p>
          <a:p>
            <a:pPr eaLnBrk="1" hangingPunct="1">
              <a:spcBef>
                <a:spcPct val="20000"/>
              </a:spcBef>
              <a:buFontTx/>
              <a:buChar char="•"/>
            </a:pPr>
            <a:r>
              <a:rPr lang="zh-CN" altLang="en-US" sz="3600" dirty="0">
                <a:solidFill>
                  <a:srgbClr val="006699"/>
                </a:solidFill>
                <a:latin typeface="Verdana" panose="020B0604030504040204" pitchFamily="34" charset="0"/>
              </a:rPr>
              <a:t>统计必须和数据打交道</a:t>
            </a:r>
            <a:endParaRPr lang="en-US" altLang="zh-CN" sz="3600" dirty="0">
              <a:solidFill>
                <a:srgbClr val="006699"/>
              </a:solidFill>
              <a:latin typeface="Verdana" panose="020B0604030504040204" pitchFamily="34" charset="0"/>
            </a:endParaRPr>
          </a:p>
          <a:p>
            <a:pPr eaLnBrk="1" hangingPunct="1">
              <a:spcBef>
                <a:spcPct val="20000"/>
              </a:spcBef>
              <a:buFontTx/>
              <a:buChar char="•"/>
            </a:pPr>
            <a:r>
              <a:rPr lang="zh-CN" altLang="en-US" sz="3600" dirty="0">
                <a:solidFill>
                  <a:srgbClr val="006699"/>
                </a:solidFill>
                <a:latin typeface="Verdana" panose="020B0604030504040204" pitchFamily="34" charset="0"/>
              </a:rPr>
              <a:t>统计必须和计算机结合</a:t>
            </a:r>
            <a:endParaRPr lang="en-US" altLang="zh-CN" sz="36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16627084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1.2 </a:t>
            </a:r>
            <a:r>
              <a:rPr lang="zh-CN" altLang="en-US" dirty="0"/>
              <a:t>概率统计：统计量</a:t>
            </a:r>
          </a:p>
        </p:txBody>
      </p:sp>
      <p:sp>
        <p:nvSpPr>
          <p:cNvPr id="5" name="文本框 4">
            <a:extLst>
              <a:ext uri="{FF2B5EF4-FFF2-40B4-BE49-F238E27FC236}">
                <a16:creationId xmlns:a16="http://schemas.microsoft.com/office/drawing/2014/main" id="{22CE7270-5A17-468D-A515-59E07CCE2DF5}"/>
              </a:ext>
            </a:extLst>
          </p:cNvPr>
          <p:cNvSpPr txBox="1"/>
          <p:nvPr/>
        </p:nvSpPr>
        <p:spPr>
          <a:xfrm>
            <a:off x="1061610" y="998730"/>
            <a:ext cx="6266044" cy="5324535"/>
          </a:xfrm>
          <a:prstGeom prst="rect">
            <a:avLst/>
          </a:prstGeom>
          <a:noFill/>
          <a:ln w="25400">
            <a:noFill/>
          </a:ln>
        </p:spPr>
        <p:txBody>
          <a:bodyPr wrap="square">
            <a:spAutoFit/>
          </a:bodyPr>
          <a:lstStyle/>
          <a:p>
            <a:r>
              <a:rPr lang="en-US" altLang="zh-CN" sz="2800" b="1" dirty="0"/>
              <a:t>1</a:t>
            </a:r>
            <a:r>
              <a:rPr lang="zh-CN" altLang="en-US" sz="2800" b="1" dirty="0"/>
              <a:t>，位置特征量</a:t>
            </a:r>
            <a:endParaRPr lang="zh-CN" altLang="en-US" sz="2800" dirty="0"/>
          </a:p>
          <a:p>
            <a:pPr marL="342900" indent="-342900">
              <a:buFont typeface="Arial" panose="020B0604020202020204" pitchFamily="34" charset="0"/>
              <a:buChar char="•"/>
            </a:pPr>
            <a:r>
              <a:rPr lang="zh-CN" altLang="en-US" sz="2400" dirty="0"/>
              <a:t>均值</a:t>
            </a:r>
          </a:p>
          <a:p>
            <a:pPr marL="342900" indent="-342900">
              <a:buFont typeface="Arial" panose="020B0604020202020204" pitchFamily="34" charset="0"/>
              <a:buChar char="•"/>
            </a:pPr>
            <a:r>
              <a:rPr lang="zh-CN" altLang="en-US" sz="2400" dirty="0"/>
              <a:t>中位数</a:t>
            </a:r>
          </a:p>
          <a:p>
            <a:pPr marL="342900" indent="-342900">
              <a:buFont typeface="Arial" panose="020B0604020202020204" pitchFamily="34" charset="0"/>
              <a:buChar char="•"/>
            </a:pPr>
            <a:r>
              <a:rPr lang="zh-CN" altLang="en-US" sz="2400" dirty="0"/>
              <a:t>众数</a:t>
            </a:r>
          </a:p>
          <a:p>
            <a:r>
              <a:rPr lang="en-US" altLang="zh-CN" sz="2800" b="1" dirty="0"/>
              <a:t>2</a:t>
            </a:r>
            <a:r>
              <a:rPr lang="zh-CN" altLang="en-US" sz="2800" b="1" dirty="0"/>
              <a:t>，分散程度（变异性）</a:t>
            </a:r>
            <a:endParaRPr lang="zh-CN" altLang="en-US" sz="2800" dirty="0"/>
          </a:p>
          <a:p>
            <a:pPr marL="342900" indent="-342900">
              <a:buFont typeface="Arial" panose="020B0604020202020204" pitchFamily="34" charset="0"/>
              <a:buChar char="•"/>
            </a:pPr>
            <a:r>
              <a:rPr lang="zh-CN" altLang="en-US" sz="2400" dirty="0"/>
              <a:t>方差和标准差</a:t>
            </a:r>
          </a:p>
          <a:p>
            <a:pPr marL="342900" indent="-342900">
              <a:buFont typeface="Arial" panose="020B0604020202020204" pitchFamily="34" charset="0"/>
              <a:buChar char="•"/>
            </a:pPr>
            <a:r>
              <a:rPr lang="zh-CN" altLang="en-US" sz="2400" dirty="0"/>
              <a:t>变异系数</a:t>
            </a:r>
          </a:p>
          <a:p>
            <a:pPr marL="342900" indent="-342900">
              <a:buFont typeface="Arial" panose="020B0604020202020204" pitchFamily="34" charset="0"/>
              <a:buChar char="•"/>
            </a:pPr>
            <a:r>
              <a:rPr lang="zh-CN" altLang="en-US" sz="2400" dirty="0"/>
              <a:t>极差</a:t>
            </a:r>
          </a:p>
          <a:p>
            <a:pPr marL="342900" indent="-342900">
              <a:buFont typeface="Arial" panose="020B0604020202020204" pitchFamily="34" charset="0"/>
              <a:buChar char="•"/>
            </a:pPr>
            <a:r>
              <a:rPr lang="zh-CN" altLang="en-US" sz="2400" dirty="0"/>
              <a:t>四分位间距</a:t>
            </a:r>
          </a:p>
          <a:p>
            <a:r>
              <a:rPr lang="en-US" altLang="zh-CN" sz="2800" b="1" dirty="0"/>
              <a:t>3</a:t>
            </a:r>
            <a:r>
              <a:rPr lang="zh-CN" altLang="en-US" sz="2800" b="1" dirty="0"/>
              <a:t>，与分布形状有关</a:t>
            </a:r>
            <a:endParaRPr lang="zh-CN" altLang="en-US" sz="2800" dirty="0"/>
          </a:p>
          <a:p>
            <a:pPr marL="342900" indent="-342900">
              <a:buFont typeface="Arial" panose="020B0604020202020204" pitchFamily="34" charset="0"/>
              <a:buChar char="•"/>
            </a:pPr>
            <a:r>
              <a:rPr lang="zh-CN" altLang="en-US" sz="2400" dirty="0"/>
              <a:t>偏度</a:t>
            </a:r>
          </a:p>
          <a:p>
            <a:pPr marL="342900" indent="-342900">
              <a:buFont typeface="Arial" panose="020B0604020202020204" pitchFamily="34" charset="0"/>
              <a:buChar char="•"/>
            </a:pPr>
            <a:r>
              <a:rPr lang="zh-CN" altLang="en-US" sz="2400" dirty="0"/>
              <a:t>峰度</a:t>
            </a:r>
          </a:p>
          <a:p>
            <a:r>
              <a:rPr lang="en-US" altLang="zh-CN" sz="2800" b="1" dirty="0"/>
              <a:t>4</a:t>
            </a:r>
            <a:r>
              <a:rPr lang="zh-CN" altLang="en-US" sz="2800" b="1" dirty="0"/>
              <a:t>，相关系数</a:t>
            </a:r>
            <a:endParaRPr lang="zh-CN" altLang="en-US" sz="2800" dirty="0"/>
          </a:p>
        </p:txBody>
      </p:sp>
    </p:spTree>
    <p:extLst>
      <p:ext uri="{BB962C8B-B14F-4D97-AF65-F5344CB8AC3E}">
        <p14:creationId xmlns:p14="http://schemas.microsoft.com/office/powerpoint/2010/main" val="11360220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1.2 </a:t>
            </a:r>
            <a:r>
              <a:rPr lang="zh-CN" altLang="en-US" dirty="0"/>
              <a:t>概率统计</a:t>
            </a:r>
          </a:p>
        </p:txBody>
      </p:sp>
      <mc:AlternateContent xmlns:mc="http://schemas.openxmlformats.org/markup-compatibility/2006" xmlns:a14="http://schemas.microsoft.com/office/drawing/2010/main">
        <mc:Choice Requires="a14">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998730"/>
                <a:ext cx="8892480" cy="568155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600" b="1" dirty="0">
                    <a:solidFill>
                      <a:srgbClr val="006699"/>
                    </a:solidFill>
                    <a:latin typeface="Verdana" panose="020B0604030504040204" pitchFamily="34" charset="0"/>
                  </a:rPr>
                  <a:t>随机过程</a:t>
                </a:r>
                <a:endParaRPr lang="en-US" altLang="zh-CN" sz="3600" b="1" dirty="0">
                  <a:solidFill>
                    <a:srgbClr val="006699"/>
                  </a:solidFill>
                  <a:latin typeface="Verdana" panose="020B0604030504040204" pitchFamily="34" charset="0"/>
                </a:endParaRPr>
              </a:p>
              <a:p>
                <a:pPr>
                  <a:spcBef>
                    <a:spcPts val="900"/>
                  </a:spcBef>
                  <a:spcAft>
                    <a:spcPts val="900"/>
                  </a:spcAft>
                </a:pPr>
                <a:r>
                  <a:rPr lang="en-US" altLang="zh-CN" sz="3200" dirty="0">
                    <a:effectLst/>
                    <a:latin typeface="宋体" panose="02010600030101010101" pitchFamily="2" charset="-122"/>
                    <a:cs typeface="Times New Roman" panose="02020603050405020304" pitchFamily="18" charset="0"/>
                  </a:rPr>
                  <a:t>设</a:t>
                </a:r>
                <a:r>
                  <a:rPr lang="en-US" altLang="zh-CN" sz="3200" dirty="0">
                    <a:effectLst/>
                    <a:latin typeface="Cambria" panose="02040503050406030204" pitchFamily="18" charset="0"/>
                    <a:cs typeface="Times New Roman" panose="02020603050405020304" pitchFamily="18" charset="0"/>
                  </a:rPr>
                  <a:t> T </a:t>
                </a:r>
                <a:r>
                  <a:rPr lang="en-US" altLang="zh-CN" sz="3200" dirty="0" err="1">
                    <a:effectLst/>
                    <a:latin typeface="宋体" panose="02010600030101010101" pitchFamily="2" charset="-122"/>
                    <a:cs typeface="Times New Roman" panose="02020603050405020304" pitchFamily="18" charset="0"/>
                  </a:rPr>
                  <a:t>是一无限实数集。我们把依赖于参数</a:t>
                </a:r>
                <a:r>
                  <a:rPr lang="en-US" altLang="zh-CN" sz="3200" dirty="0">
                    <a:effectLst/>
                    <a:latin typeface="Cambria" panose="02040503050406030204" pitchFamily="18" charset="0"/>
                    <a:cs typeface="Times New Roman" panose="02020603050405020304" pitchFamily="18" charset="0"/>
                  </a:rPr>
                  <a:t> </a:t>
                </a:r>
                <a14:m>
                  <m:oMath xmlns:m="http://schemas.openxmlformats.org/officeDocument/2006/math">
                    <m:r>
                      <a:rPr lang="en-US" altLang="zh-CN" sz="3200" i="1">
                        <a:effectLst/>
                        <a:latin typeface="Cambria Math" panose="02040503050406030204" pitchFamily="18" charset="0"/>
                        <a:cs typeface="Times New Roman" panose="02020603050405020304" pitchFamily="18" charset="0"/>
                      </a:rPr>
                      <m:t>𝑡</m:t>
                    </m:r>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𝑇</m:t>
                    </m:r>
                  </m:oMath>
                </a14:m>
                <a:r>
                  <a:rPr lang="en-US" altLang="zh-CN" sz="3200" dirty="0">
                    <a:effectLst/>
                    <a:latin typeface="Cambria" panose="02040503050406030204" pitchFamily="18" charset="0"/>
                    <a:cs typeface="Times New Roman" panose="02020603050405020304" pitchFamily="18" charset="0"/>
                  </a:rPr>
                  <a:t> </a:t>
                </a:r>
                <a:r>
                  <a:rPr lang="en-US" altLang="zh-CN" sz="3200" dirty="0" err="1">
                    <a:effectLst/>
                    <a:latin typeface="宋体" panose="02010600030101010101" pitchFamily="2" charset="-122"/>
                    <a:cs typeface="Times New Roman" panose="02020603050405020304" pitchFamily="18" charset="0"/>
                  </a:rPr>
                  <a:t>的一族（无限多个）随机变量称为</a:t>
                </a:r>
                <a:r>
                  <a:rPr lang="en-US" altLang="zh-CN" sz="3200" b="1" dirty="0" err="1">
                    <a:effectLst/>
                    <a:latin typeface="宋体" panose="02010600030101010101" pitchFamily="2" charset="-122"/>
                    <a:cs typeface="Times New Roman" panose="02020603050405020304" pitchFamily="18" charset="0"/>
                  </a:rPr>
                  <a:t>随机过程</a:t>
                </a:r>
                <a:r>
                  <a:rPr lang="en-US" altLang="zh-CN" sz="3200" dirty="0" err="1">
                    <a:effectLst/>
                    <a:latin typeface="宋体" panose="02010600030101010101" pitchFamily="2" charset="-122"/>
                    <a:cs typeface="Times New Roman" panose="02020603050405020304" pitchFamily="18" charset="0"/>
                  </a:rPr>
                  <a:t>，记为</a:t>
                </a:r>
                <a:r>
                  <a:rPr lang="en-US" altLang="zh-CN" sz="3200" dirty="0">
                    <a:effectLst/>
                    <a:latin typeface="Cambria" panose="02040503050406030204" pitchFamily="18" charset="0"/>
                    <a:cs typeface="Times New Roman" panose="02020603050405020304" pitchFamily="18" charset="0"/>
                  </a:rPr>
                  <a:t> </a:t>
                </a:r>
                <a14:m>
                  <m:oMath xmlns:m="http://schemas.openxmlformats.org/officeDocument/2006/math">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𝑋</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a:effectLst/>
                            <a:latin typeface="Cambria Math" panose="02040503050406030204" pitchFamily="18" charset="0"/>
                            <a:cs typeface="Times New Roman" panose="02020603050405020304" pitchFamily="18" charset="0"/>
                          </a:rPr>
                          <m:t>𝑡</m:t>
                        </m:r>
                      </m:e>
                    </m:d>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𝑡</m:t>
                    </m:r>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𝑇</m:t>
                    </m:r>
                    <m:r>
                      <a:rPr lang="en-US" altLang="zh-CN" sz="3200">
                        <a:effectLst/>
                        <a:latin typeface="Cambria Math" panose="02040503050406030204" pitchFamily="18" charset="0"/>
                        <a:cs typeface="Times New Roman" panose="02020603050405020304" pitchFamily="18" charset="0"/>
                      </a:rPr>
                      <m:t>}</m:t>
                    </m:r>
                  </m:oMath>
                </a14:m>
                <a:r>
                  <a:rPr lang="en-US" altLang="zh-CN" sz="3200" dirty="0">
                    <a:effectLst/>
                    <a:latin typeface="Cambria" panose="02040503050406030204" pitchFamily="18" charset="0"/>
                    <a:cs typeface="Times New Roman" panose="02020603050405020304" pitchFamily="18" charset="0"/>
                  </a:rPr>
                  <a:t> </a:t>
                </a:r>
                <a:r>
                  <a:rPr lang="en-US" altLang="zh-CN" sz="3200" dirty="0">
                    <a:effectLst/>
                    <a:latin typeface="宋体" panose="02010600030101010101" pitchFamily="2" charset="-122"/>
                    <a:cs typeface="Times New Roman" panose="02020603050405020304" pitchFamily="18" charset="0"/>
                  </a:rPr>
                  <a:t>。</a:t>
                </a:r>
                <a:r>
                  <a:rPr lang="en-US" altLang="zh-CN" sz="3200" dirty="0">
                    <a:effectLst/>
                    <a:latin typeface="Cambria" panose="02040503050406030204" pitchFamily="18" charset="0"/>
                    <a:cs typeface="Times New Roman" panose="02020603050405020304" pitchFamily="18" charset="0"/>
                  </a:rPr>
                  <a:t> </a:t>
                </a:r>
              </a:p>
              <a:p>
                <a:pPr marL="457200" indent="-457200">
                  <a:spcBef>
                    <a:spcPts val="900"/>
                  </a:spcBef>
                  <a:spcAft>
                    <a:spcPts val="900"/>
                  </a:spcAft>
                  <a:buFont typeface="Arial" panose="020B0604020202020204" pitchFamily="34" charset="0"/>
                  <a:buChar char="•"/>
                </a:pPr>
                <a14:m>
                  <m:oMath xmlns:m="http://schemas.openxmlformats.org/officeDocument/2006/math">
                    <m:r>
                      <a:rPr lang="en-US" altLang="zh-CN" sz="3200" i="1">
                        <a:effectLst/>
                        <a:latin typeface="Cambria Math" panose="02040503050406030204" pitchFamily="18" charset="0"/>
                        <a:cs typeface="Times New Roman" panose="02020603050405020304" pitchFamily="18" charset="0"/>
                      </a:rPr>
                      <m:t>𝑋</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a:effectLst/>
                            <a:latin typeface="Cambria Math" panose="02040503050406030204" pitchFamily="18" charset="0"/>
                            <a:cs typeface="Times New Roman" panose="02020603050405020304" pitchFamily="18" charset="0"/>
                          </a:rPr>
                          <m:t>𝑡</m:t>
                        </m:r>
                      </m:e>
                    </m:d>
                  </m:oMath>
                </a14:m>
                <a:r>
                  <a:rPr lang="en-US" altLang="zh-CN" sz="3200" dirty="0">
                    <a:effectLst/>
                    <a:latin typeface="Cambria" panose="02040503050406030204" pitchFamily="18" charset="0"/>
                    <a:cs typeface="Times New Roman" panose="02020603050405020304" pitchFamily="18" charset="0"/>
                  </a:rPr>
                  <a:t> </a:t>
                </a:r>
                <a:r>
                  <a:rPr lang="en-US" altLang="zh-CN" sz="3200" dirty="0" err="1">
                    <a:effectLst/>
                    <a:latin typeface="宋体" panose="02010600030101010101" pitchFamily="2" charset="-122"/>
                    <a:cs typeface="Times New Roman" panose="02020603050405020304" pitchFamily="18" charset="0"/>
                  </a:rPr>
                  <a:t>是随机变量</a:t>
                </a:r>
                <a:r>
                  <a:rPr lang="en-US" altLang="zh-CN" sz="3200" dirty="0">
                    <a:effectLst/>
                    <a:latin typeface="宋体" panose="02010600030101010101" pitchFamily="2" charset="-122"/>
                    <a:cs typeface="Times New Roman" panose="02020603050405020304" pitchFamily="18" charset="0"/>
                  </a:rPr>
                  <a:t>，</a:t>
                </a:r>
                <a:r>
                  <a:rPr lang="en-US" altLang="zh-CN" sz="3200" dirty="0">
                    <a:effectLst/>
                    <a:latin typeface="Cambria" panose="02040503050406030204" pitchFamily="18" charset="0"/>
                    <a:cs typeface="Times New Roman" panose="02020603050405020304" pitchFamily="18" charset="0"/>
                  </a:rPr>
                  <a:t> </a:t>
                </a:r>
                <a14:m>
                  <m:oMath xmlns:m="http://schemas.openxmlformats.org/officeDocument/2006/math">
                    <m:r>
                      <a:rPr lang="en-US" altLang="zh-CN" sz="3200" i="1">
                        <a:effectLst/>
                        <a:latin typeface="Cambria Math" panose="02040503050406030204" pitchFamily="18" charset="0"/>
                        <a:cs typeface="Times New Roman" panose="02020603050405020304" pitchFamily="18" charset="0"/>
                      </a:rPr>
                      <m:t>𝑇</m:t>
                    </m:r>
                  </m:oMath>
                </a14:m>
                <a:r>
                  <a:rPr lang="en-US" altLang="zh-CN" sz="3200" dirty="0">
                    <a:effectLst/>
                    <a:latin typeface="Cambria" panose="02040503050406030204" pitchFamily="18" charset="0"/>
                    <a:cs typeface="Times New Roman" panose="02020603050405020304" pitchFamily="18" charset="0"/>
                  </a:rPr>
                  <a:t> </a:t>
                </a:r>
                <a:r>
                  <a:rPr lang="en-US" altLang="zh-CN" sz="3200" dirty="0" err="1">
                    <a:effectLst/>
                    <a:latin typeface="宋体" panose="02010600030101010101" pitchFamily="2" charset="-122"/>
                    <a:cs typeface="Times New Roman" panose="02020603050405020304" pitchFamily="18" charset="0"/>
                  </a:rPr>
                  <a:t>叫做参数集</a:t>
                </a:r>
                <a:r>
                  <a:rPr lang="en-US" altLang="zh-CN" sz="3200" dirty="0">
                    <a:effectLst/>
                    <a:latin typeface="宋体" panose="02010600030101010101" pitchFamily="2" charset="-122"/>
                    <a:cs typeface="Times New Roman" panose="02020603050405020304" pitchFamily="18" charset="0"/>
                  </a:rPr>
                  <a:t>。</a:t>
                </a:r>
                <a:endParaRPr lang="zh-CN" altLang="zh-CN" sz="3200" dirty="0">
                  <a:effectLst/>
                  <a:latin typeface="Cambria" panose="02040503050406030204" pitchFamily="18" charset="0"/>
                  <a:cs typeface="Times New Roman" panose="02020603050405020304" pitchFamily="18" charset="0"/>
                </a:endParaRPr>
              </a:p>
              <a:p>
                <a:pPr marL="457200" indent="-457200">
                  <a:spcBef>
                    <a:spcPts val="900"/>
                  </a:spcBef>
                  <a:spcAft>
                    <a:spcPts val="900"/>
                  </a:spcAft>
                  <a:buFont typeface="Arial" panose="020B0604020202020204" pitchFamily="34" charset="0"/>
                  <a:buChar char="•"/>
                </a:pPr>
                <a:r>
                  <a:rPr lang="en-US" altLang="zh-CN" sz="3200" dirty="0">
                    <a:effectLst/>
                    <a:latin typeface="Cambria" panose="02040503050406030204" pitchFamily="18" charset="0"/>
                    <a:cs typeface="Times New Roman" panose="02020603050405020304" pitchFamily="18" charset="0"/>
                  </a:rPr>
                  <a:t> </a:t>
                </a:r>
                <a14:m>
                  <m:oMath xmlns:m="http://schemas.openxmlformats.org/officeDocument/2006/math">
                    <m:r>
                      <a:rPr lang="en-US" altLang="zh-CN" sz="3200" i="1">
                        <a:effectLst/>
                        <a:latin typeface="Cambria Math" panose="02040503050406030204" pitchFamily="18" charset="0"/>
                        <a:cs typeface="Times New Roman" panose="02020603050405020304" pitchFamily="18" charset="0"/>
                      </a:rPr>
                      <m:t>𝑋</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𝑡</m:t>
                            </m:r>
                          </m:e>
                          <m:sub>
                            <m:r>
                              <a:rPr lang="en-US" altLang="zh-CN" sz="3200" i="1">
                                <a:effectLst/>
                                <a:latin typeface="Cambria Math" panose="02040503050406030204" pitchFamily="18" charset="0"/>
                                <a:cs typeface="Times New Roman" panose="02020603050405020304" pitchFamily="18" charset="0"/>
                              </a:rPr>
                              <m:t>1</m:t>
                            </m:r>
                          </m:sub>
                        </m:sSub>
                      </m:e>
                    </m:d>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𝑥</m:t>
                    </m:r>
                  </m:oMath>
                </a14:m>
                <a:r>
                  <a:rPr lang="en-US" altLang="zh-CN" sz="3200" dirty="0">
                    <a:effectLst/>
                    <a:latin typeface="Cambria" panose="02040503050406030204" pitchFamily="18" charset="0"/>
                    <a:cs typeface="Times New Roman" panose="02020603050405020304" pitchFamily="18" charset="0"/>
                  </a:rPr>
                  <a:t> </a:t>
                </a:r>
                <a:r>
                  <a:rPr lang="en-US" altLang="zh-CN" sz="3200" dirty="0" err="1">
                    <a:effectLst/>
                    <a:latin typeface="宋体" panose="02010600030101010101" pitchFamily="2" charset="-122"/>
                    <a:cs typeface="Times New Roman" panose="02020603050405020304" pitchFamily="18" charset="0"/>
                  </a:rPr>
                  <a:t>称为</a:t>
                </a:r>
                <a:r>
                  <a:rPr lang="en-US" altLang="zh-CN" sz="3200" dirty="0">
                    <a:effectLst/>
                    <a:latin typeface="Cambria" panose="02040503050406030204" pitchFamily="18" charset="0"/>
                    <a:cs typeface="Times New Roman" panose="02020603050405020304" pitchFamily="18" charset="0"/>
                  </a:rPr>
                  <a:t> </a:t>
                </a:r>
                <a14:m>
                  <m:oMath xmlns:m="http://schemas.openxmlformats.org/officeDocument/2006/math">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𝑡</m:t>
                        </m:r>
                      </m:e>
                      <m:sub>
                        <m:r>
                          <a:rPr lang="en-US" altLang="zh-CN" sz="3200" i="1">
                            <a:effectLst/>
                            <a:latin typeface="Cambria Math" panose="02040503050406030204" pitchFamily="18" charset="0"/>
                            <a:cs typeface="Times New Roman" panose="02020603050405020304" pitchFamily="18" charset="0"/>
                          </a:rPr>
                          <m:t>1</m:t>
                        </m:r>
                      </m:sub>
                    </m:sSub>
                  </m:oMath>
                </a14:m>
                <a:r>
                  <a:rPr lang="en-US" altLang="zh-CN" sz="3200" dirty="0">
                    <a:effectLst/>
                    <a:latin typeface="Cambria" panose="02040503050406030204" pitchFamily="18" charset="0"/>
                    <a:cs typeface="Times New Roman" panose="02020603050405020304" pitchFamily="18" charset="0"/>
                  </a:rPr>
                  <a:t> </a:t>
                </a:r>
                <a:r>
                  <a:rPr lang="en-US" altLang="zh-CN" sz="3200" dirty="0" err="1">
                    <a:effectLst/>
                    <a:latin typeface="宋体" panose="02010600030101010101" pitchFamily="2" charset="-122"/>
                    <a:cs typeface="Times New Roman" panose="02020603050405020304" pitchFamily="18" charset="0"/>
                  </a:rPr>
                  <a:t>时刻的</a:t>
                </a:r>
                <a:r>
                  <a:rPr lang="en-US" altLang="zh-CN" sz="3200" b="1" dirty="0" err="1">
                    <a:effectLst/>
                    <a:latin typeface="宋体" panose="02010600030101010101" pitchFamily="2" charset="-122"/>
                    <a:cs typeface="Times New Roman" panose="02020603050405020304" pitchFamily="18" charset="0"/>
                  </a:rPr>
                  <a:t>状态</a:t>
                </a:r>
                <a:r>
                  <a:rPr lang="en-US" altLang="zh-CN" sz="3200" dirty="0">
                    <a:effectLst/>
                    <a:latin typeface="宋体" panose="02010600030101010101" pitchFamily="2" charset="-122"/>
                    <a:cs typeface="Times New Roman" panose="02020603050405020304" pitchFamily="18" charset="0"/>
                  </a:rPr>
                  <a:t>，</a:t>
                </a:r>
                <a:endParaRPr lang="zh-CN" altLang="zh-CN" sz="3200" dirty="0">
                  <a:effectLst/>
                  <a:latin typeface="Cambria" panose="02040503050406030204" pitchFamily="18" charset="0"/>
                  <a:cs typeface="Times New Roman" panose="02020603050405020304" pitchFamily="18" charset="0"/>
                </a:endParaRPr>
              </a:p>
              <a:p>
                <a:pPr marL="457200" indent="-457200">
                  <a:spcBef>
                    <a:spcPts val="900"/>
                  </a:spcBef>
                  <a:spcAft>
                    <a:spcPts val="900"/>
                  </a:spcAft>
                  <a:buFont typeface="Arial" panose="020B0604020202020204" pitchFamily="34" charset="0"/>
                  <a:buChar char="•"/>
                </a:pPr>
                <a:r>
                  <a:rPr lang="en-US" altLang="zh-CN" sz="3200" dirty="0" err="1">
                    <a:effectLst/>
                    <a:latin typeface="宋体" panose="02010600030101010101" pitchFamily="2" charset="-122"/>
                    <a:cs typeface="Times New Roman" panose="02020603050405020304" pitchFamily="18" charset="0"/>
                  </a:rPr>
                  <a:t>全体</a:t>
                </a:r>
                <a:r>
                  <a:rPr lang="en-US" altLang="zh-CN" sz="3200" dirty="0">
                    <a:effectLst/>
                    <a:latin typeface="Cambria" panose="02040503050406030204" pitchFamily="18" charset="0"/>
                    <a:cs typeface="Times New Roman" panose="02020603050405020304" pitchFamily="18" charset="0"/>
                  </a:rPr>
                  <a:t> X(t) </a:t>
                </a:r>
                <a:r>
                  <a:rPr lang="en-US" altLang="zh-CN" sz="3200" dirty="0" err="1">
                    <a:effectLst/>
                    <a:latin typeface="宋体" panose="02010600030101010101" pitchFamily="2" charset="-122"/>
                    <a:cs typeface="Times New Roman" panose="02020603050405020304" pitchFamily="18" charset="0"/>
                  </a:rPr>
                  <a:t>的可能取值称为随机过程的</a:t>
                </a:r>
                <a:r>
                  <a:rPr lang="en-US" altLang="zh-CN" sz="3200" b="1" dirty="0" err="1">
                    <a:effectLst/>
                    <a:latin typeface="宋体" panose="02010600030101010101" pitchFamily="2" charset="-122"/>
                    <a:cs typeface="Times New Roman" panose="02020603050405020304" pitchFamily="18" charset="0"/>
                  </a:rPr>
                  <a:t>状态空间</a:t>
                </a:r>
                <a:r>
                  <a:rPr lang="en-US" altLang="zh-CN" sz="3200" dirty="0">
                    <a:effectLst/>
                    <a:latin typeface="宋体" panose="02010600030101010101" pitchFamily="2" charset="-122"/>
                    <a:cs typeface="Times New Roman" panose="02020603050405020304" pitchFamily="18" charset="0"/>
                  </a:rPr>
                  <a:t>。</a:t>
                </a:r>
                <a:endParaRPr lang="zh-CN" altLang="zh-CN" sz="3200" dirty="0">
                  <a:effectLst/>
                  <a:latin typeface="Cambria" panose="02040503050406030204" pitchFamily="18" charset="0"/>
                  <a:cs typeface="Times New Roman" panose="02020603050405020304" pitchFamily="18" charset="0"/>
                </a:endParaRPr>
              </a:p>
              <a:p>
                <a:pPr marL="0" indent="0" eaLnBrk="1" hangingPunct="1">
                  <a:spcBef>
                    <a:spcPct val="20000"/>
                  </a:spcBef>
                </a:pPr>
                <a:endParaRPr lang="en-US" altLang="zh-CN" sz="3600" dirty="0">
                  <a:solidFill>
                    <a:srgbClr val="006699"/>
                  </a:solidFill>
                  <a:latin typeface="Verdana" panose="020B0604030504040204" pitchFamily="34" charset="0"/>
                </a:endParaRPr>
              </a:p>
            </p:txBody>
          </p:sp>
        </mc:Choice>
        <mc:Fallback xmlns="">
          <p:sp>
            <p:nvSpPr>
              <p:cNvPr id="32771" name="矩形 2">
                <a:extLst>
                  <a:ext uri="{FF2B5EF4-FFF2-40B4-BE49-F238E27FC236}">
                    <a16:creationId xmlns:a16="http://schemas.microsoft.com/office/drawing/2014/main" id="{B731BE61-7118-4693-9D37-9B3F32F84AAF}"/>
                  </a:ext>
                </a:extLst>
              </p:cNvPr>
              <p:cNvSpPr>
                <a:spLocks noRot="1" noChangeAspect="1" noMove="1" noResize="1" noEditPoints="1" noAdjustHandles="1" noChangeArrowheads="1" noChangeShapeType="1" noTextEdit="1"/>
              </p:cNvSpPr>
              <p:nvPr/>
            </p:nvSpPr>
            <p:spPr bwMode="auto">
              <a:xfrm>
                <a:off x="0" y="998730"/>
                <a:ext cx="8892480" cy="5681555"/>
              </a:xfrm>
              <a:prstGeom prst="rect">
                <a:avLst/>
              </a:prstGeom>
              <a:blipFill>
                <a:blip r:embed="rId2"/>
                <a:stretch>
                  <a:fillRect l="-2125" t="-1931" r="-109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533074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1.2 </a:t>
            </a:r>
            <a:r>
              <a:rPr lang="zh-CN" altLang="en-US" dirty="0"/>
              <a:t>概率统计</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998730"/>
            <a:ext cx="8892480" cy="4758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600" b="1" dirty="0">
                <a:solidFill>
                  <a:srgbClr val="006699"/>
                </a:solidFill>
                <a:latin typeface="Verdana" panose="020B0604030504040204" pitchFamily="34" charset="0"/>
              </a:rPr>
              <a:t>两类随机过程：</a:t>
            </a:r>
            <a:endParaRPr lang="en-US" altLang="zh-CN" sz="3600" b="1" dirty="0">
              <a:solidFill>
                <a:srgbClr val="006699"/>
              </a:solidFill>
              <a:latin typeface="Verdana" panose="020B0604030504040204" pitchFamily="34" charset="0"/>
            </a:endParaRPr>
          </a:p>
          <a:p>
            <a:pPr marL="0" indent="0" eaLnBrk="1" hangingPunct="1">
              <a:spcBef>
                <a:spcPct val="20000"/>
              </a:spcBef>
            </a:pPr>
            <a:r>
              <a:rPr lang="en-US" altLang="zh-CN" sz="3200" dirty="0">
                <a:effectLst/>
                <a:latin typeface="Cambria" panose="02040503050406030204" pitchFamily="18" charset="0"/>
                <a:cs typeface="Times New Roman" panose="02020603050405020304" pitchFamily="18" charset="0"/>
              </a:rPr>
              <a:t>1</a:t>
            </a:r>
            <a:r>
              <a:rPr lang="zh-CN" altLang="en-US" sz="3200" dirty="0">
                <a:effectLst/>
                <a:latin typeface="Cambria" panose="02040503050406030204" pitchFamily="18" charset="0"/>
                <a:cs typeface="Times New Roman" panose="02020603050405020304" pitchFamily="18" charset="0"/>
              </a:rPr>
              <a:t>，到达过程</a:t>
            </a:r>
            <a:endParaRPr lang="en-US" altLang="zh-CN" sz="3200" dirty="0">
              <a:effectLst/>
              <a:latin typeface="Cambria" panose="02040503050406030204" pitchFamily="18" charset="0"/>
              <a:cs typeface="Times New Roman" panose="02020603050405020304" pitchFamily="18" charset="0"/>
            </a:endParaRPr>
          </a:p>
          <a:p>
            <a:pPr marL="0" indent="0" eaLnBrk="1" hangingPunct="1">
              <a:spcBef>
                <a:spcPct val="20000"/>
              </a:spcBef>
            </a:pPr>
            <a:r>
              <a:rPr lang="zh-CN" altLang="en-US" sz="3200" dirty="0">
                <a:effectLst/>
                <a:latin typeface="Cambria" panose="02040503050406030204" pitchFamily="18" charset="0"/>
                <a:cs typeface="Times New Roman" panose="02020603050405020304" pitchFamily="18" charset="0"/>
              </a:rPr>
              <a:t>       关注的是某种“到达”的事件是否发生</a:t>
            </a:r>
            <a:endParaRPr lang="en-US" altLang="zh-CN" sz="3200" dirty="0">
              <a:effectLst/>
              <a:latin typeface="Cambria" panose="02040503050406030204" pitchFamily="18" charset="0"/>
              <a:cs typeface="Times New Roman" panose="02020603050405020304" pitchFamily="18" charset="0"/>
            </a:endParaRPr>
          </a:p>
          <a:p>
            <a:pPr marL="0" indent="0" eaLnBrk="1" hangingPunct="1">
              <a:spcBef>
                <a:spcPct val="20000"/>
              </a:spcBef>
            </a:pPr>
            <a:endParaRPr lang="en-US" altLang="zh-CN" sz="3200" dirty="0">
              <a:effectLst/>
              <a:latin typeface="Cambria" panose="02040503050406030204" pitchFamily="18" charset="0"/>
              <a:cs typeface="Times New Roman" panose="02020603050405020304" pitchFamily="18" charset="0"/>
            </a:endParaRPr>
          </a:p>
          <a:p>
            <a:pPr marL="0" indent="0" eaLnBrk="1" hangingPunct="1">
              <a:spcBef>
                <a:spcPct val="20000"/>
              </a:spcBef>
            </a:pPr>
            <a:r>
              <a:rPr lang="en-US" altLang="zh-CN" sz="3200" dirty="0">
                <a:effectLst/>
                <a:latin typeface="Cambria" panose="02040503050406030204" pitchFamily="18" charset="0"/>
                <a:cs typeface="Times New Roman" panose="02020603050405020304" pitchFamily="18" charset="0"/>
              </a:rPr>
              <a:t>2</a:t>
            </a:r>
            <a:r>
              <a:rPr lang="zh-CN" altLang="en-US" sz="3200" dirty="0">
                <a:effectLst/>
                <a:latin typeface="Cambria" panose="02040503050406030204" pitchFamily="18" charset="0"/>
                <a:cs typeface="Times New Roman" panose="02020603050405020304" pitchFamily="18" charset="0"/>
              </a:rPr>
              <a:t>，马尔科夫过程</a:t>
            </a:r>
            <a:endParaRPr lang="en-US" altLang="zh-CN" sz="3200" dirty="0">
              <a:effectLst/>
              <a:latin typeface="Cambria" panose="02040503050406030204" pitchFamily="18" charset="0"/>
              <a:cs typeface="Times New Roman" panose="02020603050405020304" pitchFamily="18" charset="0"/>
            </a:endParaRPr>
          </a:p>
          <a:p>
            <a:pPr marL="0" indent="0" eaLnBrk="1" hangingPunct="1">
              <a:spcBef>
                <a:spcPct val="20000"/>
              </a:spcBef>
            </a:pPr>
            <a:r>
              <a:rPr lang="zh-CN" altLang="en-US" sz="3200" dirty="0">
                <a:effectLst/>
                <a:latin typeface="Cambria" panose="02040503050406030204" pitchFamily="18" charset="0"/>
                <a:cs typeface="Times New Roman" panose="02020603050405020304" pitchFamily="18" charset="0"/>
              </a:rPr>
              <a:t>       未来的数据只依赖于当前的数据，而与过去的历史数据无关</a:t>
            </a:r>
            <a:endParaRPr lang="zh-CN" altLang="zh-CN" sz="3200" dirty="0">
              <a:effectLst/>
              <a:latin typeface="Cambria" panose="02040503050406030204" pitchFamily="18" charset="0"/>
              <a:cs typeface="Times New Roman" panose="02020603050405020304" pitchFamily="18" charset="0"/>
            </a:endParaRPr>
          </a:p>
          <a:p>
            <a:pPr marL="0" indent="0" eaLnBrk="1" hangingPunct="1">
              <a:spcBef>
                <a:spcPct val="20000"/>
              </a:spcBef>
            </a:pPr>
            <a:endParaRPr lang="en-US" altLang="zh-CN" sz="36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26502918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50B29C-DE9B-43E2-9536-3C32812512EB}"/>
              </a:ext>
            </a:extLst>
          </p:cNvPr>
          <p:cNvSpPr>
            <a:spLocks noGrp="1"/>
          </p:cNvSpPr>
          <p:nvPr>
            <p:ph type="sldNum" sz="quarter" idx="12"/>
          </p:nvPr>
        </p:nvSpPr>
        <p:spPr/>
        <p:txBody>
          <a:bodyPr/>
          <a:lstStyle/>
          <a:p>
            <a:fld id="{5A8FC9E3-917F-4276-BFD5-27680B282527}" type="slidenum">
              <a:rPr lang="en-US" altLang="zh-CN"/>
              <a:pPr/>
              <a:t>14</a:t>
            </a:fld>
            <a:endParaRPr lang="en-US" altLang="zh-CN"/>
          </a:p>
        </p:txBody>
      </p:sp>
      <p:sp>
        <p:nvSpPr>
          <p:cNvPr id="12290" name="Rectangle 2">
            <a:extLst>
              <a:ext uri="{FF2B5EF4-FFF2-40B4-BE49-F238E27FC236}">
                <a16:creationId xmlns:a16="http://schemas.microsoft.com/office/drawing/2014/main" id="{0718A447-23E8-4D96-9B6A-967A52ED2E2D}"/>
              </a:ext>
            </a:extLst>
          </p:cNvPr>
          <p:cNvSpPr>
            <a:spLocks noGrp="1" noChangeArrowheads="1"/>
          </p:cNvSpPr>
          <p:nvPr>
            <p:ph type="title"/>
          </p:nvPr>
        </p:nvSpPr>
        <p:spPr>
          <a:xfrm>
            <a:off x="68262" y="-6309"/>
            <a:ext cx="7551738" cy="979487"/>
          </a:xfrm>
        </p:spPr>
        <p:txBody>
          <a:bodyPr/>
          <a:lstStyle/>
          <a:p>
            <a:pPr algn="l"/>
            <a:r>
              <a:rPr lang="en-US" altLang="zh-CN" b="1" dirty="0"/>
              <a:t>1.3 </a:t>
            </a:r>
            <a:r>
              <a:rPr lang="zh-CN" altLang="en-US" b="1" dirty="0"/>
              <a:t>矩阵代数</a:t>
            </a:r>
          </a:p>
        </p:txBody>
      </p:sp>
      <p:sp>
        <p:nvSpPr>
          <p:cNvPr id="12295" name="Rectangle 7">
            <a:extLst>
              <a:ext uri="{FF2B5EF4-FFF2-40B4-BE49-F238E27FC236}">
                <a16:creationId xmlns:a16="http://schemas.microsoft.com/office/drawing/2014/main" id="{532AEE2B-5169-469A-9B21-F7B06A0EC2E5}"/>
              </a:ext>
            </a:extLst>
          </p:cNvPr>
          <p:cNvSpPr>
            <a:spLocks noChangeArrowheads="1"/>
          </p:cNvSpPr>
          <p:nvPr/>
        </p:nvSpPr>
        <p:spPr bwMode="auto">
          <a:xfrm>
            <a:off x="251520" y="1628800"/>
            <a:ext cx="8892480" cy="2455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en-US" altLang="zh-CN" sz="3600" b="1" dirty="0">
                <a:solidFill>
                  <a:schemeClr val="accent1"/>
                </a:solidFill>
                <a:latin typeface="宋体" panose="02010600030101010101" pitchFamily="2" charset="-122"/>
              </a:rPr>
              <a:t>1 </a:t>
            </a:r>
            <a:r>
              <a:rPr kumimoji="1" lang="zh-CN" altLang="en-US" sz="3600" b="1" dirty="0">
                <a:solidFill>
                  <a:schemeClr val="accent1"/>
                </a:solidFill>
                <a:latin typeface="宋体" panose="02010600030101010101" pitchFamily="2" charset="-122"/>
              </a:rPr>
              <a:t>三角分解，正交</a:t>
            </a:r>
            <a:r>
              <a:rPr kumimoji="1" lang="en-US" altLang="zh-CN" sz="3600" b="1" dirty="0">
                <a:solidFill>
                  <a:schemeClr val="accent1"/>
                </a:solidFill>
                <a:latin typeface="宋体" panose="02010600030101010101" pitchFamily="2" charset="-122"/>
              </a:rPr>
              <a:t>-</a:t>
            </a:r>
            <a:r>
              <a:rPr kumimoji="1" lang="zh-CN" altLang="en-US" sz="3600" b="1" dirty="0">
                <a:solidFill>
                  <a:schemeClr val="accent1"/>
                </a:solidFill>
                <a:latin typeface="宋体" panose="02010600030101010101" pitchFamily="2" charset="-122"/>
              </a:rPr>
              <a:t>三角分解</a:t>
            </a:r>
            <a:endParaRPr kumimoji="1" lang="en-US" altLang="zh-CN" sz="3600" b="1" dirty="0">
              <a:solidFill>
                <a:schemeClr val="accent1"/>
              </a:solidFill>
              <a:latin typeface="宋体" panose="02010600030101010101" pitchFamily="2" charset="-122"/>
            </a:endParaRPr>
          </a:p>
          <a:p>
            <a:pPr>
              <a:lnSpc>
                <a:spcPct val="150000"/>
              </a:lnSpc>
            </a:pPr>
            <a:r>
              <a:rPr kumimoji="1" lang="en-US" altLang="zh-CN" sz="3600" b="1" dirty="0">
                <a:solidFill>
                  <a:schemeClr val="accent1"/>
                </a:solidFill>
                <a:latin typeface="宋体" panose="02010600030101010101" pitchFamily="2" charset="-122"/>
              </a:rPr>
              <a:t>2 </a:t>
            </a:r>
            <a:r>
              <a:rPr kumimoji="1" lang="zh-CN" altLang="en-US" sz="3600" b="1" dirty="0">
                <a:solidFill>
                  <a:schemeClr val="accent1"/>
                </a:solidFill>
                <a:latin typeface="宋体" panose="02010600030101010101" pitchFamily="2" charset="-122"/>
              </a:rPr>
              <a:t>奇异值分解</a:t>
            </a:r>
            <a:endParaRPr kumimoji="1" lang="en-US" altLang="zh-CN" sz="3600" b="1" dirty="0">
              <a:solidFill>
                <a:schemeClr val="accent1"/>
              </a:solidFill>
              <a:latin typeface="宋体" panose="02010600030101010101" pitchFamily="2" charset="-122"/>
            </a:endParaRPr>
          </a:p>
          <a:p>
            <a:pPr>
              <a:lnSpc>
                <a:spcPct val="150000"/>
              </a:lnSpc>
            </a:pPr>
            <a:r>
              <a:rPr kumimoji="1" lang="en-US" altLang="zh-CN" sz="3600" b="1" dirty="0">
                <a:solidFill>
                  <a:schemeClr val="accent1"/>
                </a:solidFill>
                <a:latin typeface="宋体" panose="02010600030101010101" pitchFamily="2" charset="-122"/>
              </a:rPr>
              <a:t>3 </a:t>
            </a:r>
            <a:r>
              <a:rPr kumimoji="1" lang="zh-CN" altLang="en-US" sz="3600" b="1" dirty="0">
                <a:solidFill>
                  <a:schemeClr val="accent1"/>
                </a:solidFill>
                <a:latin typeface="宋体" panose="02010600030101010101" pitchFamily="2" charset="-122"/>
              </a:rPr>
              <a:t>矩阵的广义逆</a:t>
            </a:r>
            <a:endParaRPr kumimoji="1" lang="en-US" altLang="zh-CN" sz="3600" b="1" dirty="0">
              <a:solidFill>
                <a:schemeClr val="accent1"/>
              </a:solidFill>
              <a:latin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50B29C-DE9B-43E2-9536-3C32812512EB}"/>
              </a:ext>
            </a:extLst>
          </p:cNvPr>
          <p:cNvSpPr>
            <a:spLocks noGrp="1"/>
          </p:cNvSpPr>
          <p:nvPr>
            <p:ph type="sldNum" sz="quarter" idx="12"/>
          </p:nvPr>
        </p:nvSpPr>
        <p:spPr/>
        <p:txBody>
          <a:bodyPr/>
          <a:lstStyle/>
          <a:p>
            <a:fld id="{5A8FC9E3-917F-4276-BFD5-27680B282527}" type="slidenum">
              <a:rPr lang="en-US" altLang="zh-CN"/>
              <a:pPr/>
              <a:t>15</a:t>
            </a:fld>
            <a:endParaRPr lang="en-US" altLang="zh-CN"/>
          </a:p>
        </p:txBody>
      </p:sp>
      <p:sp>
        <p:nvSpPr>
          <p:cNvPr id="12290" name="Rectangle 2">
            <a:extLst>
              <a:ext uri="{FF2B5EF4-FFF2-40B4-BE49-F238E27FC236}">
                <a16:creationId xmlns:a16="http://schemas.microsoft.com/office/drawing/2014/main" id="{0718A447-23E8-4D96-9B6A-967A52ED2E2D}"/>
              </a:ext>
            </a:extLst>
          </p:cNvPr>
          <p:cNvSpPr>
            <a:spLocks noGrp="1" noChangeArrowheads="1"/>
          </p:cNvSpPr>
          <p:nvPr>
            <p:ph type="title"/>
          </p:nvPr>
        </p:nvSpPr>
        <p:spPr>
          <a:xfrm>
            <a:off x="68262" y="-6309"/>
            <a:ext cx="7551738" cy="979487"/>
          </a:xfrm>
        </p:spPr>
        <p:txBody>
          <a:bodyPr/>
          <a:lstStyle/>
          <a:p>
            <a:pPr algn="l"/>
            <a:r>
              <a:rPr lang="en-US" altLang="zh-CN" b="1" dirty="0"/>
              <a:t>1 </a:t>
            </a:r>
            <a:r>
              <a:rPr lang="zh-CN" altLang="en-US" b="1" dirty="0"/>
              <a:t>正交</a:t>
            </a:r>
            <a:r>
              <a:rPr lang="en-US" altLang="zh-CN" b="1" dirty="0"/>
              <a:t>-</a:t>
            </a:r>
            <a:r>
              <a:rPr lang="zh-CN" altLang="en-US" b="1" dirty="0"/>
              <a:t>三角分解</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8D5EAC4-5BF8-4734-9367-16BDB30760AE}"/>
                  </a:ext>
                </a:extLst>
              </p:cNvPr>
              <p:cNvSpPr txBox="1"/>
              <p:nvPr/>
            </p:nvSpPr>
            <p:spPr>
              <a:xfrm>
                <a:off x="431540" y="1268760"/>
                <a:ext cx="8190910" cy="4509376"/>
              </a:xfrm>
              <a:prstGeom prst="rect">
                <a:avLst/>
              </a:prstGeom>
              <a:noFill/>
              <a:ln w="25400">
                <a:noFill/>
              </a:ln>
            </p:spPr>
            <p:txBody>
              <a:bodyPr wrap="square">
                <a:spAutoFit/>
              </a:bodyPr>
              <a:lstStyle/>
              <a:p>
                <a:pPr marL="571500" indent="-571500">
                  <a:spcBef>
                    <a:spcPts val="900"/>
                  </a:spcBef>
                  <a:spcAft>
                    <a:spcPts val="900"/>
                  </a:spcAft>
                  <a:buFont typeface="Arial" panose="020B0604020202020204" pitchFamily="34" charset="0"/>
                  <a:buChar char="•"/>
                </a:pPr>
                <a:r>
                  <a:rPr lang="en-US" altLang="zh-CN" sz="3600" b="1" dirty="0">
                    <a:solidFill>
                      <a:srgbClr val="FF0000"/>
                    </a:solidFill>
                    <a:effectLst/>
                    <a:latin typeface="Cambria" panose="02040503050406030204" pitchFamily="18" charset="0"/>
                    <a:cs typeface="Times New Roman" panose="02020603050405020304" pitchFamily="18" charset="0"/>
                  </a:rPr>
                  <a:t>QR</a:t>
                </a:r>
                <a:r>
                  <a:rPr lang="en-US" altLang="zh-CN" sz="3600" b="1" dirty="0" err="1">
                    <a:solidFill>
                      <a:srgbClr val="FF0000"/>
                    </a:solidFill>
                    <a:latin typeface="宋体" panose="02010600030101010101" pitchFamily="2" charset="-122"/>
                    <a:cs typeface="Times New Roman" panose="02020603050405020304" pitchFamily="18" charset="0"/>
                  </a:rPr>
                  <a:t>分解</a:t>
                </a:r>
                <a:r>
                  <a:rPr lang="en-US" altLang="zh-CN" sz="3600" dirty="0" err="1">
                    <a:latin typeface="宋体" panose="02010600030101010101" pitchFamily="2" charset="-122"/>
                    <a:cs typeface="Times New Roman" panose="02020603050405020304" pitchFamily="18" charset="0"/>
                  </a:rPr>
                  <a:t>或</a:t>
                </a:r>
                <a:r>
                  <a:rPr lang="en-US" altLang="zh-CN" sz="3600" b="1" dirty="0" err="1">
                    <a:solidFill>
                      <a:srgbClr val="FF0000"/>
                    </a:solidFill>
                    <a:latin typeface="宋体" panose="02010600030101010101" pitchFamily="2" charset="-122"/>
                    <a:cs typeface="Times New Roman" panose="02020603050405020304" pitchFamily="18" charset="0"/>
                  </a:rPr>
                  <a:t>正交</a:t>
                </a:r>
                <a:r>
                  <a:rPr lang="en-US" altLang="zh-CN" sz="3600" b="1" dirty="0" err="1">
                    <a:solidFill>
                      <a:srgbClr val="FF0000"/>
                    </a:solidFill>
                    <a:latin typeface="Cambria" panose="02040503050406030204" pitchFamily="18" charset="0"/>
                    <a:cs typeface="Times New Roman" panose="02020603050405020304" pitchFamily="18" charset="0"/>
                  </a:rPr>
                  <a:t>-</a:t>
                </a:r>
                <a:r>
                  <a:rPr lang="en-US" altLang="zh-CN" sz="3600" b="1" dirty="0" err="1">
                    <a:solidFill>
                      <a:srgbClr val="FF0000"/>
                    </a:solidFill>
                    <a:latin typeface="宋体" panose="02010600030101010101" pitchFamily="2" charset="-122"/>
                    <a:cs typeface="Times New Roman" panose="02020603050405020304" pitchFamily="18" charset="0"/>
                  </a:rPr>
                  <a:t>三角分解</a:t>
                </a:r>
                <a:endParaRPr lang="en-US" altLang="zh-CN" sz="3600" b="1" dirty="0">
                  <a:solidFill>
                    <a:srgbClr val="FF0000"/>
                  </a:solidFill>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3600" dirty="0" err="1">
                    <a:effectLst/>
                    <a:latin typeface="宋体" panose="02010600030101010101" pitchFamily="2" charset="-122"/>
                    <a:cs typeface="Times New Roman" panose="02020603050405020304" pitchFamily="18" charset="0"/>
                  </a:rPr>
                  <a:t>对矩阵</a:t>
                </a:r>
                <a14:m>
                  <m:oMath xmlns:m="http://schemas.openxmlformats.org/officeDocument/2006/math">
                    <m:r>
                      <m:rPr>
                        <m:sty m:val="p"/>
                      </m:rPr>
                      <a:rPr lang="en-US" altLang="zh-CN" sz="3600" i="1" dirty="0" err="1">
                        <a:latin typeface="Cambria Math" panose="02040503050406030204" pitchFamily="18" charset="0"/>
                        <a:cs typeface="Times New Roman" panose="02020603050405020304" pitchFamily="18" charset="0"/>
                      </a:rPr>
                      <m:t>A</m:t>
                    </m:r>
                  </m:oMath>
                </a14:m>
                <a:r>
                  <a:rPr lang="en-US" altLang="zh-CN" sz="3600" dirty="0">
                    <a:effectLst/>
                    <a:latin typeface="宋体" panose="02010600030101010101" pitchFamily="2" charset="-122"/>
                    <a:cs typeface="Times New Roman" panose="02020603050405020304" pitchFamily="18" charset="0"/>
                  </a:rPr>
                  <a:t>，</a:t>
                </a:r>
                <a:r>
                  <a:rPr lang="en-US" altLang="zh-CN" sz="3600" dirty="0">
                    <a:effectLst/>
                    <a:latin typeface="Cambria" panose="02040503050406030204" pitchFamily="18" charset="0"/>
                    <a:cs typeface="Times New Roman" panose="02020603050405020304" pitchFamily="18" charset="0"/>
                  </a:rPr>
                  <a:t> </a:t>
                </a:r>
              </a:p>
              <a:p>
                <a:pPr>
                  <a:spcBef>
                    <a:spcPts val="900"/>
                  </a:spcBef>
                  <a:spcAft>
                    <a:spcPts val="900"/>
                  </a:spcAft>
                </a:pPr>
                <a:r>
                  <a:rPr lang="en-US" altLang="zh-CN" sz="3600" dirty="0" err="1">
                    <a:effectLst/>
                    <a:latin typeface="宋体" panose="02010600030101010101" pitchFamily="2" charset="-122"/>
                    <a:cs typeface="Times New Roman" panose="02020603050405020304" pitchFamily="18" charset="0"/>
                  </a:rPr>
                  <a:t>若有矩阵</a:t>
                </a:r>
                <a14:m>
                  <m:oMath xmlns:m="http://schemas.openxmlformats.org/officeDocument/2006/math">
                    <m:r>
                      <a:rPr lang="en-US" altLang="zh-CN" sz="3600" i="1">
                        <a:effectLst/>
                        <a:latin typeface="Cambria Math" panose="02040503050406030204" pitchFamily="18" charset="0"/>
                        <a:cs typeface="Times New Roman" panose="02020603050405020304" pitchFamily="18" charset="0"/>
                      </a:rPr>
                      <m:t>𝑄</m:t>
                    </m:r>
                  </m:oMath>
                </a14:m>
                <a:r>
                  <a:rPr lang="en-US" altLang="zh-CN" sz="3600" dirty="0" err="1">
                    <a:effectLst/>
                    <a:latin typeface="宋体" panose="02010600030101010101" pitchFamily="2" charset="-122"/>
                    <a:cs typeface="Times New Roman" panose="02020603050405020304" pitchFamily="18" charset="0"/>
                  </a:rPr>
                  <a:t>满足</a:t>
                </a:r>
                <a14:m>
                  <m:oMath xmlns:m="http://schemas.openxmlformats.org/officeDocument/2006/math">
                    <m:sSup>
                      <m:sSupPr>
                        <m:ctrlPr>
                          <a:rPr lang="zh-CN" altLang="zh-CN" sz="36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3600" i="1">
                            <a:effectLst/>
                            <a:latin typeface="Cambria Math" panose="02040503050406030204" pitchFamily="18" charset="0"/>
                            <a:cs typeface="Times New Roman" panose="02020603050405020304" pitchFamily="18" charset="0"/>
                          </a:rPr>
                          <m:t>𝑄</m:t>
                        </m:r>
                      </m:e>
                      <m:sup>
                        <m:r>
                          <a:rPr lang="en-US" altLang="zh-CN" sz="3600" i="1">
                            <a:effectLst/>
                            <a:latin typeface="Cambria Math" panose="02040503050406030204" pitchFamily="18" charset="0"/>
                            <a:cs typeface="Times New Roman" panose="02020603050405020304" pitchFamily="18" charset="0"/>
                          </a:rPr>
                          <m:t>𝑇</m:t>
                        </m:r>
                      </m:sup>
                    </m:sSup>
                    <m:r>
                      <a:rPr lang="en-US" altLang="zh-CN" sz="3600" i="1">
                        <a:effectLst/>
                        <a:latin typeface="Cambria Math" panose="02040503050406030204" pitchFamily="18" charset="0"/>
                        <a:cs typeface="Times New Roman" panose="02020603050405020304" pitchFamily="18" charset="0"/>
                      </a:rPr>
                      <m:t>𝑄</m:t>
                    </m:r>
                    <m:r>
                      <a:rPr lang="en-US" altLang="zh-CN" sz="3600">
                        <a:effectLst/>
                        <a:latin typeface="Cambria Math" panose="02040503050406030204" pitchFamily="18" charset="0"/>
                        <a:cs typeface="Times New Roman" panose="02020603050405020304" pitchFamily="18" charset="0"/>
                      </a:rPr>
                      <m:t>=</m:t>
                    </m:r>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𝐼</m:t>
                    </m:r>
                  </m:oMath>
                </a14:m>
                <a:r>
                  <a:rPr lang="en-US" altLang="zh-CN" sz="3600" dirty="0">
                    <a:effectLst/>
                    <a:latin typeface="宋体" panose="02010600030101010101" pitchFamily="2" charset="-122"/>
                    <a:cs typeface="Times New Roman" panose="02020603050405020304" pitchFamily="18" charset="0"/>
                  </a:rPr>
                  <a:t>，</a:t>
                </a:r>
                <a:r>
                  <a:rPr lang="en-US" altLang="zh-CN" sz="3600" dirty="0">
                    <a:effectLst/>
                    <a:latin typeface="Cambria" panose="02040503050406030204" pitchFamily="18" charset="0"/>
                    <a:cs typeface="Times New Roman" panose="02020603050405020304" pitchFamily="18" charset="0"/>
                  </a:rPr>
                  <a:t> </a:t>
                </a:r>
              </a:p>
              <a:p>
                <a:pPr>
                  <a:spcBef>
                    <a:spcPts val="900"/>
                  </a:spcBef>
                  <a:spcAft>
                    <a:spcPts val="900"/>
                  </a:spcAft>
                </a:pPr>
                <a:r>
                  <a:rPr lang="en-US" altLang="zh-CN" sz="3600" dirty="0" err="1">
                    <a:effectLst/>
                    <a:latin typeface="宋体" panose="02010600030101010101" pitchFamily="2" charset="-122"/>
                    <a:cs typeface="Times New Roman" panose="02020603050405020304" pitchFamily="18" charset="0"/>
                  </a:rPr>
                  <a:t>以及上三角矩阵</a:t>
                </a:r>
                <a14:m>
                  <m:oMath xmlns:m="http://schemas.openxmlformats.org/officeDocument/2006/math">
                    <m:r>
                      <a:rPr lang="en-US" altLang="zh-CN" sz="3600" i="1">
                        <a:effectLst/>
                        <a:latin typeface="Cambria Math" panose="02040503050406030204" pitchFamily="18" charset="0"/>
                        <a:cs typeface="Times New Roman" panose="02020603050405020304" pitchFamily="18" charset="0"/>
                      </a:rPr>
                      <m:t>𝑅</m:t>
                    </m:r>
                  </m:oMath>
                </a14:m>
                <a:r>
                  <a:rPr lang="en-US" altLang="zh-CN" sz="3600" dirty="0" err="1">
                    <a:effectLst/>
                    <a:latin typeface="宋体" panose="02010600030101010101" pitchFamily="2" charset="-122"/>
                    <a:cs typeface="Times New Roman" panose="02020603050405020304" pitchFamily="18" charset="0"/>
                  </a:rPr>
                  <a:t>使得</a:t>
                </a:r>
                <a:endParaRPr lang="zh-CN" altLang="zh-CN" sz="36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600" i="1">
                              <a:effectLst/>
                              <a:latin typeface="Cambria Math" panose="02040503050406030204" pitchFamily="18" charset="0"/>
                              <a:ea typeface="Cambria Math" panose="02040503050406030204" pitchFamily="18" charset="0"/>
                              <a:cs typeface="Times New Roman" panose="02020603050405020304" pitchFamily="18" charset="0"/>
                            </a:rPr>
                          </m:ctrlPr>
                        </m:mPr>
                        <m:mr>
                          <m:e>
                            <m:r>
                              <m:rPr>
                                <m:sty m:val="p"/>
                              </m:rPr>
                              <a:rPr lang="en-US" altLang="zh-CN" sz="3600" i="1">
                                <a:latin typeface="Cambria Math" panose="02040503050406030204" pitchFamily="18" charset="0"/>
                                <a:ea typeface="Cambria Math" panose="02040503050406030204" pitchFamily="18" charset="0"/>
                                <a:cs typeface="Times New Roman" panose="02020603050405020304" pitchFamily="18" charset="0"/>
                              </a:rPr>
                              <m:t>A</m:t>
                            </m:r>
                            <m:r>
                              <a:rPr lang="en-US" altLang="zh-CN" sz="3600">
                                <a:effectLst/>
                                <a:latin typeface="Cambria Math" panose="02040503050406030204" pitchFamily="18" charset="0"/>
                                <a:cs typeface="Times New Roman" panose="02020603050405020304" pitchFamily="18" charset="0"/>
                              </a:rPr>
                              <m:t>=</m:t>
                            </m:r>
                            <m:r>
                              <a:rPr lang="en-US" altLang="zh-CN" sz="3600" i="1">
                                <a:effectLst/>
                                <a:latin typeface="Cambria Math" panose="02040503050406030204" pitchFamily="18" charset="0"/>
                                <a:cs typeface="Times New Roman" panose="02020603050405020304" pitchFamily="18" charset="0"/>
                              </a:rPr>
                              <m:t>𝑄𝑅</m:t>
                            </m:r>
                            <m:r>
                              <a:rPr lang="en-US" altLang="zh-CN" sz="3600">
                                <a:effectLst/>
                                <a:latin typeface="Cambria Math" panose="02040503050406030204" pitchFamily="18" charset="0"/>
                                <a:cs typeface="Times New Roman" panose="02020603050405020304" pitchFamily="18" charset="0"/>
                              </a:rPr>
                              <m:t>,</m:t>
                            </m:r>
                          </m:e>
                        </m:mr>
                      </m:m>
                    </m:oMath>
                  </m:oMathPara>
                </a14:m>
                <a:endParaRPr lang="zh-CN" altLang="zh-CN" sz="36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3600" dirty="0" err="1">
                    <a:effectLst/>
                    <a:latin typeface="宋体" panose="02010600030101010101" pitchFamily="2" charset="-122"/>
                    <a:cs typeface="Times New Roman" panose="02020603050405020304" pitchFamily="18" charset="0"/>
                  </a:rPr>
                  <a:t>则称为矩阵</a:t>
                </a:r>
                <a:r>
                  <a:rPr lang="en-US" altLang="zh-CN" sz="3600" dirty="0" err="1">
                    <a:effectLst/>
                    <a:latin typeface="Cambria" panose="02040503050406030204" pitchFamily="18" charset="0"/>
                    <a:cs typeface="Times New Roman" panose="02020603050405020304" pitchFamily="18" charset="0"/>
                  </a:rPr>
                  <a:t>A</a:t>
                </a:r>
                <a:r>
                  <a:rPr lang="en-US" altLang="zh-CN" sz="3600" dirty="0" err="1">
                    <a:effectLst/>
                    <a:latin typeface="宋体" panose="02010600030101010101" pitchFamily="2" charset="-122"/>
                    <a:cs typeface="Times New Roman" panose="02020603050405020304" pitchFamily="18" charset="0"/>
                  </a:rPr>
                  <a:t>的</a:t>
                </a:r>
                <a:r>
                  <a:rPr lang="en-US" altLang="zh-CN" sz="3600" dirty="0" err="1">
                    <a:effectLst/>
                    <a:latin typeface="Cambria" panose="02040503050406030204" pitchFamily="18" charset="0"/>
                    <a:cs typeface="Times New Roman" panose="02020603050405020304" pitchFamily="18" charset="0"/>
                  </a:rPr>
                  <a:t>QR</a:t>
                </a:r>
                <a:r>
                  <a:rPr lang="en-US" altLang="zh-CN" sz="3600" dirty="0" err="1">
                    <a:effectLst/>
                    <a:latin typeface="宋体" panose="02010600030101010101" pitchFamily="2" charset="-122"/>
                    <a:cs typeface="Times New Roman" panose="02020603050405020304" pitchFamily="18" charset="0"/>
                  </a:rPr>
                  <a:t>分解</a:t>
                </a:r>
                <a:endParaRPr lang="zh-CN" altLang="zh-CN" sz="3600" dirty="0">
                  <a:effectLst/>
                  <a:latin typeface="Cambria" panose="020405030504060302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A8D5EAC4-5BF8-4734-9367-16BDB30760AE}"/>
                  </a:ext>
                </a:extLst>
              </p:cNvPr>
              <p:cNvSpPr txBox="1">
                <a:spLocks noRot="1" noChangeAspect="1" noMove="1" noResize="1" noEditPoints="1" noAdjustHandles="1" noChangeArrowheads="1" noChangeShapeType="1" noTextEdit="1"/>
              </p:cNvSpPr>
              <p:nvPr/>
            </p:nvSpPr>
            <p:spPr>
              <a:xfrm>
                <a:off x="431540" y="1268760"/>
                <a:ext cx="8190910" cy="4509376"/>
              </a:xfrm>
              <a:prstGeom prst="rect">
                <a:avLst/>
              </a:prstGeom>
              <a:blipFill>
                <a:blip r:embed="rId2"/>
                <a:stretch>
                  <a:fillRect l="-2308" t="-2432" b="-2973"/>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219061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内容占位符 2">
            <a:extLst>
              <a:ext uri="{FF2B5EF4-FFF2-40B4-BE49-F238E27FC236}">
                <a16:creationId xmlns:a16="http://schemas.microsoft.com/office/drawing/2014/main" id="{E32C9EB9-99A2-448E-90F5-ACF5D2F9FC7D}"/>
              </a:ext>
            </a:extLst>
          </p:cNvPr>
          <p:cNvSpPr>
            <a:spLocks noGrp="1"/>
          </p:cNvSpPr>
          <p:nvPr>
            <p:ph sz="quarter" idx="1"/>
          </p:nvPr>
        </p:nvSpPr>
        <p:spPr/>
        <p:txBody>
          <a:bodyPr/>
          <a:lstStyle/>
          <a:p>
            <a:pPr marL="0" indent="0">
              <a:buFont typeface="Wingdings 2" panose="05020102010507070707" pitchFamily="18" charset="2"/>
              <a:buNone/>
            </a:pPr>
            <a:endParaRPr lang="en-US" altLang="zh-CN" sz="2800" dirty="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r>
              <a:rPr lang="zh-CN" altLang="en-US" sz="2800" dirty="0">
                <a:latin typeface="Times New Roman" panose="02020603050405020304" pitchFamily="18" charset="0"/>
                <a:cs typeface="Times New Roman" panose="02020603050405020304" pitchFamily="18" charset="0"/>
              </a:rPr>
              <a:t>为了叙述方便，假定矩阵</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非奇异。下面以</a:t>
            </a:r>
            <a:r>
              <a:rPr lang="en-US" altLang="zh-CN" sz="2800" dirty="0">
                <a:latin typeface="Times New Roman" panose="02020603050405020304" pitchFamily="18" charset="0"/>
                <a:cs typeface="Times New Roman" panose="02020603050405020304" pitchFamily="18" charset="0"/>
              </a:rPr>
              <a:t>n=3</a:t>
            </a:r>
            <a:r>
              <a:rPr lang="zh-CN" altLang="en-US" sz="2800" dirty="0">
                <a:latin typeface="Times New Roman" panose="02020603050405020304" pitchFamily="18" charset="0"/>
                <a:cs typeface="Times New Roman" panose="02020603050405020304" pitchFamily="18" charset="0"/>
              </a:rPr>
              <a:t>为例进行说明。设</a:t>
            </a:r>
            <a:r>
              <a:rPr lang="el-GR"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3</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是</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的各列构成的列向量，它们线性无关。</a:t>
            </a:r>
            <a:endParaRPr lang="en-US" altLang="zh-CN" sz="2800" dirty="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r>
              <a:rPr lang="zh-CN" altLang="en-US" sz="2800" dirty="0">
                <a:latin typeface="Times New Roman" panose="02020603050405020304" pitchFamily="18" charset="0"/>
                <a:cs typeface="Times New Roman" panose="02020603050405020304" pitchFamily="18" charset="0"/>
              </a:rPr>
              <a:t>令</a:t>
            </a:r>
            <a:r>
              <a:rPr lang="el-GR" altLang="zh-CN" sz="2800" dirty="0">
                <a:solidFill>
                  <a:srgbClr val="FF0000"/>
                </a:solidFill>
                <a:latin typeface="Times New Roman" panose="02020603050405020304" pitchFamily="18" charset="0"/>
                <a:cs typeface="Times New Roman" panose="02020603050405020304" pitchFamily="18" charset="0"/>
              </a:rPr>
              <a:t>β</a:t>
            </a:r>
            <a:r>
              <a:rPr lang="en-US" altLang="zh-CN" sz="2800" baseline="-25000" dirty="0">
                <a:solidFill>
                  <a:srgbClr val="FF0000"/>
                </a:solidFill>
                <a:latin typeface="Times New Roman" panose="02020603050405020304" pitchFamily="18" charset="0"/>
                <a:cs typeface="Times New Roman" panose="02020603050405020304" pitchFamily="18" charset="0"/>
              </a:rPr>
              <a:t>1</a:t>
            </a:r>
            <a:r>
              <a:rPr lang="en-US" altLang="zh-CN" sz="2800" baseline="30000" dirty="0">
                <a:solidFill>
                  <a:srgbClr val="FF0000"/>
                </a:solidFill>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 , </a:t>
            </a:r>
            <a:r>
              <a:rPr lang="el-GR" altLang="zh-CN" sz="2800" dirty="0">
                <a:solidFill>
                  <a:srgbClr val="FF0000"/>
                </a:solidFill>
                <a:latin typeface="Times New Roman" panose="02020603050405020304" pitchFamily="18" charset="0"/>
                <a:cs typeface="Times New Roman" panose="02020603050405020304" pitchFamily="18" charset="0"/>
              </a:rPr>
              <a:t>β</a:t>
            </a:r>
            <a:r>
              <a:rPr lang="en-US" altLang="zh-CN" sz="2800" baseline="-25000" dirty="0">
                <a:solidFill>
                  <a:srgbClr val="FF0000"/>
                </a:solidFill>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1</a:t>
            </a:r>
            <a:r>
              <a:rPr lang="en-US" altLang="zh-CN" sz="2800" baseline="300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1</a:t>
            </a:r>
            <a:r>
              <a:rPr lang="en-US" altLang="zh-CN" sz="2800" baseline="300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 , </a:t>
            </a:r>
            <a:r>
              <a:rPr lang="zh-CN" altLang="en-US" sz="2800" dirty="0">
                <a:latin typeface="Times New Roman" panose="02020603050405020304" pitchFamily="18" charset="0"/>
                <a:cs typeface="Times New Roman" panose="02020603050405020304" pitchFamily="18" charset="0"/>
              </a:rPr>
              <a:t>则</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是一个单位长度的向量。再令</a:t>
            </a:r>
            <a:endParaRPr lang="en-US" altLang="zh-CN" sz="2800" dirty="0">
              <a:latin typeface="Times New Roman" panose="02020603050405020304" pitchFamily="18" charset="0"/>
              <a:cs typeface="Times New Roman" panose="02020603050405020304" pitchFamily="18" charset="0"/>
            </a:endParaRPr>
          </a:p>
          <a:p>
            <a:pPr marL="0" indent="0" algn="ctr">
              <a:buFont typeface="Wingdings 2" panose="05020102010507070707" pitchFamily="18" charset="2"/>
              <a:buNone/>
            </a:pPr>
            <a:r>
              <a:rPr lang="el-GR" altLang="zh-CN" sz="2800" dirty="0">
                <a:solidFill>
                  <a:srgbClr val="FF0000"/>
                </a:solidFill>
                <a:latin typeface="Times New Roman" panose="02020603050405020304" pitchFamily="18" charset="0"/>
                <a:cs typeface="Times New Roman" panose="02020603050405020304" pitchFamily="18" charset="0"/>
              </a:rPr>
              <a:t>β</a:t>
            </a:r>
            <a:r>
              <a:rPr lang="en-US" altLang="zh-CN" sz="2800" baseline="-25000" dirty="0">
                <a:solidFill>
                  <a:srgbClr val="FF0000"/>
                </a:solidFill>
                <a:latin typeface="Times New Roman" panose="02020603050405020304" pitchFamily="18" charset="0"/>
                <a:cs typeface="Times New Roman" panose="02020603050405020304" pitchFamily="18" charset="0"/>
              </a:rPr>
              <a:t>2</a:t>
            </a:r>
            <a:r>
              <a:rPr lang="en-US" altLang="zh-CN" sz="2800" baseline="30000" dirty="0">
                <a:solidFill>
                  <a:srgbClr val="FF0000"/>
                </a:solidFill>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 β</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         </a:t>
            </a:r>
            <a:r>
              <a:rPr lang="el-GR" altLang="zh-CN" sz="2800" dirty="0">
                <a:solidFill>
                  <a:srgbClr val="FF0000"/>
                </a:solidFill>
                <a:latin typeface="Times New Roman" panose="02020603050405020304" pitchFamily="18" charset="0"/>
                <a:cs typeface="Times New Roman" panose="02020603050405020304" pitchFamily="18" charset="0"/>
              </a:rPr>
              <a:t>β</a:t>
            </a:r>
            <a:r>
              <a:rPr lang="en-US" altLang="zh-CN" sz="2800" baseline="-25000" dirty="0">
                <a:solidFill>
                  <a:srgbClr val="FF0000"/>
                </a:solidFill>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2</a:t>
            </a:r>
            <a:r>
              <a:rPr lang="en-US" altLang="zh-CN" sz="2800" baseline="300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2</a:t>
            </a:r>
            <a:r>
              <a:rPr lang="en-US" altLang="zh-CN" sz="2800" baseline="300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 ,</a:t>
            </a:r>
          </a:p>
          <a:p>
            <a:pPr marL="0" indent="0" algn="just">
              <a:buFont typeface="Wingdings 2" panose="05020102010507070707" pitchFamily="18" charset="2"/>
              <a:buNone/>
            </a:pPr>
            <a:r>
              <a:rPr lang="zh-CN" altLang="en-US" sz="2800" dirty="0">
                <a:latin typeface="Times New Roman" panose="02020603050405020304" pitchFamily="18" charset="0"/>
                <a:cs typeface="Times New Roman" panose="02020603050405020304" pitchFamily="18" charset="0"/>
              </a:rPr>
              <a:t>可以验证</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=0,</a:t>
            </a:r>
            <a:r>
              <a:rPr lang="zh-CN" altLang="en-US" sz="2800" dirty="0">
                <a:latin typeface="Times New Roman" panose="02020603050405020304" pitchFamily="18" charset="0"/>
                <a:cs typeface="Times New Roman" panose="02020603050405020304" pitchFamily="18" charset="0"/>
              </a:rPr>
              <a:t>即</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和</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2</a:t>
            </a:r>
            <a:r>
              <a:rPr lang="zh-CN" altLang="en-US" sz="2800" dirty="0">
                <a:latin typeface="Times New Roman" panose="02020603050405020304" pitchFamily="18" charset="0"/>
                <a:cs typeface="Times New Roman" panose="02020603050405020304" pitchFamily="18" charset="0"/>
              </a:rPr>
              <a:t>正交。</a:t>
            </a:r>
            <a:endParaRPr lang="en-US" altLang="zh-CN" sz="2800" dirty="0">
              <a:latin typeface="Times New Roman" panose="02020603050405020304" pitchFamily="18" charset="0"/>
              <a:cs typeface="Times New Roman" panose="02020603050405020304" pitchFamily="18" charset="0"/>
            </a:endParaRPr>
          </a:p>
          <a:p>
            <a:pPr marL="0" indent="0" algn="just">
              <a:buFont typeface="Wingdings 2" panose="05020102010507070707" pitchFamily="18" charset="2"/>
              <a:buNone/>
            </a:pPr>
            <a:endParaRPr lang="en-US" altLang="zh-CN" sz="2800"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36CDF06A-4430-4EA6-829A-53C16E77CE09}"/>
              </a:ext>
            </a:extLst>
          </p:cNvPr>
          <p:cNvSpPr txBox="1"/>
          <p:nvPr/>
        </p:nvSpPr>
        <p:spPr>
          <a:xfrm>
            <a:off x="21372" y="208617"/>
            <a:ext cx="6440837" cy="523220"/>
          </a:xfrm>
          <a:prstGeom prst="rect">
            <a:avLst/>
          </a:prstGeom>
          <a:noFill/>
          <a:ln w="25400">
            <a:noFill/>
          </a:ln>
        </p:spPr>
        <p:txBody>
          <a:bodyPr wrap="square">
            <a:spAutoFit/>
          </a:bodyPr>
          <a:lstStyle/>
          <a:p>
            <a:pPr marL="0" marR="0" lvl="0" indent="0" algn="l" defTabSz="512763" rtl="0" eaLnBrk="0" fontAlgn="base" latinLnBrk="0" hangingPunct="0">
              <a:lnSpc>
                <a:spcPct val="100000"/>
              </a:lnSpc>
              <a:spcBef>
                <a:spcPct val="20000"/>
              </a:spcBef>
              <a:spcAft>
                <a:spcPct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三角分解</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----Schimidt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正交化方法</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内容占位符 2">
            <a:extLst>
              <a:ext uri="{FF2B5EF4-FFF2-40B4-BE49-F238E27FC236}">
                <a16:creationId xmlns:a16="http://schemas.microsoft.com/office/drawing/2014/main" id="{DA86350A-8F98-4448-AC34-D7859F5CC71F}"/>
              </a:ext>
            </a:extLst>
          </p:cNvPr>
          <p:cNvSpPr>
            <a:spLocks noGrp="1"/>
          </p:cNvSpPr>
          <p:nvPr>
            <p:ph sz="quarter" idx="1"/>
          </p:nvPr>
        </p:nvSpPr>
        <p:spPr/>
        <p:txBody>
          <a:bodyPr/>
          <a:lstStyle/>
          <a:p>
            <a:pPr marL="0" indent="0">
              <a:buFont typeface="Wingdings 2" panose="05020102010507070707" pitchFamily="18" charset="2"/>
              <a:buNone/>
            </a:pPr>
            <a:r>
              <a:rPr lang="zh-CN" altLang="en-US" sz="2800" dirty="0">
                <a:latin typeface="Times New Roman" panose="02020603050405020304" pitchFamily="18" charset="0"/>
                <a:cs typeface="Times New Roman" panose="02020603050405020304" pitchFamily="18" charset="0"/>
              </a:rPr>
              <a:t>进一步，若令</a:t>
            </a:r>
            <a:endParaRPr lang="en-US" altLang="zh-CN" sz="2800" dirty="0">
              <a:latin typeface="Times New Roman" panose="02020603050405020304" pitchFamily="18" charset="0"/>
              <a:cs typeface="Times New Roman" panose="02020603050405020304" pitchFamily="18" charset="0"/>
            </a:endParaRPr>
          </a:p>
          <a:p>
            <a:pPr marL="0" indent="0" algn="ctr">
              <a:buFont typeface="Wingdings 2" panose="05020102010507070707" pitchFamily="18" charset="2"/>
              <a:buNone/>
            </a:pPr>
            <a:r>
              <a:rPr lang="el-GR" altLang="zh-CN" sz="2800" dirty="0">
                <a:solidFill>
                  <a:srgbClr val="FF0000"/>
                </a:solidFill>
                <a:latin typeface="Times New Roman" panose="02020603050405020304" pitchFamily="18" charset="0"/>
                <a:cs typeface="Times New Roman" panose="02020603050405020304" pitchFamily="18" charset="0"/>
              </a:rPr>
              <a:t>β</a:t>
            </a:r>
            <a:r>
              <a:rPr lang="en-US" altLang="zh-CN" sz="2800" baseline="-25000" dirty="0">
                <a:solidFill>
                  <a:srgbClr val="FF0000"/>
                </a:solidFill>
                <a:latin typeface="Times New Roman" panose="02020603050405020304" pitchFamily="18" charset="0"/>
                <a:cs typeface="Times New Roman" panose="02020603050405020304" pitchFamily="18" charset="0"/>
              </a:rPr>
              <a:t>3</a:t>
            </a:r>
            <a:r>
              <a:rPr lang="en-US" altLang="zh-CN" sz="2800" baseline="30000" dirty="0">
                <a:solidFill>
                  <a:srgbClr val="FF0000"/>
                </a:solidFill>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3</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3</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 β</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3</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 β</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a:t>
            </a:r>
          </a:p>
          <a:p>
            <a:pPr marL="0" indent="0">
              <a:buFont typeface="Wingdings 2" panose="05020102010507070707" pitchFamily="18" charset="2"/>
              <a:buNone/>
            </a:pPr>
            <a:r>
              <a:rPr lang="zh-CN" altLang="en-US" sz="2800" dirty="0">
                <a:latin typeface="Times New Roman" panose="02020603050405020304" pitchFamily="18" charset="0"/>
                <a:cs typeface="Times New Roman" panose="02020603050405020304" pitchFamily="18" charset="0"/>
              </a:rPr>
              <a:t>则</a:t>
            </a:r>
            <a:endParaRPr lang="en-US" altLang="zh-CN" sz="2800" dirty="0">
              <a:latin typeface="Times New Roman" panose="02020603050405020304" pitchFamily="18" charset="0"/>
              <a:cs typeface="Times New Roman" panose="02020603050405020304" pitchFamily="18" charset="0"/>
            </a:endParaRPr>
          </a:p>
          <a:p>
            <a:pPr marL="0" indent="0" algn="ctr">
              <a:buFont typeface="Wingdings 2" panose="05020102010507070707" pitchFamily="18" charset="2"/>
              <a:buNone/>
            </a:pP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3</a:t>
            </a:r>
            <a:r>
              <a:rPr lang="en-US" altLang="zh-CN" sz="2800" baseline="300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 (</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3</a:t>
            </a:r>
            <a:r>
              <a:rPr lang="en-US" altLang="zh-CN" sz="2800" baseline="300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a:t>
            </a:r>
            <a:r>
              <a:rPr lang="el-GR" altLang="zh-CN" sz="2800">
                <a:latin typeface="Times New Roman" panose="02020603050405020304" pitchFamily="18" charset="0"/>
                <a:cs typeface="Times New Roman" panose="02020603050405020304" pitchFamily="18" charset="0"/>
              </a:rPr>
              <a:t>β</a:t>
            </a:r>
            <a:r>
              <a:rPr lang="en-US" altLang="zh-CN" sz="2800" baseline="-25000">
                <a:latin typeface="Times New Roman" panose="02020603050405020304" pitchFamily="18" charset="0"/>
                <a:cs typeface="Times New Roman" panose="02020603050405020304" pitchFamily="18" charset="0"/>
              </a:rPr>
              <a:t>2</a:t>
            </a:r>
            <a:r>
              <a:rPr lang="en-US" altLang="zh-CN" sz="280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 0,</a:t>
            </a:r>
          </a:p>
          <a:p>
            <a:pPr marL="0" indent="0" algn="ctr">
              <a:buFont typeface="Wingdings 2" panose="05020102010507070707" pitchFamily="18" charset="2"/>
              <a:buNone/>
            </a:pPr>
            <a:endParaRPr lang="en-US" altLang="zh-CN" sz="2800" dirty="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r>
              <a:rPr lang="zh-CN" altLang="en-US" sz="2800" dirty="0">
                <a:latin typeface="Times New Roman" panose="02020603050405020304" pitchFamily="18" charset="0"/>
                <a:cs typeface="Times New Roman" panose="02020603050405020304" pitchFamily="18" charset="0"/>
              </a:rPr>
              <a:t>即</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3</a:t>
            </a:r>
            <a:r>
              <a:rPr lang="en-US" altLang="zh-CN" sz="2800" baseline="300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和</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1</a:t>
            </a:r>
            <a:r>
              <a:rPr lang="zh-CN" altLang="en-US" sz="2800" baseline="-250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2</a:t>
            </a:r>
            <a:r>
              <a:rPr lang="zh-CN" altLang="en-US" sz="2800" dirty="0">
                <a:latin typeface="Times New Roman" panose="02020603050405020304" pitchFamily="18" charset="0"/>
                <a:cs typeface="Times New Roman" panose="02020603050405020304" pitchFamily="18" charset="0"/>
              </a:rPr>
              <a:t>正交。将其单位化</a:t>
            </a:r>
            <a:endParaRPr lang="en-US" altLang="zh-CN" sz="2800" dirty="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endParaRPr lang="en-US" altLang="zh-CN" sz="2800" dirty="0">
              <a:latin typeface="Times New Roman" panose="02020603050405020304" pitchFamily="18" charset="0"/>
              <a:cs typeface="Times New Roman" panose="02020603050405020304" pitchFamily="18" charset="0"/>
            </a:endParaRPr>
          </a:p>
          <a:p>
            <a:pPr marL="0" indent="0" algn="ctr">
              <a:buFont typeface="Wingdings 2" panose="05020102010507070707" pitchFamily="18" charset="2"/>
              <a:buNone/>
            </a:pPr>
            <a:r>
              <a:rPr lang="el-GR" altLang="zh-CN" sz="2800" dirty="0">
                <a:solidFill>
                  <a:srgbClr val="FF0000"/>
                </a:solidFill>
                <a:latin typeface="Times New Roman" panose="02020603050405020304" pitchFamily="18" charset="0"/>
                <a:cs typeface="Times New Roman" panose="02020603050405020304" pitchFamily="18" charset="0"/>
              </a:rPr>
              <a:t>β</a:t>
            </a:r>
            <a:r>
              <a:rPr lang="en-US" altLang="zh-CN" sz="2800" baseline="-25000" dirty="0">
                <a:solidFill>
                  <a:srgbClr val="FF0000"/>
                </a:solidFill>
                <a:latin typeface="Times New Roman" panose="02020603050405020304" pitchFamily="18" charset="0"/>
                <a:cs typeface="Times New Roman" panose="02020603050405020304" pitchFamily="18" charset="0"/>
              </a:rPr>
              <a:t>3</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3</a:t>
            </a:r>
            <a:r>
              <a:rPr lang="en-US" altLang="zh-CN" sz="2800" baseline="300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l-GR" altLang="zh-CN" sz="2800" dirty="0">
                <a:latin typeface="Times New Roman" panose="02020603050405020304" pitchFamily="18" charset="0"/>
                <a:cs typeface="Times New Roman" panose="02020603050405020304" pitchFamily="18" charset="0"/>
              </a:rPr>
              <a:t>β</a:t>
            </a:r>
            <a:r>
              <a:rPr lang="en-US" altLang="zh-CN" sz="2800" baseline="-25000" dirty="0">
                <a:latin typeface="Times New Roman" panose="02020603050405020304" pitchFamily="18" charset="0"/>
                <a:cs typeface="Times New Roman" panose="02020603050405020304" pitchFamily="18" charset="0"/>
              </a:rPr>
              <a:t>3</a:t>
            </a:r>
            <a:r>
              <a:rPr lang="en-US" altLang="zh-CN" sz="2800" baseline="300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 ,</a:t>
            </a:r>
          </a:p>
        </p:txBody>
      </p:sp>
      <p:sp>
        <p:nvSpPr>
          <p:cNvPr id="3" name="文本框 2">
            <a:extLst>
              <a:ext uri="{FF2B5EF4-FFF2-40B4-BE49-F238E27FC236}">
                <a16:creationId xmlns:a16="http://schemas.microsoft.com/office/drawing/2014/main" id="{54160F26-83D4-4D4A-A312-4EA3CB95904D}"/>
              </a:ext>
            </a:extLst>
          </p:cNvPr>
          <p:cNvSpPr txBox="1"/>
          <p:nvPr/>
        </p:nvSpPr>
        <p:spPr>
          <a:xfrm>
            <a:off x="21372" y="208617"/>
            <a:ext cx="6440837" cy="523220"/>
          </a:xfrm>
          <a:prstGeom prst="rect">
            <a:avLst/>
          </a:prstGeom>
          <a:noFill/>
          <a:ln w="25400">
            <a:noFill/>
          </a:ln>
        </p:spPr>
        <p:txBody>
          <a:bodyPr wrap="square">
            <a:spAutoFit/>
          </a:bodyPr>
          <a:lstStyle/>
          <a:p>
            <a:pPr marL="0" marR="0" lvl="0" indent="0" algn="l" defTabSz="512763" rtl="0" eaLnBrk="0" fontAlgn="base" latinLnBrk="0" hangingPunct="0">
              <a:lnSpc>
                <a:spcPct val="100000"/>
              </a:lnSpc>
              <a:spcBef>
                <a:spcPct val="20000"/>
              </a:spcBef>
              <a:spcAft>
                <a:spcPct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三角分解</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----Schimidt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正交化方法</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内容占位符 2">
            <a:extLst>
              <a:ext uri="{FF2B5EF4-FFF2-40B4-BE49-F238E27FC236}">
                <a16:creationId xmlns:a16="http://schemas.microsoft.com/office/drawing/2014/main" id="{56206F3F-10A3-44FB-80A1-175EF8B61A2B}"/>
              </a:ext>
            </a:extLst>
          </p:cNvPr>
          <p:cNvSpPr>
            <a:spLocks noGrp="1"/>
          </p:cNvSpPr>
          <p:nvPr>
            <p:ph sz="quarter" idx="1"/>
          </p:nvPr>
        </p:nvSpPr>
        <p:spPr>
          <a:xfrm>
            <a:off x="603250" y="1447800"/>
            <a:ext cx="8289925" cy="4572000"/>
          </a:xfrm>
        </p:spPr>
        <p:txBody>
          <a:bodyPr/>
          <a:lstStyle/>
          <a:p>
            <a:pPr marL="0" indent="0">
              <a:buFont typeface="Wingdings 2" panose="05020102010507070707" pitchFamily="18" charset="2"/>
              <a:buNone/>
            </a:pPr>
            <a:r>
              <a:rPr lang="zh-CN" altLang="en-US" sz="2800">
                <a:latin typeface="Times New Roman" panose="02020603050405020304" pitchFamily="18" charset="0"/>
                <a:cs typeface="Times New Roman" panose="02020603050405020304" pitchFamily="18" charset="0"/>
              </a:rPr>
              <a:t>于是</a:t>
            </a:r>
            <a:endParaRPr lang="en-US" altLang="zh-CN" sz="280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endParaRPr lang="en-US" altLang="zh-CN" sz="280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endParaRPr lang="en-US" altLang="zh-CN" sz="280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endParaRPr lang="en-US" altLang="zh-CN" sz="280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endParaRPr lang="en-US" altLang="zh-CN" sz="280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endParaRPr lang="en-US" altLang="zh-CN" sz="280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r>
              <a:rPr lang="zh-CN" altLang="en-US" sz="2800">
                <a:latin typeface="Times New Roman" panose="02020603050405020304" pitchFamily="18" charset="0"/>
                <a:cs typeface="Times New Roman" panose="02020603050405020304" pitchFamily="18" charset="0"/>
              </a:rPr>
              <a:t>其中，</a:t>
            </a:r>
            <a:r>
              <a:rPr lang="en-US" altLang="zh-CN" sz="2800">
                <a:latin typeface="Times New Roman" panose="02020603050405020304" pitchFamily="18" charset="0"/>
                <a:cs typeface="Times New Roman" panose="02020603050405020304" pitchFamily="18" charset="0"/>
              </a:rPr>
              <a:t>Q=[</a:t>
            </a:r>
            <a:r>
              <a:rPr lang="el-GR" altLang="zh-CN" sz="2800">
                <a:latin typeface="Times New Roman" panose="02020603050405020304" pitchFamily="18" charset="0"/>
                <a:cs typeface="Times New Roman" panose="02020603050405020304" pitchFamily="18" charset="0"/>
              </a:rPr>
              <a:t>β</a:t>
            </a:r>
            <a:r>
              <a:rPr lang="en-US" altLang="zh-CN" sz="2800" baseline="-25000">
                <a:latin typeface="Times New Roman" panose="02020603050405020304" pitchFamily="18" charset="0"/>
                <a:cs typeface="Times New Roman" panose="02020603050405020304" pitchFamily="18" charset="0"/>
              </a:rPr>
              <a:t>1</a:t>
            </a:r>
            <a:r>
              <a:rPr lang="en-US" altLang="zh-CN" sz="2800">
                <a:latin typeface="Times New Roman" panose="02020603050405020304" pitchFamily="18" charset="0"/>
                <a:cs typeface="Times New Roman" panose="02020603050405020304" pitchFamily="18" charset="0"/>
              </a:rPr>
              <a:t>, </a:t>
            </a:r>
            <a:r>
              <a:rPr lang="el-GR" altLang="zh-CN" sz="2800">
                <a:latin typeface="Times New Roman" panose="02020603050405020304" pitchFamily="18" charset="0"/>
                <a:cs typeface="Times New Roman" panose="02020603050405020304" pitchFamily="18" charset="0"/>
              </a:rPr>
              <a:t>β</a:t>
            </a:r>
            <a:r>
              <a:rPr lang="en-US" altLang="zh-CN" sz="2800" baseline="-25000">
                <a:latin typeface="Times New Roman" panose="02020603050405020304" pitchFamily="18" charset="0"/>
                <a:cs typeface="Times New Roman" panose="02020603050405020304" pitchFamily="18" charset="0"/>
              </a:rPr>
              <a:t>2</a:t>
            </a:r>
            <a:r>
              <a:rPr lang="el-GR" altLang="zh-CN" sz="2800">
                <a:latin typeface="Times New Roman" panose="02020603050405020304" pitchFamily="18" charset="0"/>
                <a:cs typeface="Times New Roman" panose="02020603050405020304" pitchFamily="18" charset="0"/>
              </a:rPr>
              <a:t> </a:t>
            </a:r>
            <a:r>
              <a:rPr lang="en-US" altLang="zh-CN" sz="2800">
                <a:latin typeface="Times New Roman" panose="02020603050405020304" pitchFamily="18" charset="0"/>
                <a:cs typeface="Times New Roman" panose="02020603050405020304" pitchFamily="18" charset="0"/>
              </a:rPr>
              <a:t>, </a:t>
            </a:r>
            <a:r>
              <a:rPr lang="el-GR" altLang="zh-CN" sz="2800">
                <a:latin typeface="Times New Roman" panose="02020603050405020304" pitchFamily="18" charset="0"/>
                <a:cs typeface="Times New Roman" panose="02020603050405020304" pitchFamily="18" charset="0"/>
              </a:rPr>
              <a:t>β</a:t>
            </a:r>
            <a:r>
              <a:rPr lang="en-US" altLang="zh-CN" sz="2800" baseline="-25000">
                <a:latin typeface="Times New Roman" panose="02020603050405020304" pitchFamily="18" charset="0"/>
                <a:cs typeface="Times New Roman" panose="02020603050405020304" pitchFamily="18" charset="0"/>
              </a:rPr>
              <a:t>3</a:t>
            </a:r>
            <a:r>
              <a:rPr lang="en-US" altLang="zh-CN" sz="2800">
                <a:latin typeface="Times New Roman" panose="02020603050405020304" pitchFamily="18" charset="0"/>
                <a:cs typeface="Times New Roman" panose="02020603050405020304" pitchFamily="18" charset="0"/>
              </a:rPr>
              <a:t>]</a:t>
            </a:r>
            <a:r>
              <a:rPr lang="zh-CN" altLang="en-US" sz="2800">
                <a:latin typeface="Times New Roman" panose="02020603050405020304" pitchFamily="18" charset="0"/>
                <a:cs typeface="Times New Roman" panose="02020603050405020304" pitchFamily="18" charset="0"/>
              </a:rPr>
              <a:t>是正交矩阵，</a:t>
            </a:r>
            <a:r>
              <a:rPr lang="en-US" altLang="zh-CN" sz="2800">
                <a:latin typeface="Times New Roman" panose="02020603050405020304" pitchFamily="18" charset="0"/>
                <a:cs typeface="Times New Roman" panose="02020603050405020304" pitchFamily="18" charset="0"/>
              </a:rPr>
              <a:t>R</a:t>
            </a:r>
            <a:r>
              <a:rPr lang="zh-CN" altLang="en-US" sz="2800">
                <a:latin typeface="Times New Roman" panose="02020603050405020304" pitchFamily="18" charset="0"/>
                <a:cs typeface="Times New Roman" panose="02020603050405020304" pitchFamily="18" charset="0"/>
              </a:rPr>
              <a:t>是上三角矩阵。</a:t>
            </a:r>
            <a:endParaRPr lang="en-US" altLang="zh-CN" sz="2800">
              <a:latin typeface="Times New Roman" panose="02020603050405020304" pitchFamily="18" charset="0"/>
              <a:cs typeface="Times New Roman" panose="02020603050405020304" pitchFamily="18" charset="0"/>
            </a:endParaRPr>
          </a:p>
          <a:p>
            <a:pPr marL="0" indent="0">
              <a:buFont typeface="Wingdings 2" panose="05020102010507070707" pitchFamily="18" charset="2"/>
              <a:buNone/>
            </a:pPr>
            <a:endParaRPr lang="zh-CN" altLang="en-US" sz="2800">
              <a:latin typeface="Times New Roman" panose="02020603050405020304" pitchFamily="18" charset="0"/>
              <a:cs typeface="Times New Roman" panose="02020603050405020304" pitchFamily="18" charset="0"/>
            </a:endParaRPr>
          </a:p>
        </p:txBody>
      </p:sp>
      <p:graphicFrame>
        <p:nvGraphicFramePr>
          <p:cNvPr id="128003" name="对象 1">
            <a:extLst>
              <a:ext uri="{FF2B5EF4-FFF2-40B4-BE49-F238E27FC236}">
                <a16:creationId xmlns:a16="http://schemas.microsoft.com/office/drawing/2014/main" id="{55E09423-9C73-4836-883A-2FE5D264B55C}"/>
              </a:ext>
            </a:extLst>
          </p:cNvPr>
          <p:cNvGraphicFramePr>
            <a:graphicFrameLocks noChangeAspect="1"/>
          </p:cNvGraphicFramePr>
          <p:nvPr/>
        </p:nvGraphicFramePr>
        <p:xfrm>
          <a:off x="935038" y="2205038"/>
          <a:ext cx="7397750" cy="1655762"/>
        </p:xfrm>
        <a:graphic>
          <a:graphicData uri="http://schemas.openxmlformats.org/presentationml/2006/ole">
            <mc:AlternateContent xmlns:mc="http://schemas.openxmlformats.org/markup-compatibility/2006">
              <mc:Choice xmlns:v="urn:schemas-microsoft-com:vml" Requires="v">
                <p:oleObj spid="_x0000_s1057" name="公式" r:id="rId3" imgW="3746500" imgH="838200" progId="Equation.3">
                  <p:embed/>
                </p:oleObj>
              </mc:Choice>
              <mc:Fallback>
                <p:oleObj name="公式" r:id="rId3" imgW="3746500" imgH="838200" progId="Equation.3">
                  <p:embed/>
                  <p:pic>
                    <p:nvPicPr>
                      <p:cNvPr id="128003" name="对象 1">
                        <a:extLst>
                          <a:ext uri="{FF2B5EF4-FFF2-40B4-BE49-F238E27FC236}">
                            <a16:creationId xmlns:a16="http://schemas.microsoft.com/office/drawing/2014/main" id="{55E09423-9C73-4836-883A-2FE5D264B5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038" y="2205038"/>
                        <a:ext cx="7397750"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文本框 3">
            <a:extLst>
              <a:ext uri="{FF2B5EF4-FFF2-40B4-BE49-F238E27FC236}">
                <a16:creationId xmlns:a16="http://schemas.microsoft.com/office/drawing/2014/main" id="{D17F0981-FFF4-4E62-80FC-FC46B13AF532}"/>
              </a:ext>
            </a:extLst>
          </p:cNvPr>
          <p:cNvSpPr txBox="1"/>
          <p:nvPr/>
        </p:nvSpPr>
        <p:spPr>
          <a:xfrm>
            <a:off x="21372" y="208617"/>
            <a:ext cx="6440837" cy="523220"/>
          </a:xfrm>
          <a:prstGeom prst="rect">
            <a:avLst/>
          </a:prstGeom>
          <a:noFill/>
          <a:ln w="25400">
            <a:noFill/>
          </a:ln>
        </p:spPr>
        <p:txBody>
          <a:bodyPr wrap="square">
            <a:spAutoFit/>
          </a:bodyPr>
          <a:lstStyle/>
          <a:p>
            <a:pPr marL="0" marR="0" lvl="0" indent="0" algn="l" defTabSz="512763" rtl="0" eaLnBrk="0" fontAlgn="base" latinLnBrk="0" hangingPunct="0">
              <a:lnSpc>
                <a:spcPct val="100000"/>
              </a:lnSpc>
              <a:spcBef>
                <a:spcPct val="20000"/>
              </a:spcBef>
              <a:spcAft>
                <a:spcPct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三角分解</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----Schimidt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正交化方法</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内容占位符 2">
            <a:extLst>
              <a:ext uri="{FF2B5EF4-FFF2-40B4-BE49-F238E27FC236}">
                <a16:creationId xmlns:a16="http://schemas.microsoft.com/office/drawing/2014/main" id="{5EF71D6F-0023-4D9A-9EF2-320B871B8658}"/>
              </a:ext>
            </a:extLst>
          </p:cNvPr>
          <p:cNvSpPr>
            <a:spLocks noGrp="1"/>
          </p:cNvSpPr>
          <p:nvPr>
            <p:ph sz="quarter" idx="1"/>
          </p:nvPr>
        </p:nvSpPr>
        <p:spPr>
          <a:xfrm>
            <a:off x="323850" y="1161070"/>
            <a:ext cx="8496300" cy="4248150"/>
          </a:xfrm>
        </p:spPr>
        <p:txBody>
          <a:bodyPr/>
          <a:lstStyle/>
          <a:p>
            <a:pPr marL="0" indent="0">
              <a:buFont typeface="Wingdings 2" panose="05020102010507070707" pitchFamily="18" charset="2"/>
              <a:buNone/>
            </a:pPr>
            <a:r>
              <a:rPr lang="zh-CN" altLang="en-US" sz="2800" dirty="0"/>
              <a:t>设</a:t>
            </a:r>
            <a:r>
              <a:rPr lang="en-US" altLang="zh-CN" sz="2800" dirty="0"/>
              <a:t>A</a:t>
            </a:r>
            <a:r>
              <a:rPr lang="zh-CN" altLang="en-US" sz="2800" dirty="0"/>
              <a:t>为</a:t>
            </a:r>
            <a:r>
              <a:rPr lang="en-US" altLang="zh-CN" sz="2800" dirty="0"/>
              <a:t>n</a:t>
            </a:r>
            <a:r>
              <a:rPr lang="zh-CN" altLang="en-US" sz="2800" dirty="0"/>
              <a:t>阶非奇异矩阵，</a:t>
            </a:r>
            <a:r>
              <a:rPr lang="el-GR" altLang="zh-CN" sz="2800" dirty="0"/>
              <a:t>α</a:t>
            </a:r>
            <a:r>
              <a:rPr lang="en-US" altLang="zh-CN" sz="2800" baseline="-25000" dirty="0"/>
              <a:t>1</a:t>
            </a:r>
            <a:r>
              <a:rPr lang="en-US" altLang="zh-CN" sz="2800" dirty="0"/>
              <a:t>, </a:t>
            </a:r>
            <a:r>
              <a:rPr lang="el-GR" altLang="zh-CN" sz="2800" dirty="0"/>
              <a:t>α</a:t>
            </a:r>
            <a:r>
              <a:rPr lang="en-US" altLang="zh-CN" sz="2800" baseline="-25000" dirty="0"/>
              <a:t>2</a:t>
            </a:r>
            <a:r>
              <a:rPr lang="en-US" altLang="zh-CN" sz="2800" dirty="0"/>
              <a:t>, …,</a:t>
            </a:r>
            <a:r>
              <a:rPr lang="el-GR" altLang="zh-CN" sz="2800" dirty="0"/>
              <a:t>α</a:t>
            </a:r>
            <a:r>
              <a:rPr lang="en-US" altLang="zh-CN" sz="2800" baseline="-25000" dirty="0"/>
              <a:t>n</a:t>
            </a:r>
            <a:r>
              <a:rPr lang="en-US" altLang="zh-CN" sz="2800" dirty="0"/>
              <a:t>, </a:t>
            </a:r>
            <a:r>
              <a:rPr lang="zh-CN" altLang="en-US" sz="2800" dirty="0"/>
              <a:t>是</a:t>
            </a:r>
            <a:r>
              <a:rPr lang="en-US" altLang="zh-CN" sz="2800" dirty="0"/>
              <a:t>A</a:t>
            </a:r>
            <a:r>
              <a:rPr lang="zh-CN" altLang="en-US" sz="2800" dirty="0"/>
              <a:t>的各列构成的线性无关的向量。类似地有：</a:t>
            </a:r>
            <a:endParaRPr lang="en-US" altLang="zh-CN" sz="2800" dirty="0"/>
          </a:p>
          <a:p>
            <a:pPr marL="0" indent="0">
              <a:buFont typeface="Wingdings 2" panose="05020102010507070707" pitchFamily="18" charset="2"/>
              <a:buNone/>
            </a:pPr>
            <a:r>
              <a:rPr lang="el-GR" altLang="zh-CN" sz="2800" dirty="0"/>
              <a:t>β</a:t>
            </a:r>
            <a:r>
              <a:rPr lang="en-US" altLang="zh-CN" sz="2800" baseline="-25000" dirty="0"/>
              <a:t>1</a:t>
            </a:r>
            <a:r>
              <a:rPr lang="en-US" altLang="zh-CN" sz="2800" baseline="30000" dirty="0"/>
              <a:t>’</a:t>
            </a:r>
            <a:r>
              <a:rPr lang="en-US" altLang="zh-CN" sz="2800" dirty="0"/>
              <a:t>=</a:t>
            </a:r>
            <a:r>
              <a:rPr lang="el-GR" altLang="zh-CN" sz="2800" dirty="0"/>
              <a:t>α</a:t>
            </a:r>
            <a:r>
              <a:rPr lang="en-US" altLang="zh-CN" sz="2800" baseline="-25000" dirty="0"/>
              <a:t>1</a:t>
            </a:r>
            <a:r>
              <a:rPr lang="en-US" altLang="zh-CN" sz="2800" dirty="0"/>
              <a:t> ,                                                        </a:t>
            </a:r>
            <a:r>
              <a:rPr lang="el-GR" altLang="zh-CN" sz="2800" dirty="0"/>
              <a:t>β</a:t>
            </a:r>
            <a:r>
              <a:rPr lang="en-US" altLang="zh-CN" sz="2800" baseline="-25000" dirty="0"/>
              <a:t>1</a:t>
            </a:r>
            <a:r>
              <a:rPr lang="en-US" altLang="zh-CN" sz="2800" dirty="0"/>
              <a:t>=</a:t>
            </a:r>
            <a:r>
              <a:rPr lang="el-GR" altLang="zh-CN" sz="2800" dirty="0"/>
              <a:t>β</a:t>
            </a:r>
            <a:r>
              <a:rPr lang="en-US" altLang="zh-CN" sz="2800" baseline="-25000" dirty="0"/>
              <a:t>1</a:t>
            </a:r>
            <a:r>
              <a:rPr lang="en-US" altLang="zh-CN" sz="2800" baseline="30000" dirty="0"/>
              <a:t>’</a:t>
            </a:r>
            <a:r>
              <a:rPr lang="en-US" altLang="zh-CN" sz="2800" dirty="0"/>
              <a:t>/||</a:t>
            </a:r>
            <a:r>
              <a:rPr lang="el-GR" altLang="zh-CN" sz="2800" dirty="0"/>
              <a:t>β</a:t>
            </a:r>
            <a:r>
              <a:rPr lang="en-US" altLang="zh-CN" sz="2800" baseline="-25000" dirty="0"/>
              <a:t>1</a:t>
            </a:r>
            <a:r>
              <a:rPr lang="en-US" altLang="zh-CN" sz="2800" baseline="30000" dirty="0"/>
              <a:t>’</a:t>
            </a:r>
            <a:r>
              <a:rPr lang="en-US" altLang="zh-CN" sz="2800" dirty="0"/>
              <a:t>||</a:t>
            </a:r>
            <a:r>
              <a:rPr lang="en-US" altLang="zh-CN" sz="2800" baseline="-25000" dirty="0"/>
              <a:t>2</a:t>
            </a:r>
            <a:r>
              <a:rPr lang="en-US" altLang="zh-CN" sz="2800" dirty="0"/>
              <a:t> ,</a:t>
            </a:r>
          </a:p>
          <a:p>
            <a:pPr marL="0" indent="0">
              <a:buFont typeface="Wingdings 2" panose="05020102010507070707" pitchFamily="18" charset="2"/>
              <a:buNone/>
            </a:pPr>
            <a:r>
              <a:rPr lang="el-GR" altLang="zh-CN" sz="2800" dirty="0"/>
              <a:t>β</a:t>
            </a:r>
            <a:r>
              <a:rPr lang="en-US" altLang="zh-CN" sz="2800" baseline="-25000" dirty="0"/>
              <a:t>2</a:t>
            </a:r>
            <a:r>
              <a:rPr lang="en-US" altLang="zh-CN" sz="2800" baseline="30000" dirty="0"/>
              <a:t>’</a:t>
            </a:r>
            <a:r>
              <a:rPr lang="en-US" altLang="zh-CN" sz="2800" dirty="0"/>
              <a:t>=</a:t>
            </a:r>
            <a:r>
              <a:rPr lang="el-GR" altLang="zh-CN" sz="2800" dirty="0"/>
              <a:t> α</a:t>
            </a:r>
            <a:r>
              <a:rPr lang="en-US" altLang="zh-CN" sz="2800" baseline="-25000" dirty="0"/>
              <a:t>2</a:t>
            </a:r>
            <a:r>
              <a:rPr lang="en-US" altLang="zh-CN" sz="2800" dirty="0"/>
              <a:t> –(</a:t>
            </a:r>
            <a:r>
              <a:rPr lang="el-GR" altLang="zh-CN" sz="2800" dirty="0"/>
              <a:t>α</a:t>
            </a:r>
            <a:r>
              <a:rPr lang="en-US" altLang="zh-CN" sz="2800" baseline="-25000" dirty="0"/>
              <a:t>2</a:t>
            </a:r>
            <a:r>
              <a:rPr lang="en-US" altLang="zh-CN" sz="2800" dirty="0"/>
              <a:t>, </a:t>
            </a:r>
            <a:r>
              <a:rPr lang="el-GR" altLang="zh-CN" sz="2800" dirty="0"/>
              <a:t>β</a:t>
            </a:r>
            <a:r>
              <a:rPr lang="en-US" altLang="zh-CN" sz="2800" baseline="-25000" dirty="0"/>
              <a:t>1</a:t>
            </a:r>
            <a:r>
              <a:rPr lang="en-US" altLang="zh-CN" sz="2800" dirty="0"/>
              <a:t>)</a:t>
            </a:r>
            <a:r>
              <a:rPr lang="el-GR" altLang="zh-CN" sz="2800" dirty="0"/>
              <a:t> β</a:t>
            </a:r>
            <a:r>
              <a:rPr lang="en-US" altLang="zh-CN" sz="2800" baseline="-25000" dirty="0"/>
              <a:t>1</a:t>
            </a:r>
            <a:r>
              <a:rPr lang="en-US" altLang="zh-CN" sz="2800" dirty="0"/>
              <a:t>,                                   </a:t>
            </a:r>
            <a:r>
              <a:rPr lang="el-GR" altLang="zh-CN" sz="2800" dirty="0"/>
              <a:t>β</a:t>
            </a:r>
            <a:r>
              <a:rPr lang="en-US" altLang="zh-CN" sz="2800" baseline="-25000" dirty="0"/>
              <a:t>2</a:t>
            </a:r>
            <a:r>
              <a:rPr lang="en-US" altLang="zh-CN" sz="2800" dirty="0"/>
              <a:t>=</a:t>
            </a:r>
            <a:r>
              <a:rPr lang="el-GR" altLang="zh-CN" sz="2800" dirty="0"/>
              <a:t>β</a:t>
            </a:r>
            <a:r>
              <a:rPr lang="en-US" altLang="zh-CN" sz="2800" baseline="-25000" dirty="0"/>
              <a:t>2</a:t>
            </a:r>
            <a:r>
              <a:rPr lang="en-US" altLang="zh-CN" sz="2800" baseline="30000" dirty="0"/>
              <a:t>’</a:t>
            </a:r>
            <a:r>
              <a:rPr lang="en-US" altLang="zh-CN" sz="2800" dirty="0"/>
              <a:t>/||</a:t>
            </a:r>
            <a:r>
              <a:rPr lang="el-GR" altLang="zh-CN" sz="2800" dirty="0"/>
              <a:t>β</a:t>
            </a:r>
            <a:r>
              <a:rPr lang="en-US" altLang="zh-CN" sz="2800" baseline="-25000" dirty="0"/>
              <a:t>2</a:t>
            </a:r>
            <a:r>
              <a:rPr lang="en-US" altLang="zh-CN" sz="2800" baseline="30000" dirty="0"/>
              <a:t>’</a:t>
            </a:r>
            <a:r>
              <a:rPr lang="en-US" altLang="zh-CN" sz="2800" dirty="0"/>
              <a:t>||</a:t>
            </a:r>
            <a:r>
              <a:rPr lang="en-US" altLang="zh-CN" sz="2800" baseline="-25000" dirty="0"/>
              <a:t>2</a:t>
            </a:r>
            <a:endParaRPr lang="en-US" altLang="zh-CN" sz="2800" dirty="0"/>
          </a:p>
          <a:p>
            <a:pPr marL="0" indent="0">
              <a:buFont typeface="Wingdings 2" panose="05020102010507070707" pitchFamily="18" charset="2"/>
              <a:buNone/>
            </a:pPr>
            <a:r>
              <a:rPr lang="el-GR" altLang="zh-CN" sz="2800" dirty="0"/>
              <a:t>β</a:t>
            </a:r>
            <a:r>
              <a:rPr lang="en-US" altLang="zh-CN" sz="2800" baseline="-25000" dirty="0"/>
              <a:t>3</a:t>
            </a:r>
            <a:r>
              <a:rPr lang="en-US" altLang="zh-CN" sz="2800" baseline="30000" dirty="0"/>
              <a:t>’</a:t>
            </a:r>
            <a:r>
              <a:rPr lang="en-US" altLang="zh-CN" sz="2800" dirty="0"/>
              <a:t>=</a:t>
            </a:r>
            <a:r>
              <a:rPr lang="el-GR" altLang="zh-CN" sz="2800" dirty="0"/>
              <a:t>α</a:t>
            </a:r>
            <a:r>
              <a:rPr lang="en-US" altLang="zh-CN" sz="2800" baseline="-25000" dirty="0"/>
              <a:t>3</a:t>
            </a:r>
            <a:r>
              <a:rPr lang="en-US" altLang="zh-CN" sz="2800" dirty="0"/>
              <a:t> –(</a:t>
            </a:r>
            <a:r>
              <a:rPr lang="el-GR" altLang="zh-CN" sz="2800" dirty="0"/>
              <a:t>α</a:t>
            </a:r>
            <a:r>
              <a:rPr lang="en-US" altLang="zh-CN" sz="2800" baseline="-25000" dirty="0"/>
              <a:t>3</a:t>
            </a:r>
            <a:r>
              <a:rPr lang="en-US" altLang="zh-CN" sz="2800" dirty="0"/>
              <a:t>, </a:t>
            </a:r>
            <a:r>
              <a:rPr lang="el-GR" altLang="zh-CN" sz="2800" dirty="0"/>
              <a:t>β</a:t>
            </a:r>
            <a:r>
              <a:rPr lang="en-US" altLang="zh-CN" sz="2800" baseline="-25000" dirty="0"/>
              <a:t>1</a:t>
            </a:r>
            <a:r>
              <a:rPr lang="en-US" altLang="zh-CN" sz="2800" dirty="0"/>
              <a:t>)</a:t>
            </a:r>
            <a:r>
              <a:rPr lang="el-GR" altLang="zh-CN" sz="2800" dirty="0"/>
              <a:t> β</a:t>
            </a:r>
            <a:r>
              <a:rPr lang="en-US" altLang="zh-CN" sz="2800" baseline="-25000" dirty="0"/>
              <a:t>1</a:t>
            </a:r>
            <a:r>
              <a:rPr lang="en-US" altLang="zh-CN" sz="2800" dirty="0"/>
              <a:t> –(</a:t>
            </a:r>
            <a:r>
              <a:rPr lang="el-GR" altLang="zh-CN" sz="2800" dirty="0"/>
              <a:t>α</a:t>
            </a:r>
            <a:r>
              <a:rPr lang="en-US" altLang="zh-CN" sz="2800" baseline="-25000" dirty="0"/>
              <a:t>3</a:t>
            </a:r>
            <a:r>
              <a:rPr lang="en-US" altLang="zh-CN" sz="2800" dirty="0"/>
              <a:t>, </a:t>
            </a:r>
            <a:r>
              <a:rPr lang="el-GR" altLang="zh-CN" sz="2800" dirty="0"/>
              <a:t>β</a:t>
            </a:r>
            <a:r>
              <a:rPr lang="en-US" altLang="zh-CN" sz="2800" baseline="-25000" dirty="0"/>
              <a:t>2</a:t>
            </a:r>
            <a:r>
              <a:rPr lang="en-US" altLang="zh-CN" sz="2800" dirty="0"/>
              <a:t>)</a:t>
            </a:r>
            <a:r>
              <a:rPr lang="el-GR" altLang="zh-CN" sz="2800" dirty="0"/>
              <a:t> β</a:t>
            </a:r>
            <a:r>
              <a:rPr lang="en-US" altLang="zh-CN" sz="2800" baseline="-25000" dirty="0"/>
              <a:t>2</a:t>
            </a:r>
            <a:r>
              <a:rPr lang="en-US" altLang="zh-CN" sz="2800" dirty="0"/>
              <a:t>,               </a:t>
            </a:r>
            <a:r>
              <a:rPr lang="el-GR" altLang="zh-CN" sz="2800" dirty="0"/>
              <a:t>β</a:t>
            </a:r>
            <a:r>
              <a:rPr lang="en-US" altLang="zh-CN" sz="2800" baseline="-25000" dirty="0"/>
              <a:t>3</a:t>
            </a:r>
            <a:r>
              <a:rPr lang="en-US" altLang="zh-CN" sz="2800" dirty="0"/>
              <a:t>=</a:t>
            </a:r>
            <a:r>
              <a:rPr lang="el-GR" altLang="zh-CN" sz="2800" dirty="0"/>
              <a:t>β</a:t>
            </a:r>
            <a:r>
              <a:rPr lang="en-US" altLang="zh-CN" sz="2800" baseline="-25000" dirty="0"/>
              <a:t>3</a:t>
            </a:r>
            <a:r>
              <a:rPr lang="en-US" altLang="zh-CN" sz="2800" baseline="30000" dirty="0"/>
              <a:t>’</a:t>
            </a:r>
            <a:r>
              <a:rPr lang="en-US" altLang="zh-CN" sz="2800" dirty="0"/>
              <a:t>/||</a:t>
            </a:r>
            <a:r>
              <a:rPr lang="el-GR" altLang="zh-CN" sz="2800" dirty="0"/>
              <a:t>β</a:t>
            </a:r>
            <a:r>
              <a:rPr lang="en-US" altLang="zh-CN" sz="2800" baseline="-25000" dirty="0"/>
              <a:t>3</a:t>
            </a:r>
            <a:r>
              <a:rPr lang="en-US" altLang="zh-CN" sz="2800" baseline="30000" dirty="0"/>
              <a:t>’</a:t>
            </a:r>
            <a:r>
              <a:rPr lang="en-US" altLang="zh-CN" sz="2800" dirty="0"/>
              <a:t>||</a:t>
            </a:r>
            <a:r>
              <a:rPr lang="en-US" altLang="zh-CN" sz="2800" baseline="-25000" dirty="0"/>
              <a:t>2</a:t>
            </a:r>
            <a:endParaRPr lang="en-US" altLang="zh-CN" sz="2800" dirty="0"/>
          </a:p>
          <a:p>
            <a:pPr marL="0" indent="0">
              <a:buFont typeface="Wingdings 2" panose="05020102010507070707" pitchFamily="18" charset="2"/>
              <a:buNone/>
            </a:pPr>
            <a:r>
              <a:rPr lang="en-US" altLang="zh-CN" sz="2800" dirty="0"/>
              <a:t>……       </a:t>
            </a:r>
          </a:p>
          <a:p>
            <a:pPr marL="0" indent="0">
              <a:buFont typeface="Wingdings 2" panose="05020102010507070707" pitchFamily="18" charset="2"/>
              <a:buNone/>
            </a:pPr>
            <a:r>
              <a:rPr lang="en-US" altLang="zh-CN" sz="2800" dirty="0"/>
              <a:t>                                                             </a:t>
            </a:r>
            <a:r>
              <a:rPr lang="el-GR" altLang="zh-CN" sz="2800" dirty="0"/>
              <a:t>β</a:t>
            </a:r>
            <a:r>
              <a:rPr lang="en-US" altLang="zh-CN" sz="2800" baseline="-25000" dirty="0"/>
              <a:t>n</a:t>
            </a:r>
            <a:r>
              <a:rPr lang="en-US" altLang="zh-CN" sz="2800" dirty="0"/>
              <a:t>=</a:t>
            </a:r>
            <a:r>
              <a:rPr lang="el-GR" altLang="zh-CN" sz="2800" dirty="0"/>
              <a:t>β</a:t>
            </a:r>
            <a:r>
              <a:rPr lang="en-US" altLang="zh-CN" sz="2800" baseline="-25000" dirty="0"/>
              <a:t>n</a:t>
            </a:r>
            <a:r>
              <a:rPr lang="en-US" altLang="zh-CN" sz="2800" baseline="30000" dirty="0"/>
              <a:t>’</a:t>
            </a:r>
            <a:r>
              <a:rPr lang="en-US" altLang="zh-CN" sz="2800" dirty="0"/>
              <a:t>/||</a:t>
            </a:r>
            <a:r>
              <a:rPr lang="el-GR" altLang="zh-CN" sz="2800" dirty="0"/>
              <a:t>β</a:t>
            </a:r>
            <a:r>
              <a:rPr lang="en-US" altLang="zh-CN" sz="2800" baseline="-25000" dirty="0"/>
              <a:t>n</a:t>
            </a:r>
            <a:r>
              <a:rPr lang="en-US" altLang="zh-CN" sz="2800" baseline="30000" dirty="0"/>
              <a:t>’</a:t>
            </a:r>
            <a:r>
              <a:rPr lang="en-US" altLang="zh-CN" sz="2800" dirty="0"/>
              <a:t>||</a:t>
            </a:r>
            <a:r>
              <a:rPr lang="en-US" altLang="zh-CN" sz="2800" baseline="-25000" dirty="0"/>
              <a:t>2</a:t>
            </a:r>
            <a:r>
              <a:rPr lang="en-US" altLang="zh-CN" sz="2800" dirty="0"/>
              <a:t> ,</a:t>
            </a:r>
          </a:p>
          <a:p>
            <a:pPr marL="0" indent="0" algn="just">
              <a:buFont typeface="Wingdings 2" panose="05020102010507070707" pitchFamily="18" charset="2"/>
              <a:buNone/>
            </a:pPr>
            <a:r>
              <a:rPr lang="zh-CN" altLang="en-US" sz="2800" dirty="0"/>
              <a:t>可以验证</a:t>
            </a:r>
            <a:r>
              <a:rPr lang="en-US" altLang="zh-CN" sz="2800" dirty="0"/>
              <a:t>(</a:t>
            </a:r>
            <a:r>
              <a:rPr lang="el-GR" altLang="zh-CN" sz="2800" dirty="0"/>
              <a:t>β</a:t>
            </a:r>
            <a:r>
              <a:rPr lang="en-US" altLang="zh-CN" sz="2800" baseline="-25000" dirty="0" err="1"/>
              <a:t>i</a:t>
            </a:r>
            <a:r>
              <a:rPr lang="en-US" altLang="zh-CN" sz="2800" dirty="0"/>
              <a:t>, </a:t>
            </a:r>
            <a:r>
              <a:rPr lang="el-GR" altLang="zh-CN" sz="2800" dirty="0"/>
              <a:t>β</a:t>
            </a:r>
            <a:r>
              <a:rPr lang="en-US" altLang="zh-CN" sz="2800" baseline="-25000" dirty="0"/>
              <a:t>j</a:t>
            </a:r>
            <a:r>
              <a:rPr lang="en-US" altLang="zh-CN" sz="2800" dirty="0"/>
              <a:t>)</a:t>
            </a:r>
            <a:r>
              <a:rPr lang="el-GR" altLang="zh-CN" sz="2800" dirty="0"/>
              <a:t> </a:t>
            </a:r>
            <a:r>
              <a:rPr lang="en-US" altLang="zh-CN" sz="2800" dirty="0"/>
              <a:t>=0 (</a:t>
            </a:r>
            <a:r>
              <a:rPr lang="en-US" altLang="zh-CN" sz="2800" dirty="0" err="1"/>
              <a:t>i</a:t>
            </a:r>
            <a:r>
              <a:rPr lang="en-US" altLang="zh-CN" sz="2800" dirty="0" err="1">
                <a:latin typeface="Times New Roman" panose="02020603050405020304" pitchFamily="18" charset="0"/>
                <a:cs typeface="Times New Roman" panose="02020603050405020304" pitchFamily="18" charset="0"/>
              </a:rPr>
              <a:t>≠</a:t>
            </a:r>
            <a:r>
              <a:rPr lang="en-US" altLang="zh-CN" sz="2800" dirty="0" err="1"/>
              <a:t>j</a:t>
            </a:r>
            <a:r>
              <a:rPr lang="en-US" altLang="zh-CN" sz="2800" dirty="0"/>
              <a:t>),</a:t>
            </a:r>
            <a:r>
              <a:rPr lang="zh-CN" altLang="en-US" sz="2800" dirty="0"/>
              <a:t>即</a:t>
            </a:r>
            <a:r>
              <a:rPr lang="el-GR" altLang="zh-CN" sz="2800" dirty="0"/>
              <a:t>β</a:t>
            </a:r>
            <a:r>
              <a:rPr lang="en-US" altLang="zh-CN" sz="2800" baseline="-25000" dirty="0" err="1"/>
              <a:t>i</a:t>
            </a:r>
            <a:r>
              <a:rPr lang="zh-CN" altLang="en-US" sz="2800" dirty="0"/>
              <a:t>和</a:t>
            </a:r>
            <a:r>
              <a:rPr lang="el-GR" altLang="zh-CN" sz="2800" dirty="0"/>
              <a:t>β</a:t>
            </a:r>
            <a:r>
              <a:rPr lang="en-US" altLang="zh-CN" sz="2800" baseline="-25000" dirty="0"/>
              <a:t>j</a:t>
            </a:r>
            <a:r>
              <a:rPr lang="zh-CN" altLang="en-US" sz="2800" dirty="0"/>
              <a:t>正交。</a:t>
            </a:r>
            <a:endParaRPr lang="en-US" altLang="zh-CN" sz="2800" dirty="0"/>
          </a:p>
          <a:p>
            <a:pPr marL="0" indent="0" algn="just">
              <a:buFont typeface="Wingdings 2" panose="05020102010507070707" pitchFamily="18" charset="2"/>
              <a:buNone/>
            </a:pPr>
            <a:endParaRPr lang="en-US" altLang="zh-CN" sz="2800" dirty="0"/>
          </a:p>
        </p:txBody>
      </p:sp>
      <p:graphicFrame>
        <p:nvGraphicFramePr>
          <p:cNvPr id="129027" name="对象 4">
            <a:extLst>
              <a:ext uri="{FF2B5EF4-FFF2-40B4-BE49-F238E27FC236}">
                <a16:creationId xmlns:a16="http://schemas.microsoft.com/office/drawing/2014/main" id="{B9AFE438-445C-4778-A8C9-787176BF1B57}"/>
              </a:ext>
            </a:extLst>
          </p:cNvPr>
          <p:cNvGraphicFramePr>
            <a:graphicFrameLocks noChangeAspect="1"/>
          </p:cNvGraphicFramePr>
          <p:nvPr>
            <p:extLst>
              <p:ext uri="{D42A27DB-BD31-4B8C-83A1-F6EECF244321}">
                <p14:modId xmlns:p14="http://schemas.microsoft.com/office/powerpoint/2010/main" val="4091830738"/>
              </p:ext>
            </p:extLst>
          </p:nvPr>
        </p:nvGraphicFramePr>
        <p:xfrm>
          <a:off x="364943" y="5409220"/>
          <a:ext cx="2909888" cy="877887"/>
        </p:xfrm>
        <a:graphic>
          <a:graphicData uri="http://schemas.openxmlformats.org/presentationml/2006/ole">
            <mc:AlternateContent xmlns:mc="http://schemas.openxmlformats.org/markup-compatibility/2006">
              <mc:Choice xmlns:v="urn:schemas-microsoft-com:vml" Requires="v">
                <p:oleObj spid="_x0000_s2081" name="公式" r:id="rId3" imgW="1473200" imgH="444500" progId="Equation.3">
                  <p:embed/>
                </p:oleObj>
              </mc:Choice>
              <mc:Fallback>
                <p:oleObj name="公式" r:id="rId3" imgW="1473200" imgH="444500" progId="Equation.3">
                  <p:embed/>
                  <p:pic>
                    <p:nvPicPr>
                      <p:cNvPr id="129027" name="对象 4">
                        <a:extLst>
                          <a:ext uri="{FF2B5EF4-FFF2-40B4-BE49-F238E27FC236}">
                            <a16:creationId xmlns:a16="http://schemas.microsoft.com/office/drawing/2014/main" id="{B9AFE438-445C-4778-A8C9-787176BF1B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943" y="5409220"/>
                        <a:ext cx="2909888"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文本框 3">
            <a:extLst>
              <a:ext uri="{FF2B5EF4-FFF2-40B4-BE49-F238E27FC236}">
                <a16:creationId xmlns:a16="http://schemas.microsoft.com/office/drawing/2014/main" id="{3712A5A0-34F7-4E27-853F-9C1953DCC6BF}"/>
              </a:ext>
            </a:extLst>
          </p:cNvPr>
          <p:cNvSpPr txBox="1"/>
          <p:nvPr/>
        </p:nvSpPr>
        <p:spPr>
          <a:xfrm>
            <a:off x="21372" y="208617"/>
            <a:ext cx="6440837" cy="523220"/>
          </a:xfrm>
          <a:prstGeom prst="rect">
            <a:avLst/>
          </a:prstGeom>
          <a:noFill/>
          <a:ln w="25400">
            <a:noFill/>
          </a:ln>
        </p:spPr>
        <p:txBody>
          <a:bodyPr wrap="square">
            <a:spAutoFit/>
          </a:bodyPr>
          <a:lstStyle/>
          <a:p>
            <a:pPr marL="0" marR="0" lvl="0" indent="0" algn="l" defTabSz="512763" rtl="0" eaLnBrk="0" fontAlgn="base" latinLnBrk="0" hangingPunct="0">
              <a:lnSpc>
                <a:spcPct val="100000"/>
              </a:lnSpc>
              <a:spcBef>
                <a:spcPct val="20000"/>
              </a:spcBef>
              <a:spcAft>
                <a:spcPct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三角分解</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----Schimidt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正交化方法</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内容占位符 2">
            <a:extLst>
              <a:ext uri="{FF2B5EF4-FFF2-40B4-BE49-F238E27FC236}">
                <a16:creationId xmlns:a16="http://schemas.microsoft.com/office/drawing/2014/main" id="{59FE69FF-077E-4A11-B932-0B5D83870F07}"/>
              </a:ext>
            </a:extLst>
          </p:cNvPr>
          <p:cNvSpPr>
            <a:spLocks noGrp="1"/>
          </p:cNvSpPr>
          <p:nvPr>
            <p:ph sz="quarter" idx="1"/>
          </p:nvPr>
        </p:nvSpPr>
        <p:spPr>
          <a:xfrm>
            <a:off x="521551" y="1043735"/>
            <a:ext cx="8497952" cy="4542147"/>
          </a:xfrm>
        </p:spPr>
        <p:txBody>
          <a:bodyPr>
            <a:normAutofit fontScale="92500" lnSpcReduction="10000"/>
          </a:bodyPr>
          <a:lstStyle/>
          <a:p>
            <a:pPr marL="0" indent="0">
              <a:buFont typeface="Wingdings 2" panose="05020102010507070707" pitchFamily="18" charset="2"/>
              <a:buNone/>
            </a:pPr>
            <a:r>
              <a:rPr lang="zh-CN" altLang="en-US" sz="2800" dirty="0"/>
              <a:t>于是</a:t>
            </a:r>
            <a:endParaRPr lang="en-US" altLang="zh-CN" sz="2800" dirty="0"/>
          </a:p>
          <a:p>
            <a:pPr marL="0" indent="0">
              <a:buFont typeface="Wingdings 2" panose="05020102010507070707" pitchFamily="18" charset="2"/>
              <a:buNone/>
            </a:pPr>
            <a:endParaRPr lang="en-US" altLang="zh-CN" sz="2800" dirty="0"/>
          </a:p>
          <a:p>
            <a:pPr marL="0" indent="0">
              <a:buFont typeface="Wingdings 2" panose="05020102010507070707" pitchFamily="18" charset="2"/>
              <a:buNone/>
            </a:pPr>
            <a:endParaRPr lang="en-US" altLang="zh-CN" sz="2800" dirty="0"/>
          </a:p>
          <a:p>
            <a:pPr marL="0" indent="0">
              <a:buFont typeface="Wingdings 2" panose="05020102010507070707" pitchFamily="18" charset="2"/>
              <a:buNone/>
            </a:pPr>
            <a:endParaRPr lang="en-US" altLang="zh-CN" sz="2800" dirty="0"/>
          </a:p>
          <a:p>
            <a:pPr marL="0" indent="0">
              <a:buFont typeface="Wingdings 2" panose="05020102010507070707" pitchFamily="18" charset="2"/>
              <a:buNone/>
            </a:pPr>
            <a:r>
              <a:rPr lang="en-US" altLang="zh-CN" sz="2800" dirty="0"/>
              <a:t>                                                                                          </a:t>
            </a:r>
          </a:p>
          <a:p>
            <a:pPr marL="0" indent="0">
              <a:buFont typeface="Wingdings 2" panose="05020102010507070707" pitchFamily="18" charset="2"/>
              <a:buNone/>
            </a:pPr>
            <a:endParaRPr lang="en-US" altLang="zh-CN" sz="2800" dirty="0"/>
          </a:p>
          <a:p>
            <a:pPr marL="0" indent="0">
              <a:buFont typeface="Wingdings 2" panose="05020102010507070707" pitchFamily="18" charset="2"/>
              <a:buNone/>
            </a:pPr>
            <a:endParaRPr lang="en-US" altLang="zh-CN" sz="2800" dirty="0"/>
          </a:p>
          <a:p>
            <a:pPr marL="0" indent="0">
              <a:buFont typeface="Wingdings 2" panose="05020102010507070707" pitchFamily="18" charset="2"/>
              <a:buNone/>
            </a:pPr>
            <a:endParaRPr lang="en-US" altLang="zh-CN" sz="2800" dirty="0"/>
          </a:p>
          <a:p>
            <a:pPr marL="0" indent="0">
              <a:buFont typeface="Wingdings 2" panose="05020102010507070707" pitchFamily="18" charset="2"/>
              <a:buNone/>
            </a:pPr>
            <a:r>
              <a:rPr lang="zh-CN" altLang="en-US" sz="2800" dirty="0"/>
              <a:t>其中，</a:t>
            </a:r>
            <a:r>
              <a:rPr lang="en-US" altLang="zh-CN" sz="2800" dirty="0"/>
              <a:t>Q</a:t>
            </a:r>
            <a:r>
              <a:rPr lang="zh-CN" altLang="en-US" sz="2800" dirty="0"/>
              <a:t>是正交矩阵，</a:t>
            </a:r>
            <a:r>
              <a:rPr lang="en-US" altLang="zh-CN" sz="2800" dirty="0"/>
              <a:t>R</a:t>
            </a:r>
            <a:r>
              <a:rPr lang="zh-CN" altLang="en-US" sz="2800" dirty="0"/>
              <a:t>是上三角矩阵。此方法称为</a:t>
            </a:r>
            <a:r>
              <a:rPr lang="en-US" altLang="zh-CN" sz="2800" dirty="0" err="1">
                <a:solidFill>
                  <a:srgbClr val="FF0000"/>
                </a:solidFill>
              </a:rPr>
              <a:t>Schimidt</a:t>
            </a:r>
            <a:r>
              <a:rPr lang="zh-CN" altLang="en-US" sz="2800" dirty="0">
                <a:solidFill>
                  <a:srgbClr val="FF0000"/>
                </a:solidFill>
              </a:rPr>
              <a:t>正交化方法</a:t>
            </a:r>
            <a:r>
              <a:rPr lang="zh-CN" altLang="en-US" sz="2800" dirty="0"/>
              <a:t>。</a:t>
            </a:r>
            <a:endParaRPr lang="en-US" altLang="zh-CN" sz="2800" dirty="0"/>
          </a:p>
          <a:p>
            <a:pPr marL="0" indent="0">
              <a:buFont typeface="Wingdings 2" panose="05020102010507070707" pitchFamily="18" charset="2"/>
              <a:buNone/>
            </a:pPr>
            <a:endParaRPr lang="zh-CN" altLang="en-US" sz="2800" dirty="0"/>
          </a:p>
        </p:txBody>
      </p:sp>
      <p:graphicFrame>
        <p:nvGraphicFramePr>
          <p:cNvPr id="130051" name="对象 1">
            <a:extLst>
              <a:ext uri="{FF2B5EF4-FFF2-40B4-BE49-F238E27FC236}">
                <a16:creationId xmlns:a16="http://schemas.microsoft.com/office/drawing/2014/main" id="{0EF52710-6C1F-4179-A8E8-2EDB37B225DC}"/>
              </a:ext>
            </a:extLst>
          </p:cNvPr>
          <p:cNvGraphicFramePr>
            <a:graphicFrameLocks noChangeAspect="1"/>
          </p:cNvGraphicFramePr>
          <p:nvPr>
            <p:extLst>
              <p:ext uri="{D42A27DB-BD31-4B8C-83A1-F6EECF244321}">
                <p14:modId xmlns:p14="http://schemas.microsoft.com/office/powerpoint/2010/main" val="4196847072"/>
              </p:ext>
            </p:extLst>
          </p:nvPr>
        </p:nvGraphicFramePr>
        <p:xfrm>
          <a:off x="1421650" y="1043735"/>
          <a:ext cx="7299157" cy="3437464"/>
        </p:xfrm>
        <a:graphic>
          <a:graphicData uri="http://schemas.openxmlformats.org/presentationml/2006/ole">
            <mc:AlternateContent xmlns:mc="http://schemas.openxmlformats.org/markup-compatibility/2006">
              <mc:Choice xmlns:v="urn:schemas-microsoft-com:vml" Requires="v">
                <p:oleObj spid="_x0000_s3105" name="公式" r:id="rId4" imgW="3695700" imgH="1739900" progId="Equation.3">
                  <p:embed/>
                </p:oleObj>
              </mc:Choice>
              <mc:Fallback>
                <p:oleObj name="公式" r:id="rId4" imgW="3695700" imgH="1739900" progId="Equation.3">
                  <p:embed/>
                  <p:pic>
                    <p:nvPicPr>
                      <p:cNvPr id="130051" name="对象 1">
                        <a:extLst>
                          <a:ext uri="{FF2B5EF4-FFF2-40B4-BE49-F238E27FC236}">
                            <a16:creationId xmlns:a16="http://schemas.microsoft.com/office/drawing/2014/main" id="{0EF52710-6C1F-4179-A8E8-2EDB37B225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1650" y="1043735"/>
                        <a:ext cx="7299157" cy="3437464"/>
                      </a:xfrm>
                      <a:prstGeom prst="rect">
                        <a:avLst/>
                      </a:prstGeom>
                      <a:noFill/>
                      <a:ln>
                        <a:noFill/>
                      </a:ln>
                    </p:spPr>
                  </p:pic>
                </p:oleObj>
              </mc:Fallback>
            </mc:AlternateContent>
          </a:graphicData>
        </a:graphic>
      </p:graphicFrame>
      <p:sp>
        <p:nvSpPr>
          <p:cNvPr id="4" name="文本框 3">
            <a:extLst>
              <a:ext uri="{FF2B5EF4-FFF2-40B4-BE49-F238E27FC236}">
                <a16:creationId xmlns:a16="http://schemas.microsoft.com/office/drawing/2014/main" id="{352F95F0-904E-43ED-8FE8-EF9950D465BB}"/>
              </a:ext>
            </a:extLst>
          </p:cNvPr>
          <p:cNvSpPr txBox="1"/>
          <p:nvPr/>
        </p:nvSpPr>
        <p:spPr>
          <a:xfrm>
            <a:off x="21372" y="208617"/>
            <a:ext cx="6440837" cy="523220"/>
          </a:xfrm>
          <a:prstGeom prst="rect">
            <a:avLst/>
          </a:prstGeom>
          <a:noFill/>
          <a:ln w="25400">
            <a:noFill/>
          </a:ln>
        </p:spPr>
        <p:txBody>
          <a:bodyPr wrap="square">
            <a:spAutoFit/>
          </a:bodyPr>
          <a:lstStyle/>
          <a:p>
            <a:pPr marL="0" marR="0" lvl="0" indent="0" algn="l" defTabSz="512763" rtl="0" eaLnBrk="0" fontAlgn="base" latinLnBrk="0" hangingPunct="0">
              <a:lnSpc>
                <a:spcPct val="100000"/>
              </a:lnSpc>
              <a:spcBef>
                <a:spcPct val="20000"/>
              </a:spcBef>
              <a:spcAft>
                <a:spcPct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三角分解</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----Schimidt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正交化方法</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13598EF-4381-46B5-9AB8-FD0245DEDEA4}"/>
              </a:ext>
            </a:extLst>
          </p:cNvPr>
          <p:cNvSpPr txBox="1"/>
          <p:nvPr/>
        </p:nvSpPr>
        <p:spPr>
          <a:xfrm>
            <a:off x="784055" y="3654025"/>
            <a:ext cx="6398235" cy="584775"/>
          </a:xfrm>
          <a:prstGeom prst="rect">
            <a:avLst/>
          </a:prstGeom>
          <a:noFill/>
          <a:ln w="25400">
            <a:noFill/>
          </a:ln>
        </p:spPr>
        <p:txBody>
          <a:bodyPr wrap="square">
            <a:spAutoFit/>
          </a:bodyPr>
          <a:lstStyle/>
          <a:p>
            <a:r>
              <a:rPr lang="zh-CN" altLang="en-US" sz="3200" dirty="0"/>
              <a:t> 试用</a:t>
            </a:r>
            <a:r>
              <a:rPr lang="en-US" altLang="zh-CN" sz="3200" dirty="0" err="1"/>
              <a:t>Schimidt</a:t>
            </a:r>
            <a:r>
              <a:rPr lang="zh-CN" altLang="en-US" sz="3200" dirty="0"/>
              <a:t>正交化方法分解</a:t>
            </a:r>
          </a:p>
        </p:txBody>
      </p:sp>
      <p:sp>
        <p:nvSpPr>
          <p:cNvPr id="6" name="文本框 5">
            <a:extLst>
              <a:ext uri="{FF2B5EF4-FFF2-40B4-BE49-F238E27FC236}">
                <a16:creationId xmlns:a16="http://schemas.microsoft.com/office/drawing/2014/main" id="{9D958E16-E59E-463E-9388-FDC8346A36C7}"/>
              </a:ext>
            </a:extLst>
          </p:cNvPr>
          <p:cNvSpPr txBox="1"/>
          <p:nvPr/>
        </p:nvSpPr>
        <p:spPr>
          <a:xfrm>
            <a:off x="251520" y="1088740"/>
            <a:ext cx="4588932" cy="584775"/>
          </a:xfrm>
          <a:prstGeom prst="rect">
            <a:avLst/>
          </a:prstGeom>
          <a:noFill/>
          <a:ln w="25400">
            <a:noFill/>
          </a:ln>
        </p:spPr>
        <p:txBody>
          <a:bodyPr wrap="square">
            <a:spAutoFit/>
          </a:bodyPr>
          <a:lstStyle/>
          <a:p>
            <a:r>
              <a:rPr lang="zh-CN" altLang="en-US" sz="3200" b="1" dirty="0"/>
              <a:t>例</a:t>
            </a:r>
            <a:r>
              <a:rPr lang="zh-CN" altLang="en-US" sz="3200" dirty="0"/>
              <a:t> 设矩阵</a:t>
            </a:r>
          </a:p>
        </p:txBody>
      </p:sp>
      <p:graphicFrame>
        <p:nvGraphicFramePr>
          <p:cNvPr id="7" name="对象 6">
            <a:extLst>
              <a:ext uri="{FF2B5EF4-FFF2-40B4-BE49-F238E27FC236}">
                <a16:creationId xmlns:a16="http://schemas.microsoft.com/office/drawing/2014/main" id="{5001EC9F-7DF3-4480-AA76-E3767A69B294}"/>
              </a:ext>
            </a:extLst>
          </p:cNvPr>
          <p:cNvGraphicFramePr>
            <a:graphicFrameLocks noChangeAspect="1"/>
          </p:cNvGraphicFramePr>
          <p:nvPr>
            <p:extLst>
              <p:ext uri="{D42A27DB-BD31-4B8C-83A1-F6EECF244321}">
                <p14:modId xmlns:p14="http://schemas.microsoft.com/office/powerpoint/2010/main" val="565078454"/>
              </p:ext>
            </p:extLst>
          </p:nvPr>
        </p:nvGraphicFramePr>
        <p:xfrm>
          <a:off x="2722563" y="1281113"/>
          <a:ext cx="2520950" cy="2147887"/>
        </p:xfrm>
        <a:graphic>
          <a:graphicData uri="http://schemas.openxmlformats.org/presentationml/2006/ole">
            <mc:AlternateContent xmlns:mc="http://schemas.openxmlformats.org/markup-compatibility/2006">
              <mc:Choice xmlns:v="urn:schemas-microsoft-com:vml" Requires="v">
                <p:oleObj spid="_x0000_s17431" r:id="rId3" imgW="838200" imgH="711200" progId="Equation.3">
                  <p:embed/>
                </p:oleObj>
              </mc:Choice>
              <mc:Fallback>
                <p:oleObj r:id="rId3" imgW="838200" imgH="7112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2563" y="1281113"/>
                        <a:ext cx="2520950" cy="2147887"/>
                      </a:xfrm>
                      <a:prstGeom prst="rect">
                        <a:avLst/>
                      </a:prstGeom>
                      <a:noFill/>
                    </p:spPr>
                  </p:pic>
                </p:oleObj>
              </mc:Fallback>
            </mc:AlternateContent>
          </a:graphicData>
        </a:graphic>
      </p:graphicFrame>
      <p:sp>
        <p:nvSpPr>
          <p:cNvPr id="5" name="文本框 4">
            <a:extLst>
              <a:ext uri="{FF2B5EF4-FFF2-40B4-BE49-F238E27FC236}">
                <a16:creationId xmlns:a16="http://schemas.microsoft.com/office/drawing/2014/main" id="{39A48172-4B6A-41F4-A147-6AC3C2449F59}"/>
              </a:ext>
            </a:extLst>
          </p:cNvPr>
          <p:cNvSpPr txBox="1"/>
          <p:nvPr/>
        </p:nvSpPr>
        <p:spPr>
          <a:xfrm>
            <a:off x="21372" y="208617"/>
            <a:ext cx="6800877" cy="523220"/>
          </a:xfrm>
          <a:prstGeom prst="rect">
            <a:avLst/>
          </a:prstGeom>
          <a:noFill/>
          <a:ln w="25400">
            <a:noFill/>
          </a:ln>
        </p:spPr>
        <p:txBody>
          <a:bodyPr wrap="square">
            <a:spAutoFit/>
          </a:bodyPr>
          <a:lstStyle/>
          <a:p>
            <a:pPr marL="0" marR="0" lvl="0" indent="0" algn="l" defTabSz="512763" rtl="0" eaLnBrk="0" fontAlgn="base" latinLnBrk="0" hangingPunct="0">
              <a:lnSpc>
                <a:spcPct val="100000"/>
              </a:lnSpc>
              <a:spcBef>
                <a:spcPct val="20000"/>
              </a:spcBef>
              <a:spcAft>
                <a:spcPct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三角分解</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----Schimidt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正交化方法</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81387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703AD6C-B146-416E-909C-0B19197B0676}"/>
              </a:ext>
            </a:extLst>
          </p:cNvPr>
          <p:cNvSpPr txBox="1"/>
          <p:nvPr/>
        </p:nvSpPr>
        <p:spPr>
          <a:xfrm>
            <a:off x="21372" y="208617"/>
            <a:ext cx="6800877" cy="523220"/>
          </a:xfrm>
          <a:prstGeom prst="rect">
            <a:avLst/>
          </a:prstGeom>
          <a:noFill/>
          <a:ln w="25400">
            <a:noFill/>
          </a:ln>
        </p:spPr>
        <p:txBody>
          <a:bodyPr wrap="square">
            <a:spAutoFit/>
          </a:bodyPr>
          <a:lstStyle/>
          <a:p>
            <a:pPr marL="0" marR="0" lvl="0" indent="0" algn="l" defTabSz="512763" rtl="0" eaLnBrk="0" fontAlgn="base" latinLnBrk="0" hangingPunct="0">
              <a:lnSpc>
                <a:spcPct val="100000"/>
              </a:lnSpc>
              <a:spcBef>
                <a:spcPct val="20000"/>
              </a:spcBef>
              <a:spcAft>
                <a:spcPct val="0"/>
              </a:spcAft>
              <a:buClrTx/>
              <a:buSzTx/>
              <a:buFont typeface="Wingdings 2" panose="05020102010507070707" pitchFamily="18" charset="2"/>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三角分解</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----Schimidt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正交化方法</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7BFF7C2D-261F-44D4-A4ED-93E4BE8C737C}"/>
              </a:ext>
            </a:extLst>
          </p:cNvPr>
          <p:cNvSpPr txBox="1"/>
          <p:nvPr/>
        </p:nvSpPr>
        <p:spPr>
          <a:xfrm>
            <a:off x="123763" y="1013027"/>
            <a:ext cx="4588932" cy="584775"/>
          </a:xfrm>
          <a:prstGeom prst="rect">
            <a:avLst/>
          </a:prstGeom>
          <a:noFill/>
          <a:ln w="25400">
            <a:noFill/>
          </a:ln>
        </p:spPr>
        <p:txBody>
          <a:bodyPr wrap="square">
            <a:spAutoFit/>
          </a:bodyPr>
          <a:lstStyle/>
          <a:p>
            <a:r>
              <a:rPr lang="zh-CN" altLang="en-US" sz="3200" b="1" dirty="0"/>
              <a:t>解：</a:t>
            </a:r>
            <a:endParaRPr lang="en-US" altLang="zh-CN" sz="3200" b="1" dirty="0"/>
          </a:p>
        </p:txBody>
      </p:sp>
      <p:pic>
        <p:nvPicPr>
          <p:cNvPr id="6" name="图片 5">
            <a:extLst>
              <a:ext uri="{FF2B5EF4-FFF2-40B4-BE49-F238E27FC236}">
                <a16:creationId xmlns:a16="http://schemas.microsoft.com/office/drawing/2014/main" id="{7B40296D-7EFC-4D04-91F5-81D2C983FC72}"/>
              </a:ext>
            </a:extLst>
          </p:cNvPr>
          <p:cNvPicPr>
            <a:picLocks noChangeAspect="1"/>
          </p:cNvPicPr>
          <p:nvPr/>
        </p:nvPicPr>
        <p:blipFill>
          <a:blip r:embed="rId2"/>
          <a:stretch>
            <a:fillRect/>
          </a:stretch>
        </p:blipFill>
        <p:spPr>
          <a:xfrm>
            <a:off x="1061610" y="907969"/>
            <a:ext cx="6224344" cy="5266336"/>
          </a:xfrm>
          <a:prstGeom prst="rect">
            <a:avLst/>
          </a:prstGeom>
        </p:spPr>
      </p:pic>
    </p:spTree>
    <p:extLst>
      <p:ext uri="{BB962C8B-B14F-4D97-AF65-F5344CB8AC3E}">
        <p14:creationId xmlns:p14="http://schemas.microsoft.com/office/powerpoint/2010/main" val="2783824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50B29C-DE9B-43E2-9536-3C32812512EB}"/>
              </a:ext>
            </a:extLst>
          </p:cNvPr>
          <p:cNvSpPr>
            <a:spLocks noGrp="1"/>
          </p:cNvSpPr>
          <p:nvPr>
            <p:ph type="sldNum" sz="quarter" idx="12"/>
          </p:nvPr>
        </p:nvSpPr>
        <p:spPr/>
        <p:txBody>
          <a:bodyPr/>
          <a:lstStyle/>
          <a:p>
            <a:fld id="{5A8FC9E3-917F-4276-BFD5-27680B282527}" type="slidenum">
              <a:rPr lang="en-US" altLang="zh-CN"/>
              <a:pPr/>
              <a:t>23</a:t>
            </a:fld>
            <a:endParaRPr lang="en-US" altLang="zh-CN"/>
          </a:p>
        </p:txBody>
      </p:sp>
      <p:sp>
        <p:nvSpPr>
          <p:cNvPr id="12290" name="Rectangle 2">
            <a:extLst>
              <a:ext uri="{FF2B5EF4-FFF2-40B4-BE49-F238E27FC236}">
                <a16:creationId xmlns:a16="http://schemas.microsoft.com/office/drawing/2014/main" id="{0718A447-23E8-4D96-9B6A-967A52ED2E2D}"/>
              </a:ext>
            </a:extLst>
          </p:cNvPr>
          <p:cNvSpPr>
            <a:spLocks noGrp="1" noChangeArrowheads="1"/>
          </p:cNvSpPr>
          <p:nvPr>
            <p:ph type="title"/>
          </p:nvPr>
        </p:nvSpPr>
        <p:spPr>
          <a:xfrm>
            <a:off x="68262" y="-6309"/>
            <a:ext cx="7551738" cy="979487"/>
          </a:xfrm>
        </p:spPr>
        <p:txBody>
          <a:bodyPr/>
          <a:lstStyle/>
          <a:p>
            <a:pPr algn="l"/>
            <a:r>
              <a:rPr lang="en-US" altLang="zh-CN" b="1" dirty="0"/>
              <a:t>2 </a:t>
            </a:r>
            <a:r>
              <a:rPr lang="zh-CN" altLang="en-US" b="1" dirty="0"/>
              <a:t>奇异值分解（</a:t>
            </a:r>
            <a:r>
              <a:rPr lang="en-US" altLang="zh-CN" b="1" dirty="0"/>
              <a:t>SVD</a:t>
            </a:r>
            <a:r>
              <a:rPr lang="zh-CN" altLang="en-US" b="1" dirty="0"/>
              <a:t>）</a:t>
            </a:r>
          </a:p>
        </p:txBody>
      </p:sp>
      <p:sp>
        <p:nvSpPr>
          <p:cNvPr id="12295" name="Rectangle 7">
            <a:extLst>
              <a:ext uri="{FF2B5EF4-FFF2-40B4-BE49-F238E27FC236}">
                <a16:creationId xmlns:a16="http://schemas.microsoft.com/office/drawing/2014/main" id="{532AEE2B-5169-469A-9B21-F7B06A0EC2E5}"/>
              </a:ext>
            </a:extLst>
          </p:cNvPr>
          <p:cNvSpPr>
            <a:spLocks noChangeArrowheads="1"/>
          </p:cNvSpPr>
          <p:nvPr/>
        </p:nvSpPr>
        <p:spPr bwMode="auto">
          <a:xfrm>
            <a:off x="251520" y="1628800"/>
            <a:ext cx="8892480" cy="2455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en-US" altLang="zh-CN" sz="3600" b="1" dirty="0">
                <a:solidFill>
                  <a:schemeClr val="accent1"/>
                </a:solidFill>
                <a:latin typeface="宋体" panose="02010600030101010101" pitchFamily="2" charset="-122"/>
              </a:rPr>
              <a:t>1 </a:t>
            </a:r>
            <a:r>
              <a:rPr kumimoji="1" lang="zh-CN" altLang="en-US" sz="3600" b="1" dirty="0">
                <a:solidFill>
                  <a:schemeClr val="accent1"/>
                </a:solidFill>
                <a:latin typeface="宋体" panose="02010600030101010101" pitchFamily="2" charset="-122"/>
              </a:rPr>
              <a:t>三角分解，正交</a:t>
            </a:r>
            <a:r>
              <a:rPr kumimoji="1" lang="en-US" altLang="zh-CN" sz="3600" b="1" dirty="0">
                <a:solidFill>
                  <a:schemeClr val="accent1"/>
                </a:solidFill>
                <a:latin typeface="宋体" panose="02010600030101010101" pitchFamily="2" charset="-122"/>
              </a:rPr>
              <a:t>-</a:t>
            </a:r>
            <a:r>
              <a:rPr kumimoji="1" lang="zh-CN" altLang="en-US" sz="3600" b="1" dirty="0">
                <a:solidFill>
                  <a:schemeClr val="accent1"/>
                </a:solidFill>
                <a:latin typeface="宋体" panose="02010600030101010101" pitchFamily="2" charset="-122"/>
              </a:rPr>
              <a:t>三角分解</a:t>
            </a:r>
            <a:endParaRPr kumimoji="1" lang="en-US" altLang="zh-CN" sz="3600" b="1" dirty="0">
              <a:solidFill>
                <a:schemeClr val="accent1"/>
              </a:solidFill>
              <a:latin typeface="宋体" panose="02010600030101010101" pitchFamily="2" charset="-122"/>
            </a:endParaRPr>
          </a:p>
          <a:p>
            <a:pPr>
              <a:lnSpc>
                <a:spcPct val="150000"/>
              </a:lnSpc>
            </a:pPr>
            <a:r>
              <a:rPr kumimoji="1" lang="en-US" altLang="zh-CN" sz="3600" b="1" dirty="0">
                <a:solidFill>
                  <a:srgbClr val="FF0000"/>
                </a:solidFill>
                <a:latin typeface="宋体" panose="02010600030101010101" pitchFamily="2" charset="-122"/>
              </a:rPr>
              <a:t>2 </a:t>
            </a:r>
            <a:r>
              <a:rPr kumimoji="1" lang="zh-CN" altLang="en-US" sz="3600" b="1" dirty="0">
                <a:solidFill>
                  <a:srgbClr val="FF0000"/>
                </a:solidFill>
                <a:latin typeface="宋体" panose="02010600030101010101" pitchFamily="2" charset="-122"/>
              </a:rPr>
              <a:t>奇异值分解</a:t>
            </a:r>
            <a:endParaRPr kumimoji="1" lang="en-US" altLang="zh-CN" sz="3600" b="1" dirty="0">
              <a:solidFill>
                <a:srgbClr val="FF0000"/>
              </a:solidFill>
              <a:latin typeface="宋体" panose="02010600030101010101" pitchFamily="2" charset="-122"/>
            </a:endParaRPr>
          </a:p>
          <a:p>
            <a:pPr>
              <a:lnSpc>
                <a:spcPct val="150000"/>
              </a:lnSpc>
            </a:pPr>
            <a:r>
              <a:rPr kumimoji="1" lang="en-US" altLang="zh-CN" sz="3600" b="1" dirty="0">
                <a:solidFill>
                  <a:schemeClr val="accent1"/>
                </a:solidFill>
                <a:latin typeface="宋体" panose="02010600030101010101" pitchFamily="2" charset="-122"/>
              </a:rPr>
              <a:t>3 </a:t>
            </a:r>
            <a:r>
              <a:rPr kumimoji="1" lang="zh-CN" altLang="en-US" sz="3600" b="1" dirty="0">
                <a:solidFill>
                  <a:schemeClr val="accent1"/>
                </a:solidFill>
                <a:latin typeface="宋体" panose="02010600030101010101" pitchFamily="2" charset="-122"/>
              </a:rPr>
              <a:t>矩阵的广义逆</a:t>
            </a:r>
            <a:endParaRPr kumimoji="1" lang="en-US" altLang="zh-CN" sz="3600" b="1" dirty="0">
              <a:solidFill>
                <a:schemeClr val="accent1"/>
              </a:solidFill>
              <a:latin typeface="宋体" panose="02010600030101010101" pitchFamily="2" charset="-122"/>
            </a:endParaRPr>
          </a:p>
        </p:txBody>
      </p:sp>
    </p:spTree>
    <p:extLst>
      <p:ext uri="{BB962C8B-B14F-4D97-AF65-F5344CB8AC3E}">
        <p14:creationId xmlns:p14="http://schemas.microsoft.com/office/powerpoint/2010/main" val="1894207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标题 1">
            <a:extLst>
              <a:ext uri="{FF2B5EF4-FFF2-40B4-BE49-F238E27FC236}">
                <a16:creationId xmlns:a16="http://schemas.microsoft.com/office/drawing/2014/main" id="{A0A8F1C6-BDD4-4A7A-BBBC-18D5392270BE}"/>
              </a:ext>
            </a:extLst>
          </p:cNvPr>
          <p:cNvSpPr>
            <a:spLocks noGrp="1"/>
          </p:cNvSpPr>
          <p:nvPr>
            <p:ph type="title"/>
          </p:nvPr>
        </p:nvSpPr>
        <p:spPr>
          <a:xfrm>
            <a:off x="881590" y="-171400"/>
            <a:ext cx="7772400" cy="1143000"/>
          </a:xfrm>
        </p:spPr>
        <p:txBody>
          <a:bodyPr/>
          <a:lstStyle/>
          <a:p>
            <a:r>
              <a:rPr lang="zh-CN" altLang="en-US" dirty="0">
                <a:solidFill>
                  <a:srgbClr val="FF0000"/>
                </a:solidFill>
              </a:rPr>
              <a:t>方阵</a:t>
            </a:r>
            <a:r>
              <a:rPr lang="zh-CN" altLang="en-US" dirty="0"/>
              <a:t>对角化变换（特征值分解）</a:t>
            </a:r>
          </a:p>
        </p:txBody>
      </p:sp>
      <p:sp>
        <p:nvSpPr>
          <p:cNvPr id="226307" name="内容占位符 2">
            <a:extLst>
              <a:ext uri="{FF2B5EF4-FFF2-40B4-BE49-F238E27FC236}">
                <a16:creationId xmlns:a16="http://schemas.microsoft.com/office/drawing/2014/main" id="{9BFB6BEE-2146-4013-B95A-035970779F42}"/>
              </a:ext>
            </a:extLst>
          </p:cNvPr>
          <p:cNvSpPr>
            <a:spLocks noGrp="1"/>
          </p:cNvSpPr>
          <p:nvPr>
            <p:ph idx="1"/>
          </p:nvPr>
        </p:nvSpPr>
        <p:spPr>
          <a:xfrm>
            <a:off x="424390" y="963662"/>
            <a:ext cx="8229600" cy="4525963"/>
          </a:xfrm>
        </p:spPr>
        <p:txBody>
          <a:bodyPr/>
          <a:lstStyle/>
          <a:p>
            <a:r>
              <a:rPr lang="zh-CN" altLang="en-US"/>
              <a:t>如果线性变换的特征向量可以构成线性空间的一组基，那么有</a:t>
            </a:r>
          </a:p>
        </p:txBody>
      </p:sp>
      <p:graphicFrame>
        <p:nvGraphicFramePr>
          <p:cNvPr id="226308" name="Object 2">
            <a:extLst>
              <a:ext uri="{FF2B5EF4-FFF2-40B4-BE49-F238E27FC236}">
                <a16:creationId xmlns:a16="http://schemas.microsoft.com/office/drawing/2014/main" id="{E2BAE5CB-7AAA-44C8-9DE9-804C92606505}"/>
              </a:ext>
            </a:extLst>
          </p:cNvPr>
          <p:cNvGraphicFramePr>
            <a:graphicFrameLocks noChangeAspect="1"/>
          </p:cNvGraphicFramePr>
          <p:nvPr>
            <p:extLst>
              <p:ext uri="{D42A27DB-BD31-4B8C-83A1-F6EECF244321}">
                <p14:modId xmlns:p14="http://schemas.microsoft.com/office/powerpoint/2010/main" val="3037690813"/>
              </p:ext>
            </p:extLst>
          </p:nvPr>
        </p:nvGraphicFramePr>
        <p:xfrm>
          <a:off x="1072090" y="1539925"/>
          <a:ext cx="6697662" cy="4667250"/>
        </p:xfrm>
        <a:graphic>
          <a:graphicData uri="http://schemas.openxmlformats.org/presentationml/2006/ole">
            <mc:AlternateContent xmlns:mc="http://schemas.openxmlformats.org/markup-compatibility/2006">
              <mc:Choice xmlns:v="urn:schemas-microsoft-com:vml" Requires="v">
                <p:oleObj spid="_x0000_s5153" name="Equation" r:id="rId3" imgW="3276600" imgH="2413000" progId="Equation.DSMT4">
                  <p:embed/>
                </p:oleObj>
              </mc:Choice>
              <mc:Fallback>
                <p:oleObj name="Equation" r:id="rId3" imgW="3276600" imgH="2413000" progId="Equation.DSMT4">
                  <p:embed/>
                  <p:pic>
                    <p:nvPicPr>
                      <p:cNvPr id="226308" name="Object 2">
                        <a:extLst>
                          <a:ext uri="{FF2B5EF4-FFF2-40B4-BE49-F238E27FC236}">
                            <a16:creationId xmlns:a16="http://schemas.microsoft.com/office/drawing/2014/main" id="{E2BAE5CB-7AAA-44C8-9DE9-804C926065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2090" y="1539925"/>
                        <a:ext cx="6697662"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椭圆形标注 4">
            <a:extLst>
              <a:ext uri="{FF2B5EF4-FFF2-40B4-BE49-F238E27FC236}">
                <a16:creationId xmlns:a16="http://schemas.microsoft.com/office/drawing/2014/main" id="{8E3BA270-E582-4071-8064-C51120E0C803}"/>
              </a:ext>
            </a:extLst>
          </p:cNvPr>
          <p:cNvSpPr/>
          <p:nvPr/>
        </p:nvSpPr>
        <p:spPr>
          <a:xfrm>
            <a:off x="4391552" y="2908350"/>
            <a:ext cx="4572000" cy="1296987"/>
          </a:xfrm>
          <a:prstGeom prst="wedgeEllipseCallout">
            <a:avLst>
              <a:gd name="adj1" fmla="val -59656"/>
              <a:gd name="adj2" fmla="val -14354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524" dirty="0">
                <a:solidFill>
                  <a:schemeClr val="tx1"/>
                </a:solidFill>
              </a:rPr>
              <a:t>表示线性变换（矩阵）可以由其特征根和特征向量还原</a:t>
            </a:r>
          </a:p>
        </p:txBody>
      </p:sp>
    </p:spTree>
  </p:cSld>
  <p:clrMapOvr>
    <a:masterClrMapping/>
  </p:clrMapOvr>
  <p:transition spd="slow">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标题 1">
            <a:extLst>
              <a:ext uri="{FF2B5EF4-FFF2-40B4-BE49-F238E27FC236}">
                <a16:creationId xmlns:a16="http://schemas.microsoft.com/office/drawing/2014/main" id="{99FD3178-B36F-4077-BD62-8AA3B61B7EB8}"/>
              </a:ext>
            </a:extLst>
          </p:cNvPr>
          <p:cNvSpPr>
            <a:spLocks noGrp="1"/>
          </p:cNvSpPr>
          <p:nvPr>
            <p:ph type="title"/>
          </p:nvPr>
        </p:nvSpPr>
        <p:spPr/>
        <p:txBody>
          <a:bodyPr/>
          <a:lstStyle/>
          <a:p>
            <a:r>
              <a:rPr lang="zh-CN" altLang="en-US" dirty="0"/>
              <a:t>方阵还原</a:t>
            </a:r>
          </a:p>
        </p:txBody>
      </p:sp>
      <p:sp>
        <p:nvSpPr>
          <p:cNvPr id="227331" name="内容占位符 2">
            <a:extLst>
              <a:ext uri="{FF2B5EF4-FFF2-40B4-BE49-F238E27FC236}">
                <a16:creationId xmlns:a16="http://schemas.microsoft.com/office/drawing/2014/main" id="{A9179985-4836-4BC5-9E04-E9A9BBD56FE0}"/>
              </a:ext>
            </a:extLst>
          </p:cNvPr>
          <p:cNvSpPr>
            <a:spLocks noGrp="1"/>
          </p:cNvSpPr>
          <p:nvPr>
            <p:ph idx="1"/>
          </p:nvPr>
        </p:nvSpPr>
        <p:spPr/>
        <p:txBody>
          <a:bodyPr/>
          <a:lstStyle/>
          <a:p>
            <a:r>
              <a:rPr lang="zh-CN" altLang="en-US"/>
              <a:t>矩阵维度相当大时，可以用对角化变化的方法来逼近矩阵：</a:t>
            </a:r>
            <a:endParaRPr lang="en-US" altLang="zh-CN"/>
          </a:p>
          <a:p>
            <a:endParaRPr lang="zh-CN" altLang="en-US"/>
          </a:p>
        </p:txBody>
      </p:sp>
      <p:graphicFrame>
        <p:nvGraphicFramePr>
          <p:cNvPr id="227332" name="Object 2">
            <a:extLst>
              <a:ext uri="{FF2B5EF4-FFF2-40B4-BE49-F238E27FC236}">
                <a16:creationId xmlns:a16="http://schemas.microsoft.com/office/drawing/2014/main" id="{CB387DDE-635A-4A32-A348-0B1E9FD7691F}"/>
              </a:ext>
            </a:extLst>
          </p:cNvPr>
          <p:cNvGraphicFramePr>
            <a:graphicFrameLocks noChangeAspect="1"/>
          </p:cNvGraphicFramePr>
          <p:nvPr>
            <p:extLst>
              <p:ext uri="{D42A27DB-BD31-4B8C-83A1-F6EECF244321}">
                <p14:modId xmlns:p14="http://schemas.microsoft.com/office/powerpoint/2010/main" val="3023204828"/>
              </p:ext>
            </p:extLst>
          </p:nvPr>
        </p:nvGraphicFramePr>
        <p:xfrm>
          <a:off x="1152343" y="2370138"/>
          <a:ext cx="6354762" cy="3756025"/>
        </p:xfrm>
        <a:graphic>
          <a:graphicData uri="http://schemas.openxmlformats.org/presentationml/2006/ole">
            <mc:AlternateContent xmlns:mc="http://schemas.openxmlformats.org/markup-compatibility/2006">
              <mc:Choice xmlns:v="urn:schemas-microsoft-com:vml" Requires="v">
                <p:oleObj spid="_x0000_s6177" name="Equation" r:id="rId3" imgW="2578100" imgH="1524000" progId="Equation.DSMT4">
                  <p:embed/>
                </p:oleObj>
              </mc:Choice>
              <mc:Fallback>
                <p:oleObj name="Equation" r:id="rId3" imgW="2578100" imgH="1524000" progId="Equation.DSMT4">
                  <p:embed/>
                  <p:pic>
                    <p:nvPicPr>
                      <p:cNvPr id="227332" name="Object 2">
                        <a:extLst>
                          <a:ext uri="{FF2B5EF4-FFF2-40B4-BE49-F238E27FC236}">
                            <a16:creationId xmlns:a16="http://schemas.microsoft.com/office/drawing/2014/main" id="{CB387DDE-635A-4A32-A348-0B1E9FD769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343" y="2370138"/>
                        <a:ext cx="6354762" cy="375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椭圆形标注 4">
            <a:extLst>
              <a:ext uri="{FF2B5EF4-FFF2-40B4-BE49-F238E27FC236}">
                <a16:creationId xmlns:a16="http://schemas.microsoft.com/office/drawing/2014/main" id="{4B1E05DE-0426-46CD-9C40-C4FF7BBB4BB8}"/>
              </a:ext>
            </a:extLst>
          </p:cNvPr>
          <p:cNvSpPr/>
          <p:nvPr/>
        </p:nvSpPr>
        <p:spPr>
          <a:xfrm>
            <a:off x="3709805" y="1793876"/>
            <a:ext cx="2376488" cy="863600"/>
          </a:xfrm>
          <a:prstGeom prst="wedgeEllipseCallout">
            <a:avLst>
              <a:gd name="adj1" fmla="val -89467"/>
              <a:gd name="adj2" fmla="val 171434"/>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特征向量：矩阵的特征</a:t>
            </a:r>
          </a:p>
        </p:txBody>
      </p:sp>
      <p:sp>
        <p:nvSpPr>
          <p:cNvPr id="6" name="椭圆形标注 5">
            <a:extLst>
              <a:ext uri="{FF2B5EF4-FFF2-40B4-BE49-F238E27FC236}">
                <a16:creationId xmlns:a16="http://schemas.microsoft.com/office/drawing/2014/main" id="{2C97B828-FD5F-4779-A0D4-C69F2FC1CAA4}"/>
              </a:ext>
            </a:extLst>
          </p:cNvPr>
          <p:cNvSpPr/>
          <p:nvPr/>
        </p:nvSpPr>
        <p:spPr>
          <a:xfrm>
            <a:off x="6302193" y="1865313"/>
            <a:ext cx="2374900" cy="1008063"/>
          </a:xfrm>
          <a:prstGeom prst="wedgeEllipseCallout">
            <a:avLst>
              <a:gd name="adj1" fmla="val -81893"/>
              <a:gd name="adj2" fmla="val 8617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特征值：各特征所占的权重</a:t>
            </a:r>
          </a:p>
        </p:txBody>
      </p:sp>
    </p:spTree>
  </p:cSld>
  <p:clrMapOvr>
    <a:masterClrMapping/>
  </p:clrMapOvr>
  <p:transition spd="slow">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标题 1">
            <a:extLst>
              <a:ext uri="{FF2B5EF4-FFF2-40B4-BE49-F238E27FC236}">
                <a16:creationId xmlns:a16="http://schemas.microsoft.com/office/drawing/2014/main" id="{4E97DC5F-89F9-4F41-AAD3-D756416D7CD1}"/>
              </a:ext>
            </a:extLst>
          </p:cNvPr>
          <p:cNvSpPr>
            <a:spLocks noGrp="1"/>
          </p:cNvSpPr>
          <p:nvPr>
            <p:ph type="title"/>
          </p:nvPr>
        </p:nvSpPr>
        <p:spPr/>
        <p:txBody>
          <a:bodyPr/>
          <a:lstStyle/>
          <a:p>
            <a:r>
              <a:rPr lang="zh-CN" altLang="en-US"/>
              <a:t>思考</a:t>
            </a:r>
            <a:r>
              <a:rPr lang="en-US" altLang="zh-CN"/>
              <a:t>?</a:t>
            </a:r>
            <a:endParaRPr lang="zh-CN" altLang="en-US"/>
          </a:p>
        </p:txBody>
      </p:sp>
      <p:sp>
        <p:nvSpPr>
          <p:cNvPr id="3" name="内容占位符 2">
            <a:extLst>
              <a:ext uri="{FF2B5EF4-FFF2-40B4-BE49-F238E27FC236}">
                <a16:creationId xmlns:a16="http://schemas.microsoft.com/office/drawing/2014/main" id="{EA68887E-5357-4D3D-A7B0-81E0C1EF73A8}"/>
              </a:ext>
            </a:extLst>
          </p:cNvPr>
          <p:cNvSpPr>
            <a:spLocks noGrp="1"/>
          </p:cNvSpPr>
          <p:nvPr>
            <p:ph idx="1"/>
          </p:nvPr>
        </p:nvSpPr>
        <p:spPr/>
        <p:txBody>
          <a:bodyPr/>
          <a:lstStyle/>
          <a:p>
            <a:pPr>
              <a:defRPr/>
            </a:pPr>
            <a:r>
              <a:rPr lang="zh-CN" altLang="en-US" sz="2540" dirty="0"/>
              <a:t>特征值分解使用条件有限，仅适用于</a:t>
            </a:r>
            <a:r>
              <a:rPr lang="zh-CN" altLang="en-US" sz="2540" b="1" dirty="0">
                <a:solidFill>
                  <a:srgbClr val="FF0000"/>
                </a:solidFill>
              </a:rPr>
              <a:t>方阵</a:t>
            </a:r>
            <a:r>
              <a:rPr lang="zh-CN" altLang="en-US" sz="2540" dirty="0"/>
              <a:t>，且要求是</a:t>
            </a:r>
            <a:r>
              <a:rPr lang="zh-CN" altLang="en-US" sz="2540" b="1" dirty="0">
                <a:solidFill>
                  <a:srgbClr val="FF0000"/>
                </a:solidFill>
              </a:rPr>
              <a:t>实对称</a:t>
            </a:r>
            <a:r>
              <a:rPr lang="zh-CN" altLang="en-US" sz="2540" dirty="0"/>
              <a:t>矩阵。</a:t>
            </a:r>
            <a:endParaRPr lang="en-US" altLang="zh-CN" sz="2540" dirty="0"/>
          </a:p>
          <a:p>
            <a:pPr>
              <a:defRPr/>
            </a:pPr>
            <a:endParaRPr lang="en-US" altLang="zh-CN" sz="2540" dirty="0"/>
          </a:p>
          <a:p>
            <a:pPr>
              <a:defRPr/>
            </a:pPr>
            <a:r>
              <a:rPr lang="zh-CN" altLang="en-US" sz="2540" dirty="0"/>
              <a:t>试想：如果需要分析的矩阵不是方阵（事实经常如此），该怎样处理呢？</a:t>
            </a:r>
            <a:endParaRPr lang="en-US" altLang="zh-CN" sz="2540" dirty="0"/>
          </a:p>
          <a:p>
            <a:pPr>
              <a:defRPr/>
            </a:pPr>
            <a:endParaRPr lang="zh-CN" altLang="en-US" dirty="0"/>
          </a:p>
        </p:txBody>
      </p:sp>
    </p:spTree>
  </p:cSld>
  <p:clrMapOvr>
    <a:masterClrMapping/>
  </p:clrMapOvr>
  <p:transition spd="slow">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标题 1">
            <a:extLst>
              <a:ext uri="{FF2B5EF4-FFF2-40B4-BE49-F238E27FC236}">
                <a16:creationId xmlns:a16="http://schemas.microsoft.com/office/drawing/2014/main" id="{ECC9A4C4-8A37-45D3-9AE5-76A16CA401DA}"/>
              </a:ext>
            </a:extLst>
          </p:cNvPr>
          <p:cNvSpPr>
            <a:spLocks noGrp="1"/>
          </p:cNvSpPr>
          <p:nvPr>
            <p:ph type="title"/>
          </p:nvPr>
        </p:nvSpPr>
        <p:spPr/>
        <p:txBody>
          <a:bodyPr/>
          <a:lstStyle/>
          <a:p>
            <a:r>
              <a:rPr lang="en-US" altLang="zh-CN"/>
              <a:t>SVD</a:t>
            </a:r>
            <a:r>
              <a:rPr lang="zh-CN" altLang="en-US"/>
              <a:t>简介</a:t>
            </a:r>
          </a:p>
        </p:txBody>
      </p:sp>
      <p:sp>
        <p:nvSpPr>
          <p:cNvPr id="3" name="内容占位符 2">
            <a:extLst>
              <a:ext uri="{FF2B5EF4-FFF2-40B4-BE49-F238E27FC236}">
                <a16:creationId xmlns:a16="http://schemas.microsoft.com/office/drawing/2014/main" id="{D1C65B82-4236-402B-81FE-E663E52B655E}"/>
              </a:ext>
            </a:extLst>
          </p:cNvPr>
          <p:cNvSpPr>
            <a:spLocks noGrp="1"/>
          </p:cNvSpPr>
          <p:nvPr>
            <p:ph idx="1"/>
          </p:nvPr>
        </p:nvSpPr>
        <p:spPr/>
        <p:txBody>
          <a:bodyPr/>
          <a:lstStyle/>
          <a:p>
            <a:pPr>
              <a:defRPr/>
            </a:pPr>
            <a:r>
              <a:rPr lang="en-US" altLang="zh-CN" sz="2794" dirty="0"/>
              <a:t>SVD</a:t>
            </a:r>
            <a:r>
              <a:rPr lang="zh-CN" altLang="en-US" sz="2794" dirty="0"/>
              <a:t>：</a:t>
            </a:r>
            <a:r>
              <a:rPr lang="en-US" altLang="zh-CN" sz="2794" dirty="0"/>
              <a:t>Singular Value Decomposition</a:t>
            </a:r>
            <a:r>
              <a:rPr lang="zh-CN" altLang="en-US" sz="2794" dirty="0"/>
              <a:t>，奇异值分解</a:t>
            </a:r>
            <a:endParaRPr lang="en-US" altLang="zh-CN" sz="2794" dirty="0"/>
          </a:p>
          <a:p>
            <a:pPr>
              <a:defRPr/>
            </a:pPr>
            <a:endParaRPr lang="en-US" altLang="zh-CN" sz="2794" dirty="0"/>
          </a:p>
          <a:p>
            <a:pPr>
              <a:defRPr/>
            </a:pPr>
            <a:r>
              <a:rPr lang="en-US" altLang="zh-CN" sz="2794" dirty="0"/>
              <a:t>SVD</a:t>
            </a:r>
            <a:r>
              <a:rPr lang="zh-CN" altLang="en-US" sz="2794" dirty="0"/>
              <a:t>可以看做是特征值分解的一种推广</a:t>
            </a:r>
            <a:endParaRPr lang="en-US" altLang="zh-CN" sz="2794" dirty="0"/>
          </a:p>
          <a:p>
            <a:pPr>
              <a:defRPr/>
            </a:pPr>
            <a:endParaRPr lang="en-US" altLang="zh-CN" sz="2794" dirty="0"/>
          </a:p>
          <a:p>
            <a:pPr>
              <a:defRPr/>
            </a:pPr>
            <a:r>
              <a:rPr lang="zh-CN" altLang="en-US" sz="2794" dirty="0"/>
              <a:t>或者说特征值分解可以看作是</a:t>
            </a:r>
            <a:r>
              <a:rPr lang="en-US" altLang="zh-CN" sz="2794" dirty="0"/>
              <a:t>SVD</a:t>
            </a:r>
            <a:r>
              <a:rPr lang="zh-CN" altLang="en-US" sz="2794" dirty="0"/>
              <a:t>的一种特例</a:t>
            </a:r>
            <a:endParaRPr lang="en-US" altLang="zh-CN" sz="2794" dirty="0"/>
          </a:p>
          <a:p>
            <a:pPr>
              <a:defRPr/>
            </a:pPr>
            <a:endParaRPr lang="en-US" altLang="zh-CN" sz="2794" dirty="0"/>
          </a:p>
          <a:p>
            <a:pPr>
              <a:defRPr/>
            </a:pPr>
            <a:r>
              <a:rPr lang="zh-CN" altLang="en-US" sz="2794" dirty="0"/>
              <a:t>当矩阵不是方阵时同样适用，应用很广</a:t>
            </a:r>
            <a:endParaRPr lang="zh-CN" altLang="en-US" dirty="0"/>
          </a:p>
        </p:txBody>
      </p:sp>
    </p:spTree>
  </p:cSld>
  <p:clrMapOvr>
    <a:masterClrMapping/>
  </p:clrMapOvr>
  <p:transition spd="slow">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标题 1">
            <a:extLst>
              <a:ext uri="{FF2B5EF4-FFF2-40B4-BE49-F238E27FC236}">
                <a16:creationId xmlns:a16="http://schemas.microsoft.com/office/drawing/2014/main" id="{0408235A-DC29-4470-8545-CC0DD2159F94}"/>
              </a:ext>
            </a:extLst>
          </p:cNvPr>
          <p:cNvSpPr>
            <a:spLocks noGrp="1"/>
          </p:cNvSpPr>
          <p:nvPr>
            <p:ph type="title"/>
          </p:nvPr>
        </p:nvSpPr>
        <p:spPr/>
        <p:txBody>
          <a:bodyPr/>
          <a:lstStyle/>
          <a:p>
            <a:r>
              <a:rPr lang="en-US" altLang="zh-CN"/>
              <a:t>SVD</a:t>
            </a:r>
            <a:r>
              <a:rPr lang="zh-CN" altLang="en-US"/>
              <a:t>分解</a:t>
            </a:r>
            <a:r>
              <a:rPr lang="en-US" altLang="zh-CN"/>
              <a:t>(1)</a:t>
            </a:r>
            <a:endParaRPr lang="zh-CN" altLang="en-US"/>
          </a:p>
        </p:txBody>
      </p:sp>
      <p:graphicFrame>
        <p:nvGraphicFramePr>
          <p:cNvPr id="230403" name="内容占位符 3">
            <a:extLst>
              <a:ext uri="{FF2B5EF4-FFF2-40B4-BE49-F238E27FC236}">
                <a16:creationId xmlns:a16="http://schemas.microsoft.com/office/drawing/2014/main" id="{BBD1E5C4-B4E1-4260-BABA-FEB8930A21B6}"/>
              </a:ext>
            </a:extLst>
          </p:cNvPr>
          <p:cNvGraphicFramePr>
            <a:graphicFrameLocks noGrp="1" noChangeAspect="1"/>
          </p:cNvGraphicFramePr>
          <p:nvPr>
            <p:ph idx="1"/>
          </p:nvPr>
        </p:nvGraphicFramePr>
        <p:xfrm>
          <a:off x="882650" y="1557338"/>
          <a:ext cx="8226425" cy="4645025"/>
        </p:xfrm>
        <a:graphic>
          <a:graphicData uri="http://schemas.openxmlformats.org/presentationml/2006/ole">
            <mc:AlternateContent xmlns:mc="http://schemas.openxmlformats.org/markup-compatibility/2006">
              <mc:Choice xmlns:v="urn:schemas-microsoft-com:vml" Requires="v">
                <p:oleObj spid="_x0000_s7201" name="Equation" r:id="rId3" imgW="3733560" imgH="2108160" progId="Equation.DSMT4">
                  <p:embed/>
                </p:oleObj>
              </mc:Choice>
              <mc:Fallback>
                <p:oleObj name="Equation" r:id="rId3" imgW="3733560" imgH="2108160" progId="Equation.DSMT4">
                  <p:embed/>
                  <p:pic>
                    <p:nvPicPr>
                      <p:cNvPr id="230403" name="内容占位符 3">
                        <a:extLst>
                          <a:ext uri="{FF2B5EF4-FFF2-40B4-BE49-F238E27FC236}">
                            <a16:creationId xmlns:a16="http://schemas.microsoft.com/office/drawing/2014/main" id="{BBD1E5C4-B4E1-4260-BABA-FEB8930A21B6}"/>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650" y="1557338"/>
                        <a:ext cx="8226425" cy="464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椭圆形标注 4">
            <a:extLst>
              <a:ext uri="{FF2B5EF4-FFF2-40B4-BE49-F238E27FC236}">
                <a16:creationId xmlns:a16="http://schemas.microsoft.com/office/drawing/2014/main" id="{74586883-E4BB-42EF-BD33-E1361D004596}"/>
              </a:ext>
            </a:extLst>
          </p:cNvPr>
          <p:cNvSpPr/>
          <p:nvPr/>
        </p:nvSpPr>
        <p:spPr>
          <a:xfrm>
            <a:off x="5795963" y="2863850"/>
            <a:ext cx="3167062" cy="1512888"/>
          </a:xfrm>
          <a:prstGeom prst="wedgeEllipseCallout">
            <a:avLst>
              <a:gd name="adj1" fmla="val -137266"/>
              <a:gd name="adj2" fmla="val 79537"/>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dirty="0">
                <a:solidFill>
                  <a:schemeClr val="tx1"/>
                </a:solidFill>
              </a:rPr>
              <a:t>非零奇异值，</a:t>
            </a:r>
            <a:r>
              <a:rPr lang="zh-CN" altLang="en-US" sz="2032" b="1" dirty="0">
                <a:solidFill>
                  <a:srgbClr val="FF0000"/>
                </a:solidFill>
              </a:rPr>
              <a:t>从大到小</a:t>
            </a:r>
            <a:r>
              <a:rPr lang="zh-CN" altLang="en-US" sz="2032" dirty="0">
                <a:solidFill>
                  <a:schemeClr val="tx1"/>
                </a:solidFill>
              </a:rPr>
              <a:t>依次排序</a:t>
            </a:r>
          </a:p>
        </p:txBody>
      </p:sp>
      <p:sp>
        <p:nvSpPr>
          <p:cNvPr id="6" name="椭圆形标注 5">
            <a:extLst>
              <a:ext uri="{FF2B5EF4-FFF2-40B4-BE49-F238E27FC236}">
                <a16:creationId xmlns:a16="http://schemas.microsoft.com/office/drawing/2014/main" id="{49C39F0E-6D12-45B3-AF21-CD094A8D4D88}"/>
              </a:ext>
            </a:extLst>
          </p:cNvPr>
          <p:cNvSpPr/>
          <p:nvPr/>
        </p:nvSpPr>
        <p:spPr>
          <a:xfrm>
            <a:off x="490538" y="2060575"/>
            <a:ext cx="2193925" cy="649288"/>
          </a:xfrm>
          <a:prstGeom prst="wedgeEllipseCallout">
            <a:avLst>
              <a:gd name="adj1" fmla="val 80028"/>
              <a:gd name="adj2" fmla="val 57355"/>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dirty="0">
                <a:solidFill>
                  <a:schemeClr val="tx1"/>
                </a:solidFill>
              </a:rPr>
              <a:t>左奇异向量</a:t>
            </a:r>
          </a:p>
        </p:txBody>
      </p:sp>
      <p:sp>
        <p:nvSpPr>
          <p:cNvPr id="7" name="椭圆形标注 6">
            <a:extLst>
              <a:ext uri="{FF2B5EF4-FFF2-40B4-BE49-F238E27FC236}">
                <a16:creationId xmlns:a16="http://schemas.microsoft.com/office/drawing/2014/main" id="{50E58911-F6EE-4DC1-BC50-D9041B62FD7A}"/>
              </a:ext>
            </a:extLst>
          </p:cNvPr>
          <p:cNvSpPr/>
          <p:nvPr/>
        </p:nvSpPr>
        <p:spPr>
          <a:xfrm>
            <a:off x="4787900" y="2060575"/>
            <a:ext cx="2232025" cy="720725"/>
          </a:xfrm>
          <a:prstGeom prst="wedgeEllipseCallout">
            <a:avLst>
              <a:gd name="adj1" fmla="val -77458"/>
              <a:gd name="adj2" fmla="val 45693"/>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dirty="0">
                <a:solidFill>
                  <a:schemeClr val="tx1"/>
                </a:solidFill>
              </a:rPr>
              <a:t>右奇异向量</a:t>
            </a:r>
          </a:p>
        </p:txBody>
      </p:sp>
    </p:spTree>
  </p:cSld>
  <p:clrMapOvr>
    <a:masterClrMapping/>
  </p:clrMapOvr>
  <p:transition spd="slow">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标题 1">
            <a:extLst>
              <a:ext uri="{FF2B5EF4-FFF2-40B4-BE49-F238E27FC236}">
                <a16:creationId xmlns:a16="http://schemas.microsoft.com/office/drawing/2014/main" id="{F107AB9F-B3B1-4C51-A2B5-A572A365FD87}"/>
              </a:ext>
            </a:extLst>
          </p:cNvPr>
          <p:cNvSpPr>
            <a:spLocks noGrp="1"/>
          </p:cNvSpPr>
          <p:nvPr>
            <p:ph type="title"/>
          </p:nvPr>
        </p:nvSpPr>
        <p:spPr>
          <a:xfrm>
            <a:off x="468313" y="0"/>
            <a:ext cx="8229600" cy="1143000"/>
          </a:xfrm>
        </p:spPr>
        <p:txBody>
          <a:bodyPr/>
          <a:lstStyle/>
          <a:p>
            <a:r>
              <a:rPr lang="en-US" altLang="zh-CN"/>
              <a:t>SVD</a:t>
            </a:r>
            <a:r>
              <a:rPr lang="zh-CN" altLang="en-US"/>
              <a:t>分解</a:t>
            </a:r>
            <a:r>
              <a:rPr lang="en-US" altLang="zh-CN"/>
              <a:t>(2)</a:t>
            </a:r>
            <a:endParaRPr lang="zh-CN" altLang="en-US"/>
          </a:p>
        </p:txBody>
      </p:sp>
      <p:sp>
        <p:nvSpPr>
          <p:cNvPr id="5" name="椭圆形标注 4">
            <a:extLst>
              <a:ext uri="{FF2B5EF4-FFF2-40B4-BE49-F238E27FC236}">
                <a16:creationId xmlns:a16="http://schemas.microsoft.com/office/drawing/2014/main" id="{033AD338-F300-4F71-A05A-CFB997AA4150}"/>
              </a:ext>
            </a:extLst>
          </p:cNvPr>
          <p:cNvSpPr/>
          <p:nvPr/>
        </p:nvSpPr>
        <p:spPr>
          <a:xfrm>
            <a:off x="2627313" y="5589588"/>
            <a:ext cx="3168650" cy="792162"/>
          </a:xfrm>
          <a:prstGeom prst="wedgeEllipseCallout">
            <a:avLst>
              <a:gd name="adj1" fmla="val 29673"/>
              <a:gd name="adj2" fmla="val -231440"/>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dirty="0">
                <a:solidFill>
                  <a:schemeClr val="tx1"/>
                </a:solidFill>
              </a:rPr>
              <a:t>奇异值</a:t>
            </a:r>
            <a:r>
              <a:rPr lang="zh-CN" altLang="en-US" sz="2032" b="1" dirty="0">
                <a:solidFill>
                  <a:srgbClr val="FF0000"/>
                </a:solidFill>
              </a:rPr>
              <a:t>从大到小</a:t>
            </a:r>
            <a:r>
              <a:rPr lang="zh-CN" altLang="en-US" sz="2032" dirty="0">
                <a:solidFill>
                  <a:schemeClr val="tx1"/>
                </a:solidFill>
              </a:rPr>
              <a:t>依次排序</a:t>
            </a:r>
          </a:p>
        </p:txBody>
      </p:sp>
    </p:spTree>
  </p:cSld>
  <p:clrMapOvr>
    <a:masterClrMapping/>
  </p:clrMapOvr>
  <p:transition spd="slow">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标题 1">
            <a:extLst>
              <a:ext uri="{FF2B5EF4-FFF2-40B4-BE49-F238E27FC236}">
                <a16:creationId xmlns:a16="http://schemas.microsoft.com/office/drawing/2014/main" id="{F107AB9F-B3B1-4C51-A2B5-A572A365FD87}"/>
              </a:ext>
            </a:extLst>
          </p:cNvPr>
          <p:cNvSpPr>
            <a:spLocks noGrp="1"/>
          </p:cNvSpPr>
          <p:nvPr>
            <p:ph type="title"/>
          </p:nvPr>
        </p:nvSpPr>
        <p:spPr>
          <a:xfrm>
            <a:off x="468313" y="0"/>
            <a:ext cx="8229600" cy="1143000"/>
          </a:xfrm>
        </p:spPr>
        <p:txBody>
          <a:bodyPr/>
          <a:lstStyle/>
          <a:p>
            <a:r>
              <a:rPr lang="en-US" altLang="zh-CN"/>
              <a:t>SVD</a:t>
            </a:r>
            <a:r>
              <a:rPr lang="zh-CN" altLang="en-US"/>
              <a:t>分解</a:t>
            </a:r>
            <a:r>
              <a:rPr lang="en-US" altLang="zh-CN"/>
              <a:t>(2)</a:t>
            </a:r>
            <a:endParaRPr lang="zh-CN" altLang="en-US"/>
          </a:p>
        </p:txBody>
      </p:sp>
      <mc:AlternateContent xmlns:mc="http://schemas.openxmlformats.org/markup-compatibility/2006" xmlns:a14="http://schemas.microsoft.com/office/drawing/2010/main">
        <mc:Choice Requires="a14">
          <p:sp>
            <p:nvSpPr>
              <p:cNvPr id="231427" name="内容占位符 3">
                <a:extLst>
                  <a:ext uri="{FF2B5EF4-FFF2-40B4-BE49-F238E27FC236}">
                    <a16:creationId xmlns:a16="http://schemas.microsoft.com/office/drawing/2014/main" id="{5988B034-6C43-41B5-AF6A-0568D70A77C1}"/>
                  </a:ext>
                </a:extLst>
              </p:cNvPr>
              <p:cNvSpPr txBox="1">
                <a:spLocks noGrp="1"/>
              </p:cNvSpPr>
              <p:nvPr>
                <p:ph idx="1"/>
              </p:nvPr>
            </p:nvSpPr>
            <p:spPr bwMode="auto">
              <a:xfrm>
                <a:off x="116504" y="823119"/>
                <a:ext cx="9027496" cy="5211762"/>
              </a:xfrm>
              <a:prstGeom prst="rect">
                <a:avLst/>
              </a:prstGeom>
              <a:noFill/>
              <a:ln>
                <a:noFill/>
              </a:ln>
            </p:spPr>
            <p:txBody>
              <a:bodyPr>
                <a:noAutofit/>
              </a:bodyPr>
              <a:lstStyle/>
              <a:p>
                <a:pPr>
                  <a:buNone/>
                </a:pPr>
                <a14:m>
                  <m:oMathPara xmlns:m="http://schemas.openxmlformats.org/officeDocument/2006/math">
                    <m:oMathParaPr>
                      <m:jc m:val="left"/>
                    </m:oMathParaPr>
                    <m:oMath xmlns:m="http://schemas.openxmlformats.org/officeDocument/2006/math">
                      <m:r>
                        <a:rPr lang="zh-CN" altLang="en-US" i="1">
                          <a:solidFill>
                            <a:srgbClr val="FF0000"/>
                          </a:solidFill>
                          <a:latin typeface="Cambria Math" panose="02040503050406030204" pitchFamily="18" charset="0"/>
                        </a:rPr>
                        <m:t>𝐴</m:t>
                      </m:r>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𝑈</m:t>
                      </m:r>
                      <m:sSub>
                        <m:sSubPr>
                          <m:ctrlPr>
                            <a:rPr lang="zh-CN" altLang="en-US" i="1">
                              <a:solidFill>
                                <a:srgbClr val="FF0000"/>
                              </a:solidFill>
                              <a:latin typeface="Cambria Math" panose="02040503050406030204" pitchFamily="18" charset="0"/>
                            </a:rPr>
                          </m:ctrlPr>
                        </m:sSubPr>
                        <m:e>
                          <m:r>
                            <m:rPr>
                              <m:sty m:val="p"/>
                            </m:rPr>
                            <a:rPr lang="zh-CN" altLang="en-US" i="1">
                              <a:solidFill>
                                <a:srgbClr val="FF0000"/>
                              </a:solidFill>
                              <a:latin typeface="Cambria Math" panose="02040503050406030204" pitchFamily="18" charset="0"/>
                            </a:rPr>
                            <m:t>Σ</m:t>
                          </m:r>
                        </m:e>
                        <m:sub>
                          <m:r>
                            <a:rPr lang="zh-CN" altLang="en-US" i="1">
                              <a:solidFill>
                                <a:srgbClr val="FF0000"/>
                              </a:solidFill>
                              <a:latin typeface="Cambria Math" panose="02040503050406030204" pitchFamily="18" charset="0"/>
                            </a:rPr>
                            <m:t>𝐴</m:t>
                          </m:r>
                        </m:sub>
                      </m:sSub>
                      <m:sSup>
                        <m:sSupPr>
                          <m:ctrlPr>
                            <a:rPr lang="zh-CN" altLang="en-US" i="1">
                              <a:solidFill>
                                <a:srgbClr val="FF0000"/>
                              </a:solidFill>
                              <a:latin typeface="Cambria Math" panose="02040503050406030204" pitchFamily="18" charset="0"/>
                            </a:rPr>
                          </m:ctrlPr>
                        </m:sSupPr>
                        <m:e>
                          <m:r>
                            <a:rPr lang="zh-CN" altLang="en-US" i="1">
                              <a:solidFill>
                                <a:srgbClr val="FF0000"/>
                              </a:solidFill>
                              <a:latin typeface="Cambria Math" panose="02040503050406030204" pitchFamily="18" charset="0"/>
                            </a:rPr>
                            <m:t>𝑉</m:t>
                          </m:r>
                        </m:e>
                        <m:sup>
                          <m:r>
                            <a:rPr lang="zh-CN" altLang="en-US" i="1">
                              <a:solidFill>
                                <a:srgbClr val="FF0000"/>
                              </a:solidFill>
                              <a:latin typeface="Cambria Math" panose="02040503050406030204" pitchFamily="18" charset="0"/>
                            </a:rPr>
                            <m:t>𝑇</m:t>
                          </m:r>
                        </m:sup>
                      </m:sSup>
                    </m:oMath>
                    <m:oMath xmlns:m="http://schemas.openxmlformats.org/officeDocument/2006/math">
                      <m:d>
                        <m:dPr>
                          <m:begChr m:val="{"/>
                          <m:endChr m:val=""/>
                          <m:ctrlPr>
                            <a:rPr lang="zh-CN" altLang="en-US" sz="2000" i="1">
                              <a:solidFill>
                                <a:srgbClr val="000000"/>
                              </a:solidFill>
                              <a:latin typeface="Cambria Math" panose="02040503050406030204" pitchFamily="18" charset="0"/>
                            </a:rPr>
                          </m:ctrlPr>
                        </m:dPr>
                        <m:e>
                          <m:eqArr>
                            <m:eqArrPr>
                              <m:ctrlPr>
                                <a:rPr lang="zh-CN" altLang="en-US" sz="2000" i="1">
                                  <a:solidFill>
                                    <a:srgbClr val="000000"/>
                                  </a:solidFill>
                                  <a:latin typeface="Cambria Math" panose="02040503050406030204" pitchFamily="18" charset="0"/>
                                </a:rPr>
                              </m:ctrlPr>
                            </m:eqArrPr>
                            <m:e>
                              <m:r>
                                <a:rPr lang="zh-CN" altLang="en-US" sz="2000" i="1">
                                  <a:solidFill>
                                    <a:srgbClr val="000000"/>
                                  </a:solidFill>
                                  <a:latin typeface="Cambria Math" panose="02040503050406030204" pitchFamily="18" charset="0"/>
                                </a:rPr>
                                <m:t>&amp;</m:t>
                              </m:r>
                              <m:r>
                                <a:rPr lang="zh-CN" altLang="en-US" sz="2000" i="1">
                                  <a:solidFill>
                                    <a:srgbClr val="000000"/>
                                  </a:solidFill>
                                  <a:latin typeface="Cambria Math" panose="02040503050406030204" pitchFamily="18" charset="0"/>
                                </a:rPr>
                                <m:t>𝐴𝑉</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𝑈</m:t>
                              </m:r>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Σ</m:t>
                                  </m:r>
                                </m:e>
                                <m:sub>
                                  <m:r>
                                    <a:rPr lang="zh-CN" altLang="en-US" sz="2000" i="1">
                                      <a:solidFill>
                                        <a:srgbClr val="000000"/>
                                      </a:solidFill>
                                      <a:latin typeface="Cambria Math" panose="02040503050406030204" pitchFamily="18" charset="0"/>
                                    </a:rPr>
                                    <m:t>𝐴</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𝑉</m:t>
                                  </m:r>
                                </m:e>
                                <m:sup>
                                  <m:r>
                                    <a:rPr lang="zh-CN" altLang="en-US" sz="2000" i="1">
                                      <a:solidFill>
                                        <a:srgbClr val="000000"/>
                                      </a:solidFill>
                                      <a:latin typeface="Cambria Math" panose="02040503050406030204" pitchFamily="18" charset="0"/>
                                    </a:rPr>
                                    <m:t>𝑇</m:t>
                                  </m:r>
                                </m:sup>
                              </m:sSup>
                              <m:r>
                                <a:rPr lang="zh-CN" altLang="en-US" sz="2000" i="1">
                                  <a:solidFill>
                                    <a:srgbClr val="000000"/>
                                  </a:solidFill>
                                  <a:latin typeface="Cambria Math" panose="02040503050406030204" pitchFamily="18" charset="0"/>
                                </a:rPr>
                                <m:t>𝑉</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𝑈</m:t>
                              </m:r>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Σ</m:t>
                                  </m:r>
                                </m:e>
                                <m:sub>
                                  <m:r>
                                    <a:rPr lang="zh-CN" altLang="en-US" sz="2000" i="1">
                                      <a:solidFill>
                                        <a:srgbClr val="000000"/>
                                      </a:solidFill>
                                      <a:latin typeface="Cambria Math" panose="02040503050406030204" pitchFamily="18" charset="0"/>
                                    </a:rPr>
                                    <m:t>𝐴</m:t>
                                  </m:r>
                                </m:sub>
                              </m:sSub>
                              <m:r>
                                <a:rPr lang="zh-CN" altLang="en-US" sz="2000" i="1">
                                  <a:solidFill>
                                    <a:srgbClr val="000000"/>
                                  </a:solidFill>
                                  <a:latin typeface="Cambria Math" panose="02040503050406030204" pitchFamily="18" charset="0"/>
                                </a:rPr>
                                <m:t>,</m:t>
                              </m:r>
                            </m:e>
                            <m:e>
                              <m:r>
                                <a:rPr lang="zh-CN" altLang="en-US" sz="2000" i="1">
                                  <a:solidFill>
                                    <a:srgbClr val="000000"/>
                                  </a:solidFill>
                                  <a:latin typeface="Cambria Math" panose="02040503050406030204" pitchFamily="18" charset="0"/>
                                </a:rPr>
                                <m:t>&amp;</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𝑈</m:t>
                                  </m:r>
                                </m:e>
                                <m:sup>
                                  <m:r>
                                    <a:rPr lang="zh-CN" altLang="en-US" sz="2000" i="1">
                                      <a:solidFill>
                                        <a:srgbClr val="000000"/>
                                      </a:solidFill>
                                      <a:latin typeface="Cambria Math" panose="02040503050406030204" pitchFamily="18" charset="0"/>
                                    </a:rPr>
                                    <m:t>𝑇</m:t>
                                  </m:r>
                                </m:sup>
                              </m:sSup>
                              <m:r>
                                <a:rPr lang="zh-CN" altLang="en-US" sz="2000" i="1">
                                  <a:solidFill>
                                    <a:srgbClr val="000000"/>
                                  </a:solidFill>
                                  <a:latin typeface="Cambria Math" panose="02040503050406030204" pitchFamily="18" charset="0"/>
                                </a:rPr>
                                <m:t>𝐴</m:t>
                              </m:r>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𝑈</m:t>
                                  </m:r>
                                </m:e>
                                <m:sup>
                                  <m:r>
                                    <a:rPr lang="zh-CN" altLang="en-US" sz="2000" i="1">
                                      <a:solidFill>
                                        <a:srgbClr val="000000"/>
                                      </a:solidFill>
                                      <a:latin typeface="Cambria Math" panose="02040503050406030204" pitchFamily="18" charset="0"/>
                                    </a:rPr>
                                    <m:t>𝑇</m:t>
                                  </m:r>
                                </m:sup>
                              </m:sSup>
                              <m:r>
                                <a:rPr lang="zh-CN" altLang="en-US" sz="2000" i="1">
                                  <a:solidFill>
                                    <a:srgbClr val="000000"/>
                                  </a:solidFill>
                                  <a:latin typeface="Cambria Math" panose="02040503050406030204" pitchFamily="18" charset="0"/>
                                </a:rPr>
                                <m:t>𝑈</m:t>
                              </m:r>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Σ</m:t>
                                  </m:r>
                                </m:e>
                                <m:sub>
                                  <m:r>
                                    <a:rPr lang="zh-CN" altLang="en-US" sz="2000" i="1">
                                      <a:solidFill>
                                        <a:srgbClr val="000000"/>
                                      </a:solidFill>
                                      <a:latin typeface="Cambria Math" panose="02040503050406030204" pitchFamily="18" charset="0"/>
                                    </a:rPr>
                                    <m:t>𝐴</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𝑉</m:t>
                                  </m:r>
                                </m:e>
                                <m:sup>
                                  <m:r>
                                    <a:rPr lang="zh-CN" altLang="en-US" sz="2000" i="1">
                                      <a:solidFill>
                                        <a:srgbClr val="000000"/>
                                      </a:solidFill>
                                      <a:latin typeface="Cambria Math" panose="02040503050406030204" pitchFamily="18" charset="0"/>
                                    </a:rPr>
                                    <m:t>𝑇</m:t>
                                  </m:r>
                                </m:sup>
                              </m:sSup>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Σ</m:t>
                                  </m:r>
                                </m:e>
                                <m:sub>
                                  <m:r>
                                    <a:rPr lang="zh-CN" altLang="en-US" sz="2000" i="1">
                                      <a:solidFill>
                                        <a:srgbClr val="000000"/>
                                      </a:solidFill>
                                      <a:latin typeface="Cambria Math" panose="02040503050406030204" pitchFamily="18" charset="0"/>
                                    </a:rPr>
                                    <m:t>𝐴</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𝑉</m:t>
                                  </m:r>
                                </m:e>
                                <m:sup>
                                  <m:r>
                                    <a:rPr lang="zh-CN" altLang="en-US" sz="2000" i="1">
                                      <a:solidFill>
                                        <a:srgbClr val="000000"/>
                                      </a:solidFill>
                                      <a:latin typeface="Cambria Math" panose="02040503050406030204" pitchFamily="18" charset="0"/>
                                    </a:rPr>
                                    <m:t>𝑇</m:t>
                                  </m:r>
                                </m:sup>
                              </m:sSup>
                            </m:e>
                          </m:eqArr>
                        </m:e>
                      </m:d>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  </m:t>
                      </m:r>
                      <m:d>
                        <m:dPr>
                          <m:begChr m:val="{"/>
                          <m:endChr m:val=""/>
                          <m:ctrlPr>
                            <a:rPr lang="zh-CN" altLang="en-US" sz="2000" i="1">
                              <a:solidFill>
                                <a:srgbClr val="000000"/>
                              </a:solidFill>
                              <a:latin typeface="Cambria Math" panose="02040503050406030204" pitchFamily="18" charset="0"/>
                            </a:rPr>
                          </m:ctrlPr>
                        </m:dPr>
                        <m:e>
                          <m:eqArr>
                            <m:eqArrPr>
                              <m:ctrlPr>
                                <a:rPr lang="zh-CN" altLang="en-US" sz="2000" i="1">
                                  <a:solidFill>
                                    <a:srgbClr val="000000"/>
                                  </a:solidFill>
                                  <a:latin typeface="Cambria Math" panose="02040503050406030204" pitchFamily="18" charset="0"/>
                                </a:rPr>
                              </m:ctrlPr>
                            </m:eqArrPr>
                            <m:e>
                              <m:r>
                                <a:rPr lang="zh-CN" altLang="en-US" sz="2000" i="1">
                                  <a:solidFill>
                                    <a:srgbClr val="000000"/>
                                  </a:solidFill>
                                  <a:latin typeface="Cambria Math" panose="02040503050406030204" pitchFamily="18" charset="0"/>
                                </a:rPr>
                                <m:t>&amp;</m:t>
                              </m:r>
                              <m:r>
                                <a:rPr lang="zh-CN" altLang="en-US" sz="2000" i="1">
                                  <a:solidFill>
                                    <a:srgbClr val="000000"/>
                                  </a:solidFill>
                                  <a:latin typeface="Cambria Math" panose="02040503050406030204" pitchFamily="18" charset="0"/>
                                </a:rPr>
                                <m:t>𝑈</m:t>
                              </m:r>
                              <m:r>
                                <a:rPr lang="zh-CN" altLang="en-US" sz="2000" i="1">
                                  <a:solidFill>
                                    <a:srgbClr val="000000"/>
                                  </a:solidFill>
                                  <a:latin typeface="Cambria Math" panose="02040503050406030204" pitchFamily="18" charset="0"/>
                                </a:rPr>
                                <m:t>=</m:t>
                              </m:r>
                              <m:d>
                                <m:dPr>
                                  <m:ctrlPr>
                                    <a:rPr lang="zh-CN" altLang="en-US" sz="2000" i="1">
                                      <a:solidFill>
                                        <a:srgbClr val="000000"/>
                                      </a:solidFill>
                                      <a:latin typeface="Cambria Math" panose="02040503050406030204" pitchFamily="18" charset="0"/>
                                    </a:rPr>
                                  </m:ctrlPr>
                                </m:dPr>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1</m:t>
                                      </m:r>
                                    </m:sub>
                                  </m:sSub>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2</m:t>
                                      </m:r>
                                    </m:sub>
                                  </m:sSub>
                                  <m:r>
                                    <a:rPr lang="zh-CN" altLang="en-US" sz="2000" i="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𝑚</m:t>
                                      </m:r>
                                    </m:sub>
                                  </m:sSub>
                                </m:e>
                              </m:d>
                              <m:r>
                                <m:rPr>
                                  <m:nor/>
                                </m:rPr>
                                <a:rPr lang="zh-CN" altLang="en-US" sz="2000" i="0">
                                  <a:solidFill>
                                    <a:srgbClr val="000000"/>
                                  </a:solidFill>
                                  <a:latin typeface="Cambria Math" panose="02040503050406030204" pitchFamily="18" charset="0"/>
                                </a:rPr>
                                <m:t>,     </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𝑖</m:t>
                                  </m:r>
                                </m:sub>
                              </m:sSub>
                              <m:r>
                                <a:rPr lang="zh-CN" altLang="en-US" sz="2000" i="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向量</m:t>
                              </m:r>
                            </m:e>
                            <m:e>
                              <m:r>
                                <a:rPr lang="zh-CN" altLang="en-US" sz="2000" i="1">
                                  <a:solidFill>
                                    <a:srgbClr val="000000"/>
                                  </a:solidFill>
                                  <a:latin typeface="Cambria Math" panose="02040503050406030204" pitchFamily="18" charset="0"/>
                                </a:rPr>
                                <m:t>&amp;</m:t>
                              </m:r>
                              <m:r>
                                <a:rPr lang="zh-CN" altLang="en-US" sz="2000" i="1">
                                  <a:solidFill>
                                    <a:srgbClr val="000000"/>
                                  </a:solidFill>
                                  <a:latin typeface="Cambria Math" panose="02040503050406030204" pitchFamily="18" charset="0"/>
                                </a:rPr>
                                <m:t>𝑉</m:t>
                              </m:r>
                              <m:r>
                                <a:rPr lang="zh-CN" altLang="en-US" sz="2000" i="1">
                                  <a:solidFill>
                                    <a:srgbClr val="000000"/>
                                  </a:solidFill>
                                  <a:latin typeface="Cambria Math" panose="02040503050406030204" pitchFamily="18" charset="0"/>
                                </a:rPr>
                                <m:t>=</m:t>
                              </m:r>
                              <m:d>
                                <m:dPr>
                                  <m:ctrlPr>
                                    <a:rPr lang="zh-CN" altLang="en-US" sz="2000" i="1">
                                      <a:solidFill>
                                        <a:srgbClr val="000000"/>
                                      </a:solidFill>
                                      <a:latin typeface="Cambria Math" panose="02040503050406030204" pitchFamily="18" charset="0"/>
                                    </a:rPr>
                                  </m:ctrlPr>
                                </m:dPr>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𝑣</m:t>
                                      </m:r>
                                    </m:e>
                                    <m:sub>
                                      <m:r>
                                        <a:rPr lang="zh-CN" altLang="en-US" sz="2000" i="1">
                                          <a:solidFill>
                                            <a:srgbClr val="000000"/>
                                          </a:solidFill>
                                          <a:latin typeface="Cambria Math" panose="02040503050406030204" pitchFamily="18" charset="0"/>
                                        </a:rPr>
                                        <m:t>1</m:t>
                                      </m:r>
                                    </m:sub>
                                  </m:sSub>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𝑣</m:t>
                                      </m:r>
                                    </m:e>
                                    <m:sub>
                                      <m:r>
                                        <a:rPr lang="zh-CN" altLang="en-US" sz="2000" i="1">
                                          <a:solidFill>
                                            <a:srgbClr val="000000"/>
                                          </a:solidFill>
                                          <a:latin typeface="Cambria Math" panose="02040503050406030204" pitchFamily="18" charset="0"/>
                                        </a:rPr>
                                        <m:t>2</m:t>
                                      </m:r>
                                    </m:sub>
                                  </m:sSub>
                                  <m:r>
                                    <a:rPr lang="zh-CN" altLang="en-US" sz="2000" i="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𝑣</m:t>
                                      </m:r>
                                    </m:e>
                                    <m:sub>
                                      <m:r>
                                        <a:rPr lang="zh-CN" altLang="en-US" sz="2000" i="1">
                                          <a:solidFill>
                                            <a:srgbClr val="000000"/>
                                          </a:solidFill>
                                          <a:latin typeface="Cambria Math" panose="02040503050406030204" pitchFamily="18" charset="0"/>
                                        </a:rPr>
                                        <m:t>𝑛</m:t>
                                      </m:r>
                                    </m:sub>
                                  </m:sSub>
                                </m:e>
                              </m:d>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𝑣</m:t>
                                  </m:r>
                                </m:e>
                                <m:sub>
                                  <m:r>
                                    <a:rPr lang="zh-CN" altLang="en-US" sz="2000" i="1">
                                      <a:solidFill>
                                        <a:srgbClr val="000000"/>
                                      </a:solidFill>
                                      <a:latin typeface="Cambria Math" panose="02040503050406030204" pitchFamily="18" charset="0"/>
                                    </a:rPr>
                                    <m:t>𝑖</m:t>
                                  </m:r>
                                </m:sub>
                              </m:sSub>
                              <m:r>
                                <a:rPr lang="zh-CN" altLang="en-US" sz="2000" i="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向量</m:t>
                              </m:r>
                            </m:e>
                          </m:eqArr>
                        </m:e>
                      </m:d>
                    </m:oMath>
                    <m:oMath xmlns:m="http://schemas.openxmlformats.org/officeDocument/2006/math">
                      <m:r>
                        <a:rPr lang="zh-CN" altLang="en-US" i="1">
                          <a:solidFill>
                            <a:srgbClr val="000000"/>
                          </a:solidFill>
                          <a:latin typeface="Cambria Math" panose="02040503050406030204" pitchFamily="18" charset="0"/>
                        </a:rPr>
                        <m:t>𝐴𝑉</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𝑈</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Σ</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𝑛</m:t>
                              </m:r>
                            </m:sub>
                          </m:sSub>
                        </m:e>
                      </m:d>
                      <m:r>
                        <a:rPr lang="zh-CN" altLang="en-US" i="0">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𝑚</m:t>
                              </m:r>
                            </m:sub>
                          </m:sSub>
                        </m:e>
                      </m:d>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Σ</m:t>
                          </m:r>
                        </m:e>
                        <m:sub>
                          <m:r>
                            <a:rPr lang="zh-CN" altLang="en-US" i="1">
                              <a:solidFill>
                                <a:srgbClr val="000000"/>
                              </a:solidFill>
                              <a:latin typeface="Cambria Math" panose="02040503050406030204" pitchFamily="18" charset="0"/>
                            </a:rPr>
                            <m:t>𝐴</m:t>
                          </m:r>
                        </m:sub>
                      </m:sSub>
                    </m:oMath>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𝑛</m:t>
                              </m:r>
                            </m:sub>
                          </m:sSub>
                        </m:e>
                      </m:d>
                      <m:r>
                        <a:rPr lang="zh-CN" altLang="en-US" i="0">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𝑚</m:t>
                              </m:r>
                            </m:sub>
                          </m:sSub>
                        </m:e>
                      </m:d>
                      <m:d>
                        <m:dPr>
                          <m:ctrlPr>
                            <a:rPr lang="zh-CN" altLang="en-US" i="1">
                              <a:solidFill>
                                <a:srgbClr val="000000"/>
                              </a:solidFill>
                              <a:latin typeface="Cambria Math" panose="02040503050406030204" pitchFamily="18" charset="0"/>
                            </a:rPr>
                          </m:ctrlPr>
                        </m:dPr>
                        <m:e>
                          <m:m>
                            <m:mPr>
                              <m:plcHide m:val="on"/>
                              <m:mcs>
                                <m:mc>
                                  <m:mcPr>
                                    <m:count m:val="4"/>
                                    <m:mcJc m:val="center"/>
                                  </m:mcPr>
                                </m:mc>
                              </m:mcs>
                              <m:ctrlPr>
                                <a:rPr lang="zh-CN" altLang="en-US" i="1">
                                  <a:solidFill>
                                    <a:srgbClr val="000000"/>
                                  </a:solidFill>
                                  <a:latin typeface="Cambria Math" panose="02040503050406030204" pitchFamily="18" charset="0"/>
                                </a:rPr>
                              </m:ctrlPr>
                            </m:mP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1</m:t>
                                    </m:r>
                                  </m:sub>
                                </m:sSub>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𝑟</m:t>
                                    </m:r>
                                  </m:sub>
                                </m:sSub>
                              </m:e>
                              <m:e>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mr>
                          </m:m>
                        </m:e>
                      </m:d>
                      <m:r>
                        <a:rPr lang="zh-CN" altLang="en-US" i="0">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1</m:t>
                              </m:r>
                            </m:sub>
                          </m:sSub>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m:rPr>
                                  <m:sty m:val="p"/>
                                </m:rPr>
                                <a:rPr lang="en-US" altLang="zh-CN" i="1">
                                  <a:solidFill>
                                    <a:srgbClr val="000000"/>
                                  </a:solidFill>
                                  <a:latin typeface="Cambria Math" panose="02040503050406030204" pitchFamily="18" charset="0"/>
                                </a:rPr>
                                <m:t>r</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𝑟</m:t>
                              </m:r>
                            </m:sub>
                          </m:sSub>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e>
                      </m:d>
                    </m:oMath>
                    <m:oMath xmlns:m="http://schemas.openxmlformats.org/officeDocument/2006/math">
                      <m:d>
                        <m:dPr>
                          <m:begChr m:val="{"/>
                          <m:endChr m:val=""/>
                          <m:ctrlPr>
                            <a:rPr lang="zh-CN" altLang="en-US" i="1">
                              <a:solidFill>
                                <a:srgbClr val="0000FF"/>
                              </a:solidFill>
                              <a:latin typeface="Cambria Math" panose="02040503050406030204" pitchFamily="18" charset="0"/>
                            </a:rPr>
                          </m:ctrlPr>
                        </m:dPr>
                        <m:e>
                          <m:eqArr>
                            <m:eqArrPr>
                              <m:ctrlPr>
                                <a:rPr lang="zh-CN" altLang="en-US" i="1">
                                  <a:solidFill>
                                    <a:srgbClr val="0000FF"/>
                                  </a:solidFill>
                                  <a:latin typeface="Cambria Math" panose="02040503050406030204" pitchFamily="18" charset="0"/>
                                </a:rPr>
                              </m:ctrlPr>
                            </m:eqArrPr>
                            <m:e>
                              <m:r>
                                <a:rPr lang="zh-CN" altLang="en-US" i="1">
                                  <a:solidFill>
                                    <a:srgbClr val="0000FF"/>
                                  </a:solidFill>
                                  <a:latin typeface="Cambria Math" panose="02040503050406030204" pitchFamily="18" charset="0"/>
                                </a:rPr>
                                <m:t>&amp;</m:t>
                              </m:r>
                              <m:r>
                                <a:rPr lang="zh-CN" altLang="en-US" i="1">
                                  <a:solidFill>
                                    <a:srgbClr val="0000FF"/>
                                  </a:solidFill>
                                  <a:latin typeface="Cambria Math" panose="02040503050406030204" pitchFamily="18" charset="0"/>
                                </a:rPr>
                                <m:t>𝐴</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𝑣</m:t>
                                  </m:r>
                                </m:e>
                                <m:sub>
                                  <m:r>
                                    <a:rPr lang="zh-CN" altLang="en-US" i="1">
                                      <a:solidFill>
                                        <a:srgbClr val="0000FF"/>
                                      </a:solidFill>
                                      <a:latin typeface="Cambria Math" panose="02040503050406030204" pitchFamily="18" charset="0"/>
                                    </a:rPr>
                                    <m:t>1</m:t>
                                  </m:r>
                                </m:sub>
                              </m:sSub>
                              <m:r>
                                <a:rPr lang="zh-CN" altLang="en-US" i="0">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𝑢</m:t>
                                  </m:r>
                                </m:e>
                                <m:sub>
                                  <m:r>
                                    <a:rPr lang="zh-CN" altLang="en-US" i="1">
                                      <a:solidFill>
                                        <a:srgbClr val="0000FF"/>
                                      </a:solidFill>
                                      <a:latin typeface="Cambria Math" panose="02040503050406030204" pitchFamily="18" charset="0"/>
                                    </a:rPr>
                                    <m:t>1</m:t>
                                  </m:r>
                                </m:sub>
                              </m:sSub>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𝜎</m:t>
                                  </m:r>
                                </m:e>
                                <m:sub>
                                  <m:r>
                                    <a:rPr lang="zh-CN" altLang="en-US" i="1">
                                      <a:solidFill>
                                        <a:srgbClr val="0000FF"/>
                                      </a:solidFill>
                                      <a:latin typeface="Cambria Math" panose="02040503050406030204" pitchFamily="18" charset="0"/>
                                    </a:rPr>
                                    <m:t>1</m:t>
                                  </m:r>
                                </m:sub>
                              </m:sSub>
                            </m:e>
                            <m:e>
                              <m:r>
                                <a:rPr lang="zh-CN" altLang="en-US" i="1">
                                  <a:solidFill>
                                    <a:srgbClr val="0000FF"/>
                                  </a:solidFill>
                                  <a:latin typeface="Cambria Math" panose="02040503050406030204" pitchFamily="18" charset="0"/>
                                </a:rPr>
                                <m:t>&amp;⋯</m:t>
                              </m:r>
                            </m:e>
                            <m:e>
                              <m:r>
                                <a:rPr lang="zh-CN" altLang="en-US" i="1">
                                  <a:solidFill>
                                    <a:srgbClr val="0000FF"/>
                                  </a:solidFill>
                                  <a:latin typeface="Cambria Math" panose="02040503050406030204" pitchFamily="18" charset="0"/>
                                </a:rPr>
                                <m:t>&amp;</m:t>
                              </m:r>
                              <m:r>
                                <a:rPr lang="zh-CN" altLang="en-US" i="1">
                                  <a:solidFill>
                                    <a:srgbClr val="0000FF"/>
                                  </a:solidFill>
                                  <a:latin typeface="Cambria Math" panose="02040503050406030204" pitchFamily="18" charset="0"/>
                                </a:rPr>
                                <m:t>𝐴</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𝑣</m:t>
                                  </m:r>
                                </m:e>
                                <m:sub>
                                  <m:r>
                                    <a:rPr lang="zh-CN" altLang="en-US" i="1">
                                      <a:solidFill>
                                        <a:srgbClr val="0000FF"/>
                                      </a:solidFill>
                                      <a:latin typeface="Cambria Math" panose="02040503050406030204" pitchFamily="18" charset="0"/>
                                    </a:rPr>
                                    <m:t>𝑟</m:t>
                                  </m:r>
                                </m:sub>
                              </m:sSub>
                              <m:r>
                                <a:rPr lang="zh-CN" altLang="en-US" i="0">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𝑢</m:t>
                                  </m:r>
                                </m:e>
                                <m:sub>
                                  <m:r>
                                    <a:rPr lang="zh-CN" altLang="en-US" i="1">
                                      <a:solidFill>
                                        <a:srgbClr val="0000FF"/>
                                      </a:solidFill>
                                      <a:latin typeface="Cambria Math" panose="02040503050406030204" pitchFamily="18" charset="0"/>
                                    </a:rPr>
                                    <m:t>𝑟</m:t>
                                  </m:r>
                                </m:sub>
                              </m:sSub>
                              <m:sSub>
                                <m:sSubPr>
                                  <m:ctrlPr>
                                    <a:rPr lang="zh-CN" altLang="en-US"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𝜎</m:t>
                                  </m:r>
                                </m:e>
                                <m:sub>
                                  <m:r>
                                    <a:rPr lang="zh-CN" altLang="en-US" i="1">
                                      <a:solidFill>
                                        <a:srgbClr val="0000FF"/>
                                      </a:solidFill>
                                      <a:latin typeface="Cambria Math" panose="02040503050406030204" pitchFamily="18" charset="0"/>
                                    </a:rPr>
                                    <m:t>𝑟</m:t>
                                  </m:r>
                                </m:sub>
                              </m:sSub>
                            </m:e>
                          </m:eqArr>
                        </m:e>
                      </m:d>
                    </m:oMath>
                  </m:oMathPara>
                </a14:m>
                <a:endParaRPr lang="zh-CN" altLang="en-US" dirty="0"/>
              </a:p>
            </p:txBody>
          </p:sp>
        </mc:Choice>
        <mc:Fallback xmlns="">
          <p:sp>
            <p:nvSpPr>
              <p:cNvPr id="231427" name="内容占位符 3">
                <a:extLst>
                  <a:ext uri="{FF2B5EF4-FFF2-40B4-BE49-F238E27FC236}">
                    <a16:creationId xmlns:a16="http://schemas.microsoft.com/office/drawing/2014/main" id="{5988B034-6C43-41B5-AF6A-0568D70A77C1}"/>
                  </a:ext>
                </a:extLst>
              </p:cNvPr>
              <p:cNvSpPr txBox="1">
                <a:spLocks noRot="1" noChangeAspect="1" noMove="1" noResize="1" noEditPoints="1" noAdjustHandles="1" noChangeArrowheads="1" noChangeShapeType="1" noTextEdit="1"/>
              </p:cNvSpPr>
              <p:nvPr>
                <p:ph idx="1"/>
              </p:nvPr>
            </p:nvSpPr>
            <p:spPr bwMode="auto">
              <a:xfrm>
                <a:off x="116504" y="823119"/>
                <a:ext cx="9027496" cy="5211762"/>
              </a:xfrm>
              <a:prstGeom prst="rect">
                <a:avLst/>
              </a:prstGeom>
              <a:blipFill>
                <a:blip r:embed="rId2"/>
                <a:stretch>
                  <a:fillRect/>
                </a:stretch>
              </a:blipFill>
              <a:ln>
                <a:noFill/>
              </a:ln>
            </p:spPr>
            <p:txBody>
              <a:bodyPr/>
              <a:lstStyle/>
              <a:p>
                <a:r>
                  <a:rPr lang="zh-CN" altLang="en-US">
                    <a:noFill/>
                  </a:rPr>
                  <a:t> </a:t>
                </a:r>
              </a:p>
            </p:txBody>
          </p:sp>
        </mc:Fallback>
      </mc:AlternateContent>
      <p:sp>
        <p:nvSpPr>
          <p:cNvPr id="5" name="椭圆形标注 4">
            <a:extLst>
              <a:ext uri="{FF2B5EF4-FFF2-40B4-BE49-F238E27FC236}">
                <a16:creationId xmlns:a16="http://schemas.microsoft.com/office/drawing/2014/main" id="{033AD338-F300-4F71-A05A-CFB997AA4150}"/>
              </a:ext>
            </a:extLst>
          </p:cNvPr>
          <p:cNvSpPr/>
          <p:nvPr/>
        </p:nvSpPr>
        <p:spPr>
          <a:xfrm>
            <a:off x="2627313" y="5589588"/>
            <a:ext cx="3168650" cy="792162"/>
          </a:xfrm>
          <a:prstGeom prst="wedgeEllipseCallout">
            <a:avLst>
              <a:gd name="adj1" fmla="val 54889"/>
              <a:gd name="adj2" fmla="val -278509"/>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dirty="0">
                <a:solidFill>
                  <a:schemeClr val="tx1"/>
                </a:solidFill>
              </a:rPr>
              <a:t>奇异值</a:t>
            </a:r>
            <a:r>
              <a:rPr lang="zh-CN" altLang="en-US" sz="2032" b="1" dirty="0">
                <a:solidFill>
                  <a:srgbClr val="FF0000"/>
                </a:solidFill>
              </a:rPr>
              <a:t>从大到小</a:t>
            </a:r>
            <a:r>
              <a:rPr lang="zh-CN" altLang="en-US" sz="2032" dirty="0">
                <a:solidFill>
                  <a:schemeClr val="tx1"/>
                </a:solidFill>
              </a:rPr>
              <a:t>依次排序</a:t>
            </a:r>
          </a:p>
        </p:txBody>
      </p:sp>
    </p:spTree>
  </p:cSld>
  <p:clrMapOvr>
    <a:masterClrMapping/>
  </p:clrMapOvr>
  <p:transition spd="slow">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标题 1">
            <a:extLst>
              <a:ext uri="{FF2B5EF4-FFF2-40B4-BE49-F238E27FC236}">
                <a16:creationId xmlns:a16="http://schemas.microsoft.com/office/drawing/2014/main" id="{2D336152-8F11-4D4F-8937-856F4CB01479}"/>
              </a:ext>
            </a:extLst>
          </p:cNvPr>
          <p:cNvSpPr>
            <a:spLocks noGrp="1"/>
          </p:cNvSpPr>
          <p:nvPr>
            <p:ph type="title"/>
          </p:nvPr>
        </p:nvSpPr>
        <p:spPr>
          <a:xfrm>
            <a:off x="432805" y="-144670"/>
            <a:ext cx="8229600" cy="1143000"/>
          </a:xfrm>
        </p:spPr>
        <p:txBody>
          <a:bodyPr/>
          <a:lstStyle/>
          <a:p>
            <a:r>
              <a:rPr lang="en-US" altLang="zh-CN"/>
              <a:t>SVD</a:t>
            </a:r>
            <a:r>
              <a:rPr lang="zh-CN" altLang="en-US"/>
              <a:t>分解</a:t>
            </a:r>
            <a:r>
              <a:rPr lang="en-US" altLang="zh-CN"/>
              <a:t>(3)</a:t>
            </a:r>
            <a:endParaRPr lang="zh-CN" altLang="en-US"/>
          </a:p>
        </p:txBody>
      </p:sp>
      <p:graphicFrame>
        <p:nvGraphicFramePr>
          <p:cNvPr id="232451" name="内容占位符 3">
            <a:extLst>
              <a:ext uri="{FF2B5EF4-FFF2-40B4-BE49-F238E27FC236}">
                <a16:creationId xmlns:a16="http://schemas.microsoft.com/office/drawing/2014/main" id="{AA1D1640-15A2-48AA-B32C-61653445711D}"/>
              </a:ext>
            </a:extLst>
          </p:cNvPr>
          <p:cNvGraphicFramePr>
            <a:graphicFrameLocks noGrp="1" noChangeAspect="1"/>
          </p:cNvGraphicFramePr>
          <p:nvPr>
            <p:ph idx="1"/>
            <p:extLst>
              <p:ext uri="{D42A27DB-BD31-4B8C-83A1-F6EECF244321}">
                <p14:modId xmlns:p14="http://schemas.microsoft.com/office/powerpoint/2010/main" val="1053032382"/>
              </p:ext>
            </p:extLst>
          </p:nvPr>
        </p:nvGraphicFramePr>
        <p:xfrm>
          <a:off x="791580" y="1223755"/>
          <a:ext cx="4897437" cy="4991100"/>
        </p:xfrm>
        <a:graphic>
          <a:graphicData uri="http://schemas.openxmlformats.org/presentationml/2006/ole">
            <mc:AlternateContent xmlns:mc="http://schemas.openxmlformats.org/markup-compatibility/2006">
              <mc:Choice xmlns:v="urn:schemas-microsoft-com:vml" Requires="v">
                <p:oleObj spid="_x0000_s9249" name="Equation" r:id="rId3" imgW="2603500" imgH="3327400" progId="Equation.DSMT4">
                  <p:embed/>
                </p:oleObj>
              </mc:Choice>
              <mc:Fallback>
                <p:oleObj name="Equation" r:id="rId3" imgW="2603500" imgH="3327400" progId="Equation.DSMT4">
                  <p:embed/>
                  <p:pic>
                    <p:nvPicPr>
                      <p:cNvPr id="232451" name="内容占位符 3">
                        <a:extLst>
                          <a:ext uri="{FF2B5EF4-FFF2-40B4-BE49-F238E27FC236}">
                            <a16:creationId xmlns:a16="http://schemas.microsoft.com/office/drawing/2014/main" id="{AA1D1640-15A2-48AA-B32C-61653445711D}"/>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580" y="1223755"/>
                        <a:ext cx="4897437"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椭圆形标注 4">
            <a:extLst>
              <a:ext uri="{FF2B5EF4-FFF2-40B4-BE49-F238E27FC236}">
                <a16:creationId xmlns:a16="http://schemas.microsoft.com/office/drawing/2014/main" id="{710A269C-FDC6-4A9C-9611-11F3835A4B5B}"/>
              </a:ext>
            </a:extLst>
          </p:cNvPr>
          <p:cNvSpPr/>
          <p:nvPr/>
        </p:nvSpPr>
        <p:spPr>
          <a:xfrm>
            <a:off x="4968292" y="1439655"/>
            <a:ext cx="3168650" cy="792162"/>
          </a:xfrm>
          <a:prstGeom prst="wedgeEllipseCallout">
            <a:avLst>
              <a:gd name="adj1" fmla="val -115902"/>
              <a:gd name="adj2" fmla="val 177700"/>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dirty="0">
                <a:solidFill>
                  <a:schemeClr val="tx1"/>
                </a:solidFill>
              </a:rPr>
              <a:t>奇异值</a:t>
            </a:r>
            <a:r>
              <a:rPr lang="zh-CN" altLang="en-US" sz="2032" b="1" dirty="0">
                <a:solidFill>
                  <a:srgbClr val="FF0000"/>
                </a:solidFill>
              </a:rPr>
              <a:t>从大到小</a:t>
            </a:r>
            <a:r>
              <a:rPr lang="zh-CN" altLang="en-US" sz="2032" dirty="0">
                <a:solidFill>
                  <a:schemeClr val="tx1"/>
                </a:solidFill>
              </a:rPr>
              <a:t>依次排序</a:t>
            </a:r>
          </a:p>
        </p:txBody>
      </p:sp>
    </p:spTree>
  </p:cSld>
  <p:clrMapOvr>
    <a:masterClrMapping/>
  </p:clrMapOvr>
  <p:transition spd="slow">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标题 1">
            <a:extLst>
              <a:ext uri="{FF2B5EF4-FFF2-40B4-BE49-F238E27FC236}">
                <a16:creationId xmlns:a16="http://schemas.microsoft.com/office/drawing/2014/main" id="{C43BE82A-7663-428E-99C6-1E0C3CDAEB0F}"/>
              </a:ext>
            </a:extLst>
          </p:cNvPr>
          <p:cNvSpPr>
            <a:spLocks noGrp="1"/>
          </p:cNvSpPr>
          <p:nvPr>
            <p:ph type="title"/>
          </p:nvPr>
        </p:nvSpPr>
        <p:spPr>
          <a:xfrm>
            <a:off x="468313" y="0"/>
            <a:ext cx="8229600" cy="1143000"/>
          </a:xfrm>
        </p:spPr>
        <p:txBody>
          <a:bodyPr/>
          <a:lstStyle/>
          <a:p>
            <a:r>
              <a:rPr lang="en-US" altLang="zh-CN"/>
              <a:t>SVD</a:t>
            </a:r>
            <a:r>
              <a:rPr lang="zh-CN" altLang="en-US"/>
              <a:t>算法解析</a:t>
            </a:r>
          </a:p>
        </p:txBody>
      </p:sp>
      <p:graphicFrame>
        <p:nvGraphicFramePr>
          <p:cNvPr id="233475" name="Object 2">
            <a:extLst>
              <a:ext uri="{FF2B5EF4-FFF2-40B4-BE49-F238E27FC236}">
                <a16:creationId xmlns:a16="http://schemas.microsoft.com/office/drawing/2014/main" id="{D1ED9174-AA03-4D7E-BF86-AD69041FC3A2}"/>
              </a:ext>
            </a:extLst>
          </p:cNvPr>
          <p:cNvGraphicFramePr>
            <a:graphicFrameLocks noChangeAspect="1"/>
          </p:cNvGraphicFramePr>
          <p:nvPr/>
        </p:nvGraphicFramePr>
        <p:xfrm>
          <a:off x="1096963" y="1189038"/>
          <a:ext cx="7489825" cy="2114550"/>
        </p:xfrm>
        <a:graphic>
          <a:graphicData uri="http://schemas.openxmlformats.org/presentationml/2006/ole">
            <mc:AlternateContent xmlns:mc="http://schemas.openxmlformats.org/markup-compatibility/2006">
              <mc:Choice xmlns:v="urn:schemas-microsoft-com:vml" Requires="v">
                <p:oleObj spid="_x0000_s10273" name="Equation" r:id="rId3" imgW="3238500" imgH="914400" progId="Equation.DSMT4">
                  <p:embed/>
                </p:oleObj>
              </mc:Choice>
              <mc:Fallback>
                <p:oleObj name="Equation" r:id="rId3" imgW="3238500" imgH="914400" progId="Equation.DSMT4">
                  <p:embed/>
                  <p:pic>
                    <p:nvPicPr>
                      <p:cNvPr id="233475" name="Object 2">
                        <a:extLst>
                          <a:ext uri="{FF2B5EF4-FFF2-40B4-BE49-F238E27FC236}">
                            <a16:creationId xmlns:a16="http://schemas.microsoft.com/office/drawing/2014/main" id="{D1ED9174-AA03-4D7E-BF86-AD69041FC3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6963" y="1189038"/>
                        <a:ext cx="7489825"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圆角矩形标注 5">
            <a:extLst>
              <a:ext uri="{FF2B5EF4-FFF2-40B4-BE49-F238E27FC236}">
                <a16:creationId xmlns:a16="http://schemas.microsoft.com/office/drawing/2014/main" id="{A50AE046-51C7-4BF9-9D58-0FFB5FE81268}"/>
              </a:ext>
            </a:extLst>
          </p:cNvPr>
          <p:cNvSpPr/>
          <p:nvPr/>
        </p:nvSpPr>
        <p:spPr>
          <a:xfrm>
            <a:off x="182563" y="3840163"/>
            <a:ext cx="8824912" cy="2690812"/>
          </a:xfrm>
          <a:prstGeom prst="wedgeRoundRectCallout">
            <a:avLst>
              <a:gd name="adj1" fmla="val 10420"/>
              <a:gd name="adj2" fmla="val -106967"/>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032" dirty="0">
                <a:solidFill>
                  <a:schemeClr val="tx1"/>
                </a:solidFill>
              </a:rPr>
              <a:t>    </a:t>
            </a:r>
            <a:r>
              <a:rPr lang="zh-CN" altLang="en-US" sz="2286" dirty="0">
                <a:solidFill>
                  <a:schemeClr val="tx1"/>
                </a:solidFill>
              </a:rPr>
              <a:t>可以看作是矩阵</a:t>
            </a:r>
            <a:r>
              <a:rPr lang="en-US" altLang="zh-CN" sz="2286" dirty="0">
                <a:solidFill>
                  <a:schemeClr val="tx1"/>
                </a:solidFill>
              </a:rPr>
              <a:t>A</a:t>
            </a:r>
            <a:r>
              <a:rPr lang="zh-CN" altLang="en-US" sz="2286" dirty="0">
                <a:solidFill>
                  <a:schemeClr val="tx1"/>
                </a:solidFill>
              </a:rPr>
              <a:t>的“平方”，而奇异值又是</a:t>
            </a:r>
            <a:r>
              <a:rPr lang="en-US" altLang="zh-CN" sz="2286" dirty="0">
                <a:solidFill>
                  <a:schemeClr val="tx1"/>
                </a:solidFill>
              </a:rPr>
              <a:t>A</a:t>
            </a:r>
            <a:r>
              <a:rPr lang="zh-CN" altLang="en-US" sz="2286" dirty="0">
                <a:solidFill>
                  <a:schemeClr val="tx1"/>
                </a:solidFill>
              </a:rPr>
              <a:t>“平方”阵的特征根的开方，因此</a:t>
            </a:r>
            <a:r>
              <a:rPr lang="zh-CN" altLang="en-US" sz="2286" b="1" dirty="0">
                <a:solidFill>
                  <a:srgbClr val="FF0000"/>
                </a:solidFill>
              </a:rPr>
              <a:t>奇异值</a:t>
            </a:r>
            <a:r>
              <a:rPr lang="zh-CN" altLang="en-US" sz="2286" dirty="0">
                <a:solidFill>
                  <a:schemeClr val="tx1"/>
                </a:solidFill>
              </a:rPr>
              <a:t>可以看作是矩阵</a:t>
            </a:r>
            <a:r>
              <a:rPr lang="en-US" altLang="zh-CN" sz="2286" dirty="0">
                <a:solidFill>
                  <a:schemeClr val="tx1"/>
                </a:solidFill>
              </a:rPr>
              <a:t>A</a:t>
            </a:r>
            <a:r>
              <a:rPr lang="zh-CN" altLang="en-US" sz="2286" dirty="0">
                <a:solidFill>
                  <a:schemeClr val="tx1"/>
                </a:solidFill>
              </a:rPr>
              <a:t>的</a:t>
            </a:r>
            <a:r>
              <a:rPr lang="zh-CN" altLang="en-US" sz="2286" b="1" dirty="0">
                <a:solidFill>
                  <a:srgbClr val="FF0000"/>
                </a:solidFill>
              </a:rPr>
              <a:t>“伪特征值”</a:t>
            </a:r>
            <a:r>
              <a:rPr lang="zh-CN" altLang="en-US" sz="2286" dirty="0">
                <a:solidFill>
                  <a:schemeClr val="tx1"/>
                </a:solidFill>
              </a:rPr>
              <a:t>，</a:t>
            </a:r>
            <a:r>
              <a:rPr lang="zh-CN" altLang="en-US" sz="2286" b="1" dirty="0">
                <a:solidFill>
                  <a:schemeClr val="tx2">
                    <a:lumMod val="50000"/>
                    <a:lumOff val="50000"/>
                  </a:schemeClr>
                </a:solidFill>
              </a:rPr>
              <a:t>左奇异向量</a:t>
            </a:r>
            <a:r>
              <a:rPr lang="zh-CN" altLang="en-US" sz="2286" dirty="0">
                <a:solidFill>
                  <a:schemeClr val="tx1"/>
                </a:solidFill>
              </a:rPr>
              <a:t>可以看作矩阵</a:t>
            </a:r>
            <a:r>
              <a:rPr lang="en-US" altLang="zh-CN" sz="2286" dirty="0">
                <a:solidFill>
                  <a:schemeClr val="tx1"/>
                </a:solidFill>
              </a:rPr>
              <a:t>A</a:t>
            </a:r>
            <a:r>
              <a:rPr lang="zh-CN" altLang="en-US" sz="2286" dirty="0">
                <a:solidFill>
                  <a:schemeClr val="tx1"/>
                </a:solidFill>
              </a:rPr>
              <a:t>的</a:t>
            </a:r>
            <a:r>
              <a:rPr lang="zh-CN" altLang="en-US" sz="2286" b="1" dirty="0">
                <a:solidFill>
                  <a:srgbClr val="0070C0"/>
                </a:solidFill>
              </a:rPr>
              <a:t>“行特征向量”</a:t>
            </a:r>
            <a:r>
              <a:rPr lang="zh-CN" altLang="en-US" sz="2286" dirty="0">
                <a:solidFill>
                  <a:schemeClr val="tx1"/>
                </a:solidFill>
              </a:rPr>
              <a:t>，</a:t>
            </a:r>
            <a:r>
              <a:rPr lang="zh-CN" altLang="en-US" sz="2286" b="1" dirty="0">
                <a:solidFill>
                  <a:srgbClr val="00B050"/>
                </a:solidFill>
              </a:rPr>
              <a:t>右奇异向量</a:t>
            </a:r>
            <a:r>
              <a:rPr lang="zh-CN" altLang="en-US" sz="2286" dirty="0">
                <a:solidFill>
                  <a:schemeClr val="tx1"/>
                </a:solidFill>
              </a:rPr>
              <a:t>可以看作是矩阵</a:t>
            </a:r>
            <a:r>
              <a:rPr lang="en-US" altLang="zh-CN" sz="2286" dirty="0">
                <a:solidFill>
                  <a:schemeClr val="tx1"/>
                </a:solidFill>
              </a:rPr>
              <a:t>A</a:t>
            </a:r>
            <a:r>
              <a:rPr lang="zh-CN" altLang="en-US" sz="2286" dirty="0">
                <a:solidFill>
                  <a:schemeClr val="tx1"/>
                </a:solidFill>
              </a:rPr>
              <a:t>的</a:t>
            </a:r>
            <a:r>
              <a:rPr lang="zh-CN" altLang="en-US" sz="2286" b="1" dirty="0">
                <a:solidFill>
                  <a:srgbClr val="00B050"/>
                </a:solidFill>
              </a:rPr>
              <a:t>“列特征向量”</a:t>
            </a:r>
            <a:r>
              <a:rPr lang="zh-CN" altLang="en-US" sz="2286" b="1" dirty="0">
                <a:solidFill>
                  <a:schemeClr val="tx1"/>
                </a:solidFill>
              </a:rPr>
              <a:t>。</a:t>
            </a:r>
          </a:p>
        </p:txBody>
      </p:sp>
      <p:sp>
        <p:nvSpPr>
          <p:cNvPr id="7" name="椭圆形标注 6">
            <a:extLst>
              <a:ext uri="{FF2B5EF4-FFF2-40B4-BE49-F238E27FC236}">
                <a16:creationId xmlns:a16="http://schemas.microsoft.com/office/drawing/2014/main" id="{CE821382-66A1-4336-AC33-AE55407BB601}"/>
              </a:ext>
            </a:extLst>
          </p:cNvPr>
          <p:cNvSpPr/>
          <p:nvPr/>
        </p:nvSpPr>
        <p:spPr>
          <a:xfrm>
            <a:off x="5003800" y="1052513"/>
            <a:ext cx="3168650" cy="792162"/>
          </a:xfrm>
          <a:prstGeom prst="wedgeEllipseCallout">
            <a:avLst>
              <a:gd name="adj1" fmla="val -110809"/>
              <a:gd name="adj2" fmla="val 75839"/>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dirty="0">
                <a:solidFill>
                  <a:schemeClr val="tx1"/>
                </a:solidFill>
              </a:rPr>
              <a:t>奇异值</a:t>
            </a:r>
            <a:r>
              <a:rPr lang="zh-CN" altLang="en-US" sz="2032" b="1" dirty="0">
                <a:solidFill>
                  <a:srgbClr val="FF0000"/>
                </a:solidFill>
              </a:rPr>
              <a:t>从大到小</a:t>
            </a:r>
            <a:r>
              <a:rPr lang="zh-CN" altLang="en-US" sz="2032" dirty="0">
                <a:solidFill>
                  <a:schemeClr val="tx1"/>
                </a:solidFill>
              </a:rPr>
              <a:t>依次排序</a:t>
            </a:r>
          </a:p>
        </p:txBody>
      </p:sp>
    </p:spTree>
  </p:cSld>
  <p:clrMapOvr>
    <a:masterClrMapping/>
  </p:clrMapOvr>
  <p:transition spd="slow">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标题 1">
            <a:extLst>
              <a:ext uri="{FF2B5EF4-FFF2-40B4-BE49-F238E27FC236}">
                <a16:creationId xmlns:a16="http://schemas.microsoft.com/office/drawing/2014/main" id="{E7CDF66F-87FF-4F5F-AC0A-F04DA9D7B871}"/>
              </a:ext>
            </a:extLst>
          </p:cNvPr>
          <p:cNvSpPr>
            <a:spLocks noGrp="1"/>
          </p:cNvSpPr>
          <p:nvPr>
            <p:ph type="title"/>
          </p:nvPr>
        </p:nvSpPr>
        <p:spPr/>
        <p:txBody>
          <a:bodyPr/>
          <a:lstStyle/>
          <a:p>
            <a:r>
              <a:rPr lang="en-US" altLang="zh-CN"/>
              <a:t>SVD</a:t>
            </a:r>
            <a:r>
              <a:rPr lang="zh-CN" altLang="en-US"/>
              <a:t>矩阵近似（</a:t>
            </a:r>
            <a:r>
              <a:rPr lang="en-US" altLang="zh-CN"/>
              <a:t>1</a:t>
            </a:r>
            <a:r>
              <a:rPr lang="zh-CN" altLang="en-US"/>
              <a:t>）</a:t>
            </a:r>
          </a:p>
        </p:txBody>
      </p:sp>
      <p:graphicFrame>
        <p:nvGraphicFramePr>
          <p:cNvPr id="234499" name="内容占位符 3">
            <a:extLst>
              <a:ext uri="{FF2B5EF4-FFF2-40B4-BE49-F238E27FC236}">
                <a16:creationId xmlns:a16="http://schemas.microsoft.com/office/drawing/2014/main" id="{08883424-3488-4FA2-A2F4-CB83EE627729}"/>
              </a:ext>
            </a:extLst>
          </p:cNvPr>
          <p:cNvGraphicFramePr>
            <a:graphicFrameLocks noGrp="1" noChangeAspect="1"/>
          </p:cNvGraphicFramePr>
          <p:nvPr>
            <p:ph idx="1"/>
          </p:nvPr>
        </p:nvGraphicFramePr>
        <p:xfrm>
          <a:off x="900113" y="1501775"/>
          <a:ext cx="7200900" cy="4516438"/>
        </p:xfrm>
        <a:graphic>
          <a:graphicData uri="http://schemas.openxmlformats.org/presentationml/2006/ole">
            <mc:AlternateContent xmlns:mc="http://schemas.openxmlformats.org/markup-compatibility/2006">
              <mc:Choice xmlns:v="urn:schemas-microsoft-com:vml" Requires="v">
                <p:oleObj spid="_x0000_s11297" name="Equation" r:id="rId3" imgW="3441700" imgH="2159000" progId="Equation.DSMT4">
                  <p:embed/>
                </p:oleObj>
              </mc:Choice>
              <mc:Fallback>
                <p:oleObj name="Equation" r:id="rId3" imgW="3441700" imgH="2159000" progId="Equation.DSMT4">
                  <p:embed/>
                  <p:pic>
                    <p:nvPicPr>
                      <p:cNvPr id="234499" name="内容占位符 3">
                        <a:extLst>
                          <a:ext uri="{FF2B5EF4-FFF2-40B4-BE49-F238E27FC236}">
                            <a16:creationId xmlns:a16="http://schemas.microsoft.com/office/drawing/2014/main" id="{08883424-3488-4FA2-A2F4-CB83EE627729}"/>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501775"/>
                        <a:ext cx="7200900" cy="451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椭圆形标注 4">
            <a:extLst>
              <a:ext uri="{FF2B5EF4-FFF2-40B4-BE49-F238E27FC236}">
                <a16:creationId xmlns:a16="http://schemas.microsoft.com/office/drawing/2014/main" id="{9EEAA8C1-5F39-40DC-A4EF-08A2651E0575}"/>
              </a:ext>
            </a:extLst>
          </p:cNvPr>
          <p:cNvSpPr/>
          <p:nvPr/>
        </p:nvSpPr>
        <p:spPr>
          <a:xfrm>
            <a:off x="4932363" y="2997200"/>
            <a:ext cx="3168650" cy="792163"/>
          </a:xfrm>
          <a:prstGeom prst="wedgeEllipseCallout">
            <a:avLst>
              <a:gd name="adj1" fmla="val -110809"/>
              <a:gd name="adj2" fmla="val 7583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286" dirty="0">
                <a:solidFill>
                  <a:schemeClr val="tx1"/>
                </a:solidFill>
              </a:rPr>
              <a:t>奇异值从大到小依次排序</a:t>
            </a:r>
          </a:p>
        </p:txBody>
      </p:sp>
    </p:spTree>
  </p:cSld>
  <p:clrMapOvr>
    <a:masterClrMapping/>
  </p:clrMapOvr>
  <p:transition spd="slow">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标题 1">
            <a:extLst>
              <a:ext uri="{FF2B5EF4-FFF2-40B4-BE49-F238E27FC236}">
                <a16:creationId xmlns:a16="http://schemas.microsoft.com/office/drawing/2014/main" id="{318D4BF3-A17A-4BE7-9517-6DD47C4B32E7}"/>
              </a:ext>
            </a:extLst>
          </p:cNvPr>
          <p:cNvSpPr>
            <a:spLocks noGrp="1"/>
          </p:cNvSpPr>
          <p:nvPr>
            <p:ph type="title"/>
          </p:nvPr>
        </p:nvSpPr>
        <p:spPr/>
        <p:txBody>
          <a:bodyPr/>
          <a:lstStyle/>
          <a:p>
            <a:r>
              <a:rPr lang="en-US" altLang="zh-CN"/>
              <a:t>SVD</a:t>
            </a:r>
            <a:r>
              <a:rPr lang="zh-CN" altLang="en-US"/>
              <a:t>矩阵近似（</a:t>
            </a:r>
            <a:r>
              <a:rPr lang="en-US" altLang="zh-CN"/>
              <a:t>2</a:t>
            </a:r>
            <a:r>
              <a:rPr lang="zh-CN" altLang="en-US"/>
              <a:t>）</a:t>
            </a:r>
          </a:p>
        </p:txBody>
      </p:sp>
      <p:graphicFrame>
        <p:nvGraphicFramePr>
          <p:cNvPr id="235523" name="Object 2">
            <a:extLst>
              <a:ext uri="{FF2B5EF4-FFF2-40B4-BE49-F238E27FC236}">
                <a16:creationId xmlns:a16="http://schemas.microsoft.com/office/drawing/2014/main" id="{EADFC0F1-950B-4A71-B13B-C91800D66FB0}"/>
              </a:ext>
            </a:extLst>
          </p:cNvPr>
          <p:cNvGraphicFramePr>
            <a:graphicFrameLocks noChangeAspect="1"/>
          </p:cNvGraphicFramePr>
          <p:nvPr/>
        </p:nvGraphicFramePr>
        <p:xfrm>
          <a:off x="323850" y="1557338"/>
          <a:ext cx="8596313" cy="4148137"/>
        </p:xfrm>
        <a:graphic>
          <a:graphicData uri="http://schemas.openxmlformats.org/presentationml/2006/ole">
            <mc:AlternateContent xmlns:mc="http://schemas.openxmlformats.org/markup-compatibility/2006">
              <mc:Choice xmlns:v="urn:schemas-microsoft-com:vml" Requires="v">
                <p:oleObj spid="_x0000_s12321" name="Equation" r:id="rId3" imgW="3390900" imgH="1638300" progId="Equation.DSMT4">
                  <p:embed/>
                </p:oleObj>
              </mc:Choice>
              <mc:Fallback>
                <p:oleObj name="Equation" r:id="rId3" imgW="3390900" imgH="1638300" progId="Equation.DSMT4">
                  <p:embed/>
                  <p:pic>
                    <p:nvPicPr>
                      <p:cNvPr id="235523" name="Object 2">
                        <a:extLst>
                          <a:ext uri="{FF2B5EF4-FFF2-40B4-BE49-F238E27FC236}">
                            <a16:creationId xmlns:a16="http://schemas.microsoft.com/office/drawing/2014/main" id="{EADFC0F1-950B-4A71-B13B-C91800D66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557338"/>
                        <a:ext cx="8596313" cy="414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标题 1">
            <a:extLst>
              <a:ext uri="{FF2B5EF4-FFF2-40B4-BE49-F238E27FC236}">
                <a16:creationId xmlns:a16="http://schemas.microsoft.com/office/drawing/2014/main" id="{F4A8E36F-3DC9-4BB3-A0B4-3434E756774B}"/>
              </a:ext>
            </a:extLst>
          </p:cNvPr>
          <p:cNvSpPr>
            <a:spLocks noGrp="1"/>
          </p:cNvSpPr>
          <p:nvPr>
            <p:ph type="title"/>
          </p:nvPr>
        </p:nvSpPr>
        <p:spPr>
          <a:xfrm>
            <a:off x="274638" y="88900"/>
            <a:ext cx="6313487" cy="703263"/>
          </a:xfrm>
        </p:spPr>
        <p:txBody>
          <a:bodyPr/>
          <a:lstStyle/>
          <a:p>
            <a:pPr marL="571500" indent="-571500">
              <a:buFontTx/>
              <a:buChar char="•"/>
            </a:pPr>
            <a:r>
              <a:rPr lang="en-US" altLang="zh-CN"/>
              <a:t>SVD</a:t>
            </a:r>
            <a:r>
              <a:rPr lang="zh-CN" altLang="en-US"/>
              <a:t>应用</a:t>
            </a:r>
            <a:r>
              <a:rPr lang="en-US" altLang="zh-CN"/>
              <a:t>—</a:t>
            </a:r>
            <a:r>
              <a:rPr lang="zh-CN" altLang="en-US"/>
              <a:t>推荐算法</a:t>
            </a:r>
          </a:p>
        </p:txBody>
      </p:sp>
      <p:graphicFrame>
        <p:nvGraphicFramePr>
          <p:cNvPr id="5" name="内容占位符 4">
            <a:extLst>
              <a:ext uri="{FF2B5EF4-FFF2-40B4-BE49-F238E27FC236}">
                <a16:creationId xmlns:a16="http://schemas.microsoft.com/office/drawing/2014/main" id="{2C034C8C-635C-42A0-9BD1-C66148240847}"/>
              </a:ext>
            </a:extLst>
          </p:cNvPr>
          <p:cNvGraphicFramePr>
            <a:graphicFrameLocks noGrp="1"/>
          </p:cNvGraphicFramePr>
          <p:nvPr>
            <p:ph idx="1"/>
          </p:nvPr>
        </p:nvGraphicFramePr>
        <p:xfrm>
          <a:off x="274638" y="960438"/>
          <a:ext cx="8594728" cy="5457823"/>
        </p:xfrm>
        <a:graphic>
          <a:graphicData uri="http://schemas.openxmlformats.org/drawingml/2006/table">
            <a:tbl>
              <a:tblPr/>
              <a:tblGrid>
                <a:gridCol w="926321">
                  <a:extLst>
                    <a:ext uri="{9D8B030D-6E8A-4147-A177-3AD203B41FA5}">
                      <a16:colId xmlns:a16="http://schemas.microsoft.com/office/drawing/2014/main" val="20000"/>
                    </a:ext>
                  </a:extLst>
                </a:gridCol>
                <a:gridCol w="1098215">
                  <a:extLst>
                    <a:ext uri="{9D8B030D-6E8A-4147-A177-3AD203B41FA5}">
                      <a16:colId xmlns:a16="http://schemas.microsoft.com/office/drawing/2014/main" val="20001"/>
                    </a:ext>
                  </a:extLst>
                </a:gridCol>
                <a:gridCol w="821274">
                  <a:extLst>
                    <a:ext uri="{9D8B030D-6E8A-4147-A177-3AD203B41FA5}">
                      <a16:colId xmlns:a16="http://schemas.microsoft.com/office/drawing/2014/main" val="20002"/>
                    </a:ext>
                  </a:extLst>
                </a:gridCol>
                <a:gridCol w="821274">
                  <a:extLst>
                    <a:ext uri="{9D8B030D-6E8A-4147-A177-3AD203B41FA5}">
                      <a16:colId xmlns:a16="http://schemas.microsoft.com/office/drawing/2014/main" val="20003"/>
                    </a:ext>
                  </a:extLst>
                </a:gridCol>
                <a:gridCol w="821274">
                  <a:extLst>
                    <a:ext uri="{9D8B030D-6E8A-4147-A177-3AD203B41FA5}">
                      <a16:colId xmlns:a16="http://schemas.microsoft.com/office/drawing/2014/main" val="20004"/>
                    </a:ext>
                  </a:extLst>
                </a:gridCol>
                <a:gridCol w="821274">
                  <a:extLst>
                    <a:ext uri="{9D8B030D-6E8A-4147-A177-3AD203B41FA5}">
                      <a16:colId xmlns:a16="http://schemas.microsoft.com/office/drawing/2014/main" val="20005"/>
                    </a:ext>
                  </a:extLst>
                </a:gridCol>
                <a:gridCol w="821274">
                  <a:extLst>
                    <a:ext uri="{9D8B030D-6E8A-4147-A177-3AD203B41FA5}">
                      <a16:colId xmlns:a16="http://schemas.microsoft.com/office/drawing/2014/main" val="20006"/>
                    </a:ext>
                  </a:extLst>
                </a:gridCol>
                <a:gridCol w="821274">
                  <a:extLst>
                    <a:ext uri="{9D8B030D-6E8A-4147-A177-3AD203B41FA5}">
                      <a16:colId xmlns:a16="http://schemas.microsoft.com/office/drawing/2014/main" val="20007"/>
                    </a:ext>
                  </a:extLst>
                </a:gridCol>
                <a:gridCol w="821274">
                  <a:extLst>
                    <a:ext uri="{9D8B030D-6E8A-4147-A177-3AD203B41FA5}">
                      <a16:colId xmlns:a16="http://schemas.microsoft.com/office/drawing/2014/main" val="20008"/>
                    </a:ext>
                  </a:extLst>
                </a:gridCol>
                <a:gridCol w="821274">
                  <a:extLst>
                    <a:ext uri="{9D8B030D-6E8A-4147-A177-3AD203B41FA5}">
                      <a16:colId xmlns:a16="http://schemas.microsoft.com/office/drawing/2014/main" val="20009"/>
                    </a:ext>
                  </a:extLst>
                </a:gridCol>
              </a:tblGrid>
              <a:tr h="407573">
                <a:tc rowSpan="2" gridSpan="2">
                  <a:txBody>
                    <a:bodyPr/>
                    <a:lstStyle/>
                    <a:p>
                      <a:pPr algn="ctr" fontAlgn="ctr"/>
                      <a:r>
                        <a:rPr lang="zh-CN" altLang="en-US" sz="1800" b="1" i="0" u="none" strike="noStrike" dirty="0">
                          <a:solidFill>
                            <a:srgbClr val="000000"/>
                          </a:solidFill>
                          <a:latin typeface="宋体"/>
                        </a:rPr>
                        <a:t>会员</a:t>
                      </a:r>
                    </a:p>
                  </a:txBody>
                  <a:tcPr marL="6048" marR="6048" marT="60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zh-CN" altLang="en-US"/>
                    </a:p>
                  </a:txBody>
                  <a:tcPr/>
                </a:tc>
                <a:tc gridSpan="8">
                  <a:txBody>
                    <a:bodyPr/>
                    <a:lstStyle/>
                    <a:p>
                      <a:pPr algn="ctr" fontAlgn="ctr"/>
                      <a:r>
                        <a:rPr lang="zh-CN" altLang="en-US" sz="1800" b="1" i="0" u="none" strike="noStrike" dirty="0">
                          <a:solidFill>
                            <a:srgbClr val="000000"/>
                          </a:solidFill>
                          <a:latin typeface="宋体"/>
                        </a:rPr>
                        <a:t>电影</a:t>
                      </a:r>
                    </a:p>
                  </a:txBody>
                  <a:tcPr marL="6048" marR="6048" marT="6048"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07573">
                <a:tc gridSpan="2" vMerge="1">
                  <a:txBody>
                    <a:bodyPr/>
                    <a:lstStyle/>
                    <a:p>
                      <a:endParaRPr lang="zh-CN" altLang="en-US"/>
                    </a:p>
                  </a:txBody>
                  <a:tcPr/>
                </a:tc>
                <a:tc hMerge="1" vMerge="1">
                  <a:txBody>
                    <a:bodyPr/>
                    <a:lstStyle/>
                    <a:p>
                      <a:endParaRPr lang="zh-CN" altLang="en-US"/>
                    </a:p>
                  </a:txBody>
                  <a:tcPr/>
                </a:tc>
                <a:tc gridSpan="4">
                  <a:txBody>
                    <a:bodyPr/>
                    <a:lstStyle/>
                    <a:p>
                      <a:pPr algn="ctr" fontAlgn="ctr"/>
                      <a:r>
                        <a:rPr lang="zh-CN" altLang="en-US" sz="1800" b="1" i="0" u="none" strike="noStrike">
                          <a:solidFill>
                            <a:srgbClr val="000000"/>
                          </a:solidFill>
                          <a:latin typeface="宋体"/>
                        </a:rPr>
                        <a:t>喜剧</a:t>
                      </a:r>
                    </a:p>
                  </a:txBody>
                  <a:tcPr marL="6048" marR="6048" marT="6048"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1800" b="1" i="0" u="none" strike="noStrike" dirty="0">
                          <a:solidFill>
                            <a:srgbClr val="000000"/>
                          </a:solidFill>
                          <a:latin typeface="宋体"/>
                        </a:rPr>
                        <a:t>恐怖</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566947">
                <a:tc>
                  <a:txBody>
                    <a:bodyPr/>
                    <a:lstStyle/>
                    <a:p>
                      <a:pPr algn="ctr" fontAlgn="ctr"/>
                      <a:r>
                        <a:rPr lang="zh-CN" altLang="en-US" sz="1800" b="0" i="0" u="none" strike="noStrike" dirty="0">
                          <a:solidFill>
                            <a:srgbClr val="000000"/>
                          </a:solidFill>
                          <a:latin typeface="宋体"/>
                        </a:rPr>
                        <a:t>偏好</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800" b="0" i="0" u="none" strike="noStrike" dirty="0">
                          <a:solidFill>
                            <a:srgbClr val="000000"/>
                          </a:solidFill>
                          <a:latin typeface="宋体"/>
                        </a:rPr>
                        <a:t>ID</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CN" altLang="en-US" sz="1800" b="0" i="0" u="none" strike="noStrike">
                          <a:solidFill>
                            <a:srgbClr val="000000"/>
                          </a:solidFill>
                          <a:latin typeface="宋体"/>
                        </a:rPr>
                        <a:t>宿醉</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东成西就</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大话西游</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八星报喜</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午夜凶铃</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咒怨</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林中小屋</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寂静岭</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0002"/>
                  </a:ext>
                </a:extLst>
              </a:tr>
              <a:tr h="407573">
                <a:tc rowSpan="5">
                  <a:txBody>
                    <a:bodyPr/>
                    <a:lstStyle/>
                    <a:p>
                      <a:pPr algn="ctr" fontAlgn="ctr"/>
                      <a:r>
                        <a:rPr lang="zh-CN" altLang="en-US" sz="1800" b="1" i="0" u="none" strike="noStrike" dirty="0">
                          <a:solidFill>
                            <a:srgbClr val="000000"/>
                          </a:solidFill>
                          <a:latin typeface="宋体"/>
                        </a:rPr>
                        <a:t>喜剧</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dirty="0">
                          <a:solidFill>
                            <a:srgbClr val="000000"/>
                          </a:solidFill>
                          <a:latin typeface="宋体"/>
                        </a:rPr>
                        <a:t>至尊宝</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3</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3.75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3"/>
                  </a:ext>
                </a:extLst>
              </a:tr>
              <a:tr h="407573">
                <a:tc vMerge="1">
                  <a:txBody>
                    <a:bodyPr/>
                    <a:lstStyle/>
                    <a:p>
                      <a:pPr algn="ctr" fontAlgn="ctr"/>
                      <a:endParaRPr lang="zh-CN" alt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小小宝</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3</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0004"/>
                  </a:ext>
                </a:extLst>
              </a:tr>
              <a:tr h="407573">
                <a:tc vMerge="1">
                  <a:txBody>
                    <a:bodyPr/>
                    <a:lstStyle/>
                    <a:p>
                      <a:pPr algn="ctr" fontAlgn="ctr"/>
                      <a:endParaRPr lang="zh-CN" alt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流氓兔</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3</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0005"/>
                  </a:ext>
                </a:extLst>
              </a:tr>
              <a:tr h="407573">
                <a:tc vMerge="1">
                  <a:txBody>
                    <a:bodyPr/>
                    <a:lstStyle/>
                    <a:p>
                      <a:pPr algn="ctr" fontAlgn="ctr"/>
                      <a:endParaRPr lang="zh-CN" alt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霹*雳</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3 </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0006"/>
                  </a:ext>
                </a:extLst>
              </a:tr>
              <a:tr h="407573">
                <a:tc vMerge="1">
                  <a:txBody>
                    <a:bodyPr/>
                    <a:lstStyle/>
                    <a:p>
                      <a:pPr algn="ctr" fontAlgn="ctr"/>
                      <a:endParaRPr lang="zh-CN" alt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中原不败</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2 </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3</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0007"/>
                  </a:ext>
                </a:extLst>
              </a:tr>
              <a:tr h="407573">
                <a:tc rowSpan="5">
                  <a:txBody>
                    <a:bodyPr/>
                    <a:lstStyle/>
                    <a:p>
                      <a:pPr algn="ctr" fontAlgn="ctr"/>
                      <a:r>
                        <a:rPr lang="zh-CN" altLang="en-US" sz="1800" b="1" i="0" u="none" strike="noStrike" dirty="0">
                          <a:solidFill>
                            <a:srgbClr val="000000"/>
                          </a:solidFill>
                          <a:latin typeface="宋体"/>
                        </a:rPr>
                        <a:t>恐怖</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魂飞魄散</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3</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3.875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08"/>
                  </a:ext>
                </a:extLst>
              </a:tr>
              <a:tr h="407573">
                <a:tc vMerge="1">
                  <a:txBody>
                    <a:bodyPr/>
                    <a:lstStyle/>
                    <a:p>
                      <a:endParaRPr lang="zh-CN" altLang="en-US"/>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荒村少年</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1800" b="0" i="0" u="none" strike="noStrike" dirty="0">
                          <a:solidFill>
                            <a:srgbClr val="000000"/>
                          </a:solidFill>
                          <a:latin typeface="宋体"/>
                        </a:rPr>
                        <a:t>3</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09"/>
                  </a:ext>
                </a:extLst>
              </a:tr>
              <a:tr h="407573">
                <a:tc vMerge="1">
                  <a:txBody>
                    <a:bodyPr/>
                    <a:lstStyle/>
                    <a:p>
                      <a:endParaRPr lang="zh-CN" altLang="en-US"/>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憨豆豆</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3</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10"/>
                  </a:ext>
                </a:extLst>
              </a:tr>
              <a:tr h="407573">
                <a:tc vMerge="1">
                  <a:txBody>
                    <a:bodyPr/>
                    <a:lstStyle/>
                    <a:p>
                      <a:endParaRPr lang="zh-CN" altLang="en-US"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怪大叔</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3</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11"/>
                  </a:ext>
                </a:extLst>
              </a:tr>
              <a:tr h="407573">
                <a:tc vMerge="1">
                  <a:txBody>
                    <a:bodyPr/>
                    <a:lstStyle/>
                    <a:p>
                      <a:pPr algn="ctr" fontAlgn="ctr"/>
                      <a:endParaRPr lang="zh-CN" altLang="en-US" sz="2800" b="1" i="0" u="none" strike="noStrike" dirty="0">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美味僵尸</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3</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2</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1</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5000"/>
                        <a:lumOff val="75000"/>
                      </a:schemeClr>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4</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8" marR="6048"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12"/>
                  </a:ext>
                </a:extLst>
              </a:tr>
            </a:tbl>
          </a:graphicData>
        </a:graphic>
      </p:graphicFrame>
    </p:spTree>
  </p:cSld>
  <p:clrMapOvr>
    <a:masterClrMapping/>
  </p:clrMapOvr>
  <p:transition spd="slow">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标题 1">
            <a:extLst>
              <a:ext uri="{FF2B5EF4-FFF2-40B4-BE49-F238E27FC236}">
                <a16:creationId xmlns:a16="http://schemas.microsoft.com/office/drawing/2014/main" id="{196EC1FE-2114-4C57-BB6E-FFB3A2B157EB}"/>
              </a:ext>
            </a:extLst>
          </p:cNvPr>
          <p:cNvSpPr>
            <a:spLocks noGrp="1"/>
          </p:cNvSpPr>
          <p:nvPr>
            <p:ph type="title"/>
          </p:nvPr>
        </p:nvSpPr>
        <p:spPr/>
        <p:txBody>
          <a:bodyPr/>
          <a:lstStyle/>
          <a:p>
            <a:r>
              <a:rPr lang="en-US" altLang="zh-CN"/>
              <a:t>SVD——</a:t>
            </a:r>
            <a:r>
              <a:rPr lang="zh-CN" altLang="en-US"/>
              <a:t>矩阵变换</a:t>
            </a:r>
          </a:p>
        </p:txBody>
      </p:sp>
      <p:grpSp>
        <p:nvGrpSpPr>
          <p:cNvPr id="237571" name="组合 6">
            <a:extLst>
              <a:ext uri="{FF2B5EF4-FFF2-40B4-BE49-F238E27FC236}">
                <a16:creationId xmlns:a16="http://schemas.microsoft.com/office/drawing/2014/main" id="{B3813033-CBDC-4847-BF03-7BE456ECF696}"/>
              </a:ext>
            </a:extLst>
          </p:cNvPr>
          <p:cNvGrpSpPr>
            <a:grpSpLocks/>
          </p:cNvGrpSpPr>
          <p:nvPr/>
        </p:nvGrpSpPr>
        <p:grpSpPr bwMode="auto">
          <a:xfrm>
            <a:off x="5294313" y="1250950"/>
            <a:ext cx="3600450" cy="2665413"/>
            <a:chOff x="971600" y="1700808"/>
            <a:chExt cx="3600400" cy="2664296"/>
          </a:xfrm>
        </p:grpSpPr>
        <p:sp>
          <p:nvSpPr>
            <p:cNvPr id="5" name="左中括号 4">
              <a:extLst>
                <a:ext uri="{FF2B5EF4-FFF2-40B4-BE49-F238E27FC236}">
                  <a16:creationId xmlns:a16="http://schemas.microsoft.com/office/drawing/2014/main" id="{84EEAA79-00CD-4C70-B0A9-D8B867C9D4AB}"/>
                </a:ext>
              </a:extLst>
            </p:cNvPr>
            <p:cNvSpPr/>
            <p:nvPr/>
          </p:nvSpPr>
          <p:spPr>
            <a:xfrm>
              <a:off x="971600" y="1700808"/>
              <a:ext cx="144460" cy="2664296"/>
            </a:xfrm>
            <a:prstGeom prst="leftBracke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6" name="左中括号 5">
              <a:extLst>
                <a:ext uri="{FF2B5EF4-FFF2-40B4-BE49-F238E27FC236}">
                  <a16:creationId xmlns:a16="http://schemas.microsoft.com/office/drawing/2014/main" id="{53DD9F31-09B7-4290-8F8A-4F8B4F4D0118}"/>
                </a:ext>
              </a:extLst>
            </p:cNvPr>
            <p:cNvSpPr/>
            <p:nvPr/>
          </p:nvSpPr>
          <p:spPr>
            <a:xfrm flipH="1">
              <a:off x="4427539" y="1700808"/>
              <a:ext cx="144461" cy="2664296"/>
            </a:xfrm>
            <a:prstGeom prst="leftBracke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grpSp>
        <p:nvGrpSpPr>
          <p:cNvPr id="237572" name="组合 8">
            <a:extLst>
              <a:ext uri="{FF2B5EF4-FFF2-40B4-BE49-F238E27FC236}">
                <a16:creationId xmlns:a16="http://schemas.microsoft.com/office/drawing/2014/main" id="{6B2F4FD0-BE48-4B2A-B26F-AD5489182865}"/>
              </a:ext>
            </a:extLst>
          </p:cNvPr>
          <p:cNvGrpSpPr>
            <a:grpSpLocks/>
          </p:cNvGrpSpPr>
          <p:nvPr/>
        </p:nvGrpSpPr>
        <p:grpSpPr bwMode="auto">
          <a:xfrm>
            <a:off x="323850" y="1420813"/>
            <a:ext cx="4392613" cy="2079625"/>
            <a:chOff x="971600" y="1700808"/>
            <a:chExt cx="3600400" cy="2664296"/>
          </a:xfrm>
        </p:grpSpPr>
        <p:sp>
          <p:nvSpPr>
            <p:cNvPr id="10" name="左中括号 9">
              <a:extLst>
                <a:ext uri="{FF2B5EF4-FFF2-40B4-BE49-F238E27FC236}">
                  <a16:creationId xmlns:a16="http://schemas.microsoft.com/office/drawing/2014/main" id="{B254049F-412B-44AE-8D9D-BC8C768CDBCA}"/>
                </a:ext>
              </a:extLst>
            </p:cNvPr>
            <p:cNvSpPr/>
            <p:nvPr/>
          </p:nvSpPr>
          <p:spPr>
            <a:xfrm>
              <a:off x="971600" y="1700808"/>
              <a:ext cx="144433" cy="2664296"/>
            </a:xfrm>
            <a:prstGeom prst="leftBracke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1" name="左中括号 10">
              <a:extLst>
                <a:ext uri="{FF2B5EF4-FFF2-40B4-BE49-F238E27FC236}">
                  <a16:creationId xmlns:a16="http://schemas.microsoft.com/office/drawing/2014/main" id="{7A7BCE14-BE36-420A-8F3C-C76159160446}"/>
                </a:ext>
              </a:extLst>
            </p:cNvPr>
            <p:cNvSpPr/>
            <p:nvPr/>
          </p:nvSpPr>
          <p:spPr>
            <a:xfrm flipH="1">
              <a:off x="4427567" y="1700808"/>
              <a:ext cx="144433" cy="2664296"/>
            </a:xfrm>
            <a:prstGeom prst="leftBracke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grpSp>
        <p:nvGrpSpPr>
          <p:cNvPr id="237573" name="组合 12">
            <a:extLst>
              <a:ext uri="{FF2B5EF4-FFF2-40B4-BE49-F238E27FC236}">
                <a16:creationId xmlns:a16="http://schemas.microsoft.com/office/drawing/2014/main" id="{9B63C964-8151-44CF-8032-4D27BD99A281}"/>
              </a:ext>
            </a:extLst>
          </p:cNvPr>
          <p:cNvGrpSpPr>
            <a:grpSpLocks/>
          </p:cNvGrpSpPr>
          <p:nvPr/>
        </p:nvGrpSpPr>
        <p:grpSpPr bwMode="auto">
          <a:xfrm>
            <a:off x="4664075" y="4219575"/>
            <a:ext cx="3794125" cy="2409825"/>
            <a:chOff x="971600" y="1700808"/>
            <a:chExt cx="3600400" cy="2664296"/>
          </a:xfrm>
        </p:grpSpPr>
        <p:sp>
          <p:nvSpPr>
            <p:cNvPr id="14" name="左中括号 13">
              <a:extLst>
                <a:ext uri="{FF2B5EF4-FFF2-40B4-BE49-F238E27FC236}">
                  <a16:creationId xmlns:a16="http://schemas.microsoft.com/office/drawing/2014/main" id="{D003A75C-7EB6-4A53-8BF4-D74FEF9026F3}"/>
                </a:ext>
              </a:extLst>
            </p:cNvPr>
            <p:cNvSpPr/>
            <p:nvPr/>
          </p:nvSpPr>
          <p:spPr>
            <a:xfrm>
              <a:off x="971600" y="1700808"/>
              <a:ext cx="144619" cy="2664296"/>
            </a:xfrm>
            <a:prstGeom prst="leftBracke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5" name="左中括号 14">
              <a:extLst>
                <a:ext uri="{FF2B5EF4-FFF2-40B4-BE49-F238E27FC236}">
                  <a16:creationId xmlns:a16="http://schemas.microsoft.com/office/drawing/2014/main" id="{BEED336A-B609-407D-A1A5-01485A545ED9}"/>
                </a:ext>
              </a:extLst>
            </p:cNvPr>
            <p:cNvSpPr/>
            <p:nvPr/>
          </p:nvSpPr>
          <p:spPr>
            <a:xfrm flipH="1">
              <a:off x="4427381" y="1700808"/>
              <a:ext cx="144619" cy="2664296"/>
            </a:xfrm>
            <a:prstGeom prst="leftBracke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graphicFrame>
        <p:nvGraphicFramePr>
          <p:cNvPr id="237574" name="对象 16">
            <a:extLst>
              <a:ext uri="{FF2B5EF4-FFF2-40B4-BE49-F238E27FC236}">
                <a16:creationId xmlns:a16="http://schemas.microsoft.com/office/drawing/2014/main" id="{0C716A3B-8F5D-417C-986D-B95A7E013F41}"/>
              </a:ext>
            </a:extLst>
          </p:cNvPr>
          <p:cNvGraphicFramePr>
            <a:graphicFrameLocks noChangeAspect="1"/>
          </p:cNvGraphicFramePr>
          <p:nvPr/>
        </p:nvGraphicFramePr>
        <p:xfrm>
          <a:off x="1965325" y="5084763"/>
          <a:ext cx="2741613" cy="782637"/>
        </p:xfrm>
        <a:graphic>
          <a:graphicData uri="http://schemas.openxmlformats.org/presentationml/2006/ole">
            <mc:AlternateContent xmlns:mc="http://schemas.openxmlformats.org/markup-compatibility/2006">
              <mc:Choice xmlns:v="urn:schemas-microsoft-com:vml" Requires="v">
                <p:oleObj spid="_x0000_s13438" name="Equation" r:id="rId3" imgW="977900" imgH="279400" progId="Equation.DSMT4">
                  <p:embed/>
                </p:oleObj>
              </mc:Choice>
              <mc:Fallback>
                <p:oleObj name="Equation" r:id="rId3" imgW="977900" imgH="279400" progId="Equation.DSMT4">
                  <p:embed/>
                  <p:pic>
                    <p:nvPicPr>
                      <p:cNvPr id="237574" name="对象 16">
                        <a:extLst>
                          <a:ext uri="{FF2B5EF4-FFF2-40B4-BE49-F238E27FC236}">
                            <a16:creationId xmlns:a16="http://schemas.microsoft.com/office/drawing/2014/main" id="{0C716A3B-8F5D-417C-986D-B95A7E013F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5325" y="5084763"/>
                        <a:ext cx="2741613"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9" name="直接箭头连接符 18">
            <a:extLst>
              <a:ext uri="{FF2B5EF4-FFF2-40B4-BE49-F238E27FC236}">
                <a16:creationId xmlns:a16="http://schemas.microsoft.com/office/drawing/2014/main" id="{3E3A0AEA-FF1D-494E-A8E4-462A1D6AA8D1}"/>
              </a:ext>
            </a:extLst>
          </p:cNvPr>
          <p:cNvCxnSpPr/>
          <p:nvPr/>
        </p:nvCxnSpPr>
        <p:spPr>
          <a:xfrm>
            <a:off x="2195513" y="3500438"/>
            <a:ext cx="647700" cy="1800225"/>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23" name="直接箭头连接符 22">
            <a:extLst>
              <a:ext uri="{FF2B5EF4-FFF2-40B4-BE49-F238E27FC236}">
                <a16:creationId xmlns:a16="http://schemas.microsoft.com/office/drawing/2014/main" id="{46142FAA-9F4F-4D4D-810F-E1F622668D3E}"/>
              </a:ext>
            </a:extLst>
          </p:cNvPr>
          <p:cNvCxnSpPr/>
          <p:nvPr/>
        </p:nvCxnSpPr>
        <p:spPr>
          <a:xfrm flipH="1">
            <a:off x="3419475" y="3573463"/>
            <a:ext cx="2016125" cy="1727200"/>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27" name="矩形标注 26">
            <a:extLst>
              <a:ext uri="{FF2B5EF4-FFF2-40B4-BE49-F238E27FC236}">
                <a16:creationId xmlns:a16="http://schemas.microsoft.com/office/drawing/2014/main" id="{1D98EA5E-BF4C-4F4E-AE2B-E1ED4DE36878}"/>
              </a:ext>
            </a:extLst>
          </p:cNvPr>
          <p:cNvSpPr/>
          <p:nvPr/>
        </p:nvSpPr>
        <p:spPr>
          <a:xfrm>
            <a:off x="179388" y="4076700"/>
            <a:ext cx="1730375" cy="647700"/>
          </a:xfrm>
          <a:prstGeom prst="wedgeRectCallout">
            <a:avLst>
              <a:gd name="adj1" fmla="val -12073"/>
              <a:gd name="adj2" fmla="val -147068"/>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24" dirty="0">
              <a:solidFill>
                <a:schemeClr val="tx1"/>
              </a:solidFill>
            </a:endParaRPr>
          </a:p>
        </p:txBody>
      </p:sp>
      <p:sp>
        <p:nvSpPr>
          <p:cNvPr id="28" name="矩形标注 27">
            <a:extLst>
              <a:ext uri="{FF2B5EF4-FFF2-40B4-BE49-F238E27FC236}">
                <a16:creationId xmlns:a16="http://schemas.microsoft.com/office/drawing/2014/main" id="{3838ADD4-8409-4FC1-AACB-3F6B91C22140}"/>
              </a:ext>
            </a:extLst>
          </p:cNvPr>
          <p:cNvSpPr/>
          <p:nvPr/>
        </p:nvSpPr>
        <p:spPr>
          <a:xfrm>
            <a:off x="7380288" y="404813"/>
            <a:ext cx="1431925" cy="647700"/>
          </a:xfrm>
          <a:prstGeom prst="wedgeRectCallout">
            <a:avLst>
              <a:gd name="adj1" fmla="val -60650"/>
              <a:gd name="adj2" fmla="val 95699"/>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24" dirty="0">
              <a:solidFill>
                <a:schemeClr val="tx1"/>
              </a:solidFill>
            </a:endParaRPr>
          </a:p>
        </p:txBody>
      </p:sp>
      <p:graphicFrame>
        <p:nvGraphicFramePr>
          <p:cNvPr id="237579" name="对象 28">
            <a:extLst>
              <a:ext uri="{FF2B5EF4-FFF2-40B4-BE49-F238E27FC236}">
                <a16:creationId xmlns:a16="http://schemas.microsoft.com/office/drawing/2014/main" id="{C86773D1-7395-483D-BECF-0DEA78D41699}"/>
              </a:ext>
            </a:extLst>
          </p:cNvPr>
          <p:cNvGraphicFramePr>
            <a:graphicFrameLocks noChangeAspect="1"/>
          </p:cNvGraphicFramePr>
          <p:nvPr/>
        </p:nvGraphicFramePr>
        <p:xfrm>
          <a:off x="7315200" y="547688"/>
          <a:ext cx="1524000" cy="433387"/>
        </p:xfrm>
        <a:graphic>
          <a:graphicData uri="http://schemas.openxmlformats.org/presentationml/2006/ole">
            <mc:AlternateContent xmlns:mc="http://schemas.openxmlformats.org/markup-compatibility/2006">
              <mc:Choice xmlns:v="urn:schemas-microsoft-com:vml" Requires="v">
                <p:oleObj spid="_x0000_s13439" name="Equation" r:id="rId5" imgW="888614" imgH="215806" progId="Equation.DSMT4">
                  <p:embed/>
                </p:oleObj>
              </mc:Choice>
              <mc:Fallback>
                <p:oleObj name="Equation" r:id="rId5" imgW="888614" imgH="215806" progId="Equation.DSMT4">
                  <p:embed/>
                  <p:pic>
                    <p:nvPicPr>
                      <p:cNvPr id="237579" name="对象 28">
                        <a:extLst>
                          <a:ext uri="{FF2B5EF4-FFF2-40B4-BE49-F238E27FC236}">
                            <a16:creationId xmlns:a16="http://schemas.microsoft.com/office/drawing/2014/main" id="{C86773D1-7395-483D-BECF-0DEA78D416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15200" y="547688"/>
                        <a:ext cx="15240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7580" name="对象 29">
            <a:extLst>
              <a:ext uri="{FF2B5EF4-FFF2-40B4-BE49-F238E27FC236}">
                <a16:creationId xmlns:a16="http://schemas.microsoft.com/office/drawing/2014/main" id="{6923886C-3A11-4CB2-B052-E73B1CEDFD1E}"/>
              </a:ext>
            </a:extLst>
          </p:cNvPr>
          <p:cNvGraphicFramePr>
            <a:graphicFrameLocks noChangeAspect="1"/>
          </p:cNvGraphicFramePr>
          <p:nvPr/>
        </p:nvGraphicFramePr>
        <p:xfrm>
          <a:off x="130175" y="4148138"/>
          <a:ext cx="1828800" cy="446087"/>
        </p:xfrm>
        <a:graphic>
          <a:graphicData uri="http://schemas.openxmlformats.org/presentationml/2006/ole">
            <mc:AlternateContent xmlns:mc="http://schemas.openxmlformats.org/markup-compatibility/2006">
              <mc:Choice xmlns:v="urn:schemas-microsoft-com:vml" Requires="v">
                <p:oleObj spid="_x0000_s13440" name="Equation" r:id="rId7" imgW="939800" imgH="228600" progId="Equation.DSMT4">
                  <p:embed/>
                </p:oleObj>
              </mc:Choice>
              <mc:Fallback>
                <p:oleObj name="Equation" r:id="rId7" imgW="939800" imgH="228600" progId="Equation.DSMT4">
                  <p:embed/>
                  <p:pic>
                    <p:nvPicPr>
                      <p:cNvPr id="237580" name="对象 29">
                        <a:extLst>
                          <a:ext uri="{FF2B5EF4-FFF2-40B4-BE49-F238E27FC236}">
                            <a16:creationId xmlns:a16="http://schemas.microsoft.com/office/drawing/2014/main" id="{6923886C-3A11-4CB2-B052-E73B1CEDFD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0175" y="4148138"/>
                        <a:ext cx="182880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矩形标注 30">
            <a:extLst>
              <a:ext uri="{FF2B5EF4-FFF2-40B4-BE49-F238E27FC236}">
                <a16:creationId xmlns:a16="http://schemas.microsoft.com/office/drawing/2014/main" id="{5813402A-8365-4367-B2AD-97A2121BA3D9}"/>
              </a:ext>
            </a:extLst>
          </p:cNvPr>
          <p:cNvSpPr/>
          <p:nvPr/>
        </p:nvSpPr>
        <p:spPr>
          <a:xfrm>
            <a:off x="2789238" y="5949950"/>
            <a:ext cx="1584325" cy="647700"/>
          </a:xfrm>
          <a:prstGeom prst="wedgeRectCallout">
            <a:avLst>
              <a:gd name="adj1" fmla="val 22458"/>
              <a:gd name="adj2" fmla="val -91045"/>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24" dirty="0">
              <a:solidFill>
                <a:schemeClr val="tx1"/>
              </a:solidFill>
            </a:endParaRPr>
          </a:p>
        </p:txBody>
      </p:sp>
      <p:graphicFrame>
        <p:nvGraphicFramePr>
          <p:cNvPr id="237582" name="对象 31">
            <a:extLst>
              <a:ext uri="{FF2B5EF4-FFF2-40B4-BE49-F238E27FC236}">
                <a16:creationId xmlns:a16="http://schemas.microsoft.com/office/drawing/2014/main" id="{95E58928-C64E-42E2-861B-6546F8AE642B}"/>
              </a:ext>
            </a:extLst>
          </p:cNvPr>
          <p:cNvGraphicFramePr>
            <a:graphicFrameLocks noChangeAspect="1"/>
          </p:cNvGraphicFramePr>
          <p:nvPr/>
        </p:nvGraphicFramePr>
        <p:xfrm>
          <a:off x="2835275" y="6021388"/>
          <a:ext cx="1473200" cy="490537"/>
        </p:xfrm>
        <a:graphic>
          <a:graphicData uri="http://schemas.openxmlformats.org/presentationml/2006/ole">
            <mc:AlternateContent xmlns:mc="http://schemas.openxmlformats.org/markup-compatibility/2006">
              <mc:Choice xmlns:v="urn:schemas-microsoft-com:vml" Requires="v">
                <p:oleObj spid="_x0000_s13441" name="Equation" r:id="rId9" imgW="609336" imgH="203112" progId="Equation.DSMT4">
                  <p:embed/>
                </p:oleObj>
              </mc:Choice>
              <mc:Fallback>
                <p:oleObj name="Equation" r:id="rId9" imgW="609336" imgH="203112" progId="Equation.DSMT4">
                  <p:embed/>
                  <p:pic>
                    <p:nvPicPr>
                      <p:cNvPr id="237582" name="对象 31">
                        <a:extLst>
                          <a:ext uri="{FF2B5EF4-FFF2-40B4-BE49-F238E27FC236}">
                            <a16:creationId xmlns:a16="http://schemas.microsoft.com/office/drawing/2014/main" id="{95E58928-C64E-42E2-861B-6546F8AE642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5275" y="6021388"/>
                        <a:ext cx="147320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表格 23">
            <a:extLst>
              <a:ext uri="{FF2B5EF4-FFF2-40B4-BE49-F238E27FC236}">
                <a16:creationId xmlns:a16="http://schemas.microsoft.com/office/drawing/2014/main" id="{7F64BBD4-C58E-400A-88A1-99233E52B63B}"/>
              </a:ext>
            </a:extLst>
          </p:cNvPr>
          <p:cNvGraphicFramePr>
            <a:graphicFrameLocks noGrp="1"/>
          </p:cNvGraphicFramePr>
          <p:nvPr/>
        </p:nvGraphicFramePr>
        <p:xfrm>
          <a:off x="5349875" y="1371600"/>
          <a:ext cx="3519488" cy="2422530"/>
        </p:xfrm>
        <a:graphic>
          <a:graphicData uri="http://schemas.openxmlformats.org/drawingml/2006/table">
            <a:tbl>
              <a:tblPr/>
              <a:tblGrid>
                <a:gridCol w="439936">
                  <a:extLst>
                    <a:ext uri="{9D8B030D-6E8A-4147-A177-3AD203B41FA5}">
                      <a16:colId xmlns:a16="http://schemas.microsoft.com/office/drawing/2014/main" val="20000"/>
                    </a:ext>
                  </a:extLst>
                </a:gridCol>
                <a:gridCol w="439936">
                  <a:extLst>
                    <a:ext uri="{9D8B030D-6E8A-4147-A177-3AD203B41FA5}">
                      <a16:colId xmlns:a16="http://schemas.microsoft.com/office/drawing/2014/main" val="20001"/>
                    </a:ext>
                  </a:extLst>
                </a:gridCol>
                <a:gridCol w="439936">
                  <a:extLst>
                    <a:ext uri="{9D8B030D-6E8A-4147-A177-3AD203B41FA5}">
                      <a16:colId xmlns:a16="http://schemas.microsoft.com/office/drawing/2014/main" val="20002"/>
                    </a:ext>
                  </a:extLst>
                </a:gridCol>
                <a:gridCol w="439936">
                  <a:extLst>
                    <a:ext uri="{9D8B030D-6E8A-4147-A177-3AD203B41FA5}">
                      <a16:colId xmlns:a16="http://schemas.microsoft.com/office/drawing/2014/main" val="20003"/>
                    </a:ext>
                  </a:extLst>
                </a:gridCol>
                <a:gridCol w="439936">
                  <a:extLst>
                    <a:ext uri="{9D8B030D-6E8A-4147-A177-3AD203B41FA5}">
                      <a16:colId xmlns:a16="http://schemas.microsoft.com/office/drawing/2014/main" val="20004"/>
                    </a:ext>
                  </a:extLst>
                </a:gridCol>
                <a:gridCol w="439936">
                  <a:extLst>
                    <a:ext uri="{9D8B030D-6E8A-4147-A177-3AD203B41FA5}">
                      <a16:colId xmlns:a16="http://schemas.microsoft.com/office/drawing/2014/main" val="20005"/>
                    </a:ext>
                  </a:extLst>
                </a:gridCol>
                <a:gridCol w="439936">
                  <a:extLst>
                    <a:ext uri="{9D8B030D-6E8A-4147-A177-3AD203B41FA5}">
                      <a16:colId xmlns:a16="http://schemas.microsoft.com/office/drawing/2014/main" val="20006"/>
                    </a:ext>
                  </a:extLst>
                </a:gridCol>
                <a:gridCol w="439936">
                  <a:extLst>
                    <a:ext uri="{9D8B030D-6E8A-4147-A177-3AD203B41FA5}">
                      <a16:colId xmlns:a16="http://schemas.microsoft.com/office/drawing/2014/main" val="20007"/>
                    </a:ext>
                  </a:extLst>
                </a:gridCol>
              </a:tblGrid>
              <a:tr h="242253">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3.75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242253">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42253">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42253">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 </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42253">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 </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42253">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3.875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42253">
                <a:tc>
                  <a:txBody>
                    <a:bodyPr/>
                    <a:lstStyle/>
                    <a:p>
                      <a:pPr algn="ctr" fontAlgn="ctr"/>
                      <a:r>
                        <a:rPr lang="en-US" altLang="zh-CN" sz="1300" b="0" i="0" u="none" strike="noStrike" dirty="0">
                          <a:solidFill>
                            <a:srgbClr val="000000"/>
                          </a:solidFill>
                          <a:latin typeface="宋体"/>
                        </a:rPr>
                        <a:t>3</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42253">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42253">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42253">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6" marR="6046"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graphicFrame>
        <p:nvGraphicFramePr>
          <p:cNvPr id="26" name="表格 25">
            <a:extLst>
              <a:ext uri="{FF2B5EF4-FFF2-40B4-BE49-F238E27FC236}">
                <a16:creationId xmlns:a16="http://schemas.microsoft.com/office/drawing/2014/main" id="{307ECC82-2DD6-4E5A-BF42-C6554946AE1E}"/>
              </a:ext>
            </a:extLst>
          </p:cNvPr>
          <p:cNvGraphicFramePr>
            <a:graphicFrameLocks noGrp="1"/>
          </p:cNvGraphicFramePr>
          <p:nvPr/>
        </p:nvGraphicFramePr>
        <p:xfrm>
          <a:off x="457200" y="1463675"/>
          <a:ext cx="4160842" cy="2162178"/>
        </p:xfrm>
        <a:graphic>
          <a:graphicData uri="http://schemas.openxmlformats.org/drawingml/2006/table">
            <a:tbl>
              <a:tblPr/>
              <a:tblGrid>
                <a:gridCol w="399880">
                  <a:extLst>
                    <a:ext uri="{9D8B030D-6E8A-4147-A177-3AD203B41FA5}">
                      <a16:colId xmlns:a16="http://schemas.microsoft.com/office/drawing/2014/main" val="20000"/>
                    </a:ext>
                  </a:extLst>
                </a:gridCol>
                <a:gridCol w="399880">
                  <a:extLst>
                    <a:ext uri="{9D8B030D-6E8A-4147-A177-3AD203B41FA5}">
                      <a16:colId xmlns:a16="http://schemas.microsoft.com/office/drawing/2014/main" val="20001"/>
                    </a:ext>
                  </a:extLst>
                </a:gridCol>
                <a:gridCol w="399880">
                  <a:extLst>
                    <a:ext uri="{9D8B030D-6E8A-4147-A177-3AD203B41FA5}">
                      <a16:colId xmlns:a16="http://schemas.microsoft.com/office/drawing/2014/main" val="20002"/>
                    </a:ext>
                  </a:extLst>
                </a:gridCol>
                <a:gridCol w="399880">
                  <a:extLst>
                    <a:ext uri="{9D8B030D-6E8A-4147-A177-3AD203B41FA5}">
                      <a16:colId xmlns:a16="http://schemas.microsoft.com/office/drawing/2014/main" val="20003"/>
                    </a:ext>
                  </a:extLst>
                </a:gridCol>
                <a:gridCol w="399880">
                  <a:extLst>
                    <a:ext uri="{9D8B030D-6E8A-4147-A177-3AD203B41FA5}">
                      <a16:colId xmlns:a16="http://schemas.microsoft.com/office/drawing/2014/main" val="20004"/>
                    </a:ext>
                  </a:extLst>
                </a:gridCol>
                <a:gridCol w="399880">
                  <a:extLst>
                    <a:ext uri="{9D8B030D-6E8A-4147-A177-3AD203B41FA5}">
                      <a16:colId xmlns:a16="http://schemas.microsoft.com/office/drawing/2014/main" val="20005"/>
                    </a:ext>
                  </a:extLst>
                </a:gridCol>
                <a:gridCol w="399880">
                  <a:extLst>
                    <a:ext uri="{9D8B030D-6E8A-4147-A177-3AD203B41FA5}">
                      <a16:colId xmlns:a16="http://schemas.microsoft.com/office/drawing/2014/main" val="20006"/>
                    </a:ext>
                  </a:extLst>
                </a:gridCol>
                <a:gridCol w="399880">
                  <a:extLst>
                    <a:ext uri="{9D8B030D-6E8A-4147-A177-3AD203B41FA5}">
                      <a16:colId xmlns:a16="http://schemas.microsoft.com/office/drawing/2014/main" val="20007"/>
                    </a:ext>
                  </a:extLst>
                </a:gridCol>
                <a:gridCol w="480901">
                  <a:extLst>
                    <a:ext uri="{9D8B030D-6E8A-4147-A177-3AD203B41FA5}">
                      <a16:colId xmlns:a16="http://schemas.microsoft.com/office/drawing/2014/main" val="20008"/>
                    </a:ext>
                  </a:extLst>
                </a:gridCol>
                <a:gridCol w="480901">
                  <a:extLst>
                    <a:ext uri="{9D8B030D-6E8A-4147-A177-3AD203B41FA5}">
                      <a16:colId xmlns:a16="http://schemas.microsoft.com/office/drawing/2014/main" val="20009"/>
                    </a:ext>
                  </a:extLst>
                </a:gridCol>
              </a:tblGrid>
              <a:tr h="251413">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51413">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51413">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51413">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51413">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 </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 </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02286">
                <a:tc>
                  <a:txBody>
                    <a:bodyPr/>
                    <a:lstStyle/>
                    <a:p>
                      <a:pPr algn="ctr" fontAlgn="ctr"/>
                      <a:r>
                        <a:rPr lang="en-US" altLang="zh-CN" sz="1300" b="0" i="0" u="none" strike="noStrike" dirty="0">
                          <a:solidFill>
                            <a:srgbClr val="000000"/>
                          </a:solidFill>
                          <a:latin typeface="宋体"/>
                        </a:rPr>
                        <a:t>3</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3.875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51413">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3</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51413">
                <a:tc>
                  <a:txBody>
                    <a:bodyPr/>
                    <a:lstStyle/>
                    <a:p>
                      <a:pPr algn="ctr" fontAlgn="ctr"/>
                      <a:r>
                        <a:rPr lang="en-US" altLang="zh-CN" sz="1300" b="0" i="0" u="none" strike="noStrike" dirty="0">
                          <a:solidFill>
                            <a:srgbClr val="000000"/>
                          </a:solidFill>
                          <a:latin typeface="宋体"/>
                        </a:rPr>
                        <a:t>3.75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fontAlgn="ctr"/>
                      <a:r>
                        <a:rPr lang="en-US" altLang="zh-CN" sz="1300" b="0" i="0" u="none" strike="noStrike" dirty="0">
                          <a:solidFill>
                            <a:srgbClr val="000000"/>
                          </a:solidFill>
                          <a:latin typeface="宋体"/>
                        </a:rPr>
                        <a:t>1</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2</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4</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300" b="0" i="0" u="none" strike="noStrike" dirty="0">
                          <a:solidFill>
                            <a:srgbClr val="000000"/>
                          </a:solidFill>
                          <a:latin typeface="宋体"/>
                        </a:rPr>
                        <a:t>5</a:t>
                      </a:r>
                    </a:p>
                  </a:txBody>
                  <a:tcPr marL="6049" marR="6049" marT="604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graphicFrame>
        <p:nvGraphicFramePr>
          <p:cNvPr id="34" name="表格 33">
            <a:extLst>
              <a:ext uri="{FF2B5EF4-FFF2-40B4-BE49-F238E27FC236}">
                <a16:creationId xmlns:a16="http://schemas.microsoft.com/office/drawing/2014/main" id="{2399EB81-5D62-4E33-8E6D-314AC65495EB}"/>
              </a:ext>
            </a:extLst>
          </p:cNvPr>
          <p:cNvGraphicFramePr>
            <a:graphicFrameLocks noGrp="1"/>
          </p:cNvGraphicFramePr>
          <p:nvPr/>
        </p:nvGraphicFramePr>
        <p:xfrm>
          <a:off x="4754563" y="4343400"/>
          <a:ext cx="3611560" cy="2193928"/>
        </p:xfrm>
        <a:graphic>
          <a:graphicData uri="http://schemas.openxmlformats.org/drawingml/2006/table">
            <a:tbl>
              <a:tblPr/>
              <a:tblGrid>
                <a:gridCol w="451445">
                  <a:extLst>
                    <a:ext uri="{9D8B030D-6E8A-4147-A177-3AD203B41FA5}">
                      <a16:colId xmlns:a16="http://schemas.microsoft.com/office/drawing/2014/main" val="20000"/>
                    </a:ext>
                  </a:extLst>
                </a:gridCol>
                <a:gridCol w="451445">
                  <a:extLst>
                    <a:ext uri="{9D8B030D-6E8A-4147-A177-3AD203B41FA5}">
                      <a16:colId xmlns:a16="http://schemas.microsoft.com/office/drawing/2014/main" val="20001"/>
                    </a:ext>
                  </a:extLst>
                </a:gridCol>
                <a:gridCol w="451445">
                  <a:extLst>
                    <a:ext uri="{9D8B030D-6E8A-4147-A177-3AD203B41FA5}">
                      <a16:colId xmlns:a16="http://schemas.microsoft.com/office/drawing/2014/main" val="20002"/>
                    </a:ext>
                  </a:extLst>
                </a:gridCol>
                <a:gridCol w="451445">
                  <a:extLst>
                    <a:ext uri="{9D8B030D-6E8A-4147-A177-3AD203B41FA5}">
                      <a16:colId xmlns:a16="http://schemas.microsoft.com/office/drawing/2014/main" val="20003"/>
                    </a:ext>
                  </a:extLst>
                </a:gridCol>
                <a:gridCol w="451445">
                  <a:extLst>
                    <a:ext uri="{9D8B030D-6E8A-4147-A177-3AD203B41FA5}">
                      <a16:colId xmlns:a16="http://schemas.microsoft.com/office/drawing/2014/main" val="20004"/>
                    </a:ext>
                  </a:extLst>
                </a:gridCol>
                <a:gridCol w="451445">
                  <a:extLst>
                    <a:ext uri="{9D8B030D-6E8A-4147-A177-3AD203B41FA5}">
                      <a16:colId xmlns:a16="http://schemas.microsoft.com/office/drawing/2014/main" val="20005"/>
                    </a:ext>
                  </a:extLst>
                </a:gridCol>
                <a:gridCol w="451445">
                  <a:extLst>
                    <a:ext uri="{9D8B030D-6E8A-4147-A177-3AD203B41FA5}">
                      <a16:colId xmlns:a16="http://schemas.microsoft.com/office/drawing/2014/main" val="20006"/>
                    </a:ext>
                  </a:extLst>
                </a:gridCol>
                <a:gridCol w="451445">
                  <a:extLst>
                    <a:ext uri="{9D8B030D-6E8A-4147-A177-3AD203B41FA5}">
                      <a16:colId xmlns:a16="http://schemas.microsoft.com/office/drawing/2014/main" val="20007"/>
                    </a:ext>
                  </a:extLst>
                </a:gridCol>
              </a:tblGrid>
              <a:tr h="274241">
                <a:tc>
                  <a:txBody>
                    <a:bodyPr/>
                    <a:lstStyle/>
                    <a:p>
                      <a:pPr algn="ctr" fontAlgn="ctr"/>
                      <a:r>
                        <a:rPr lang="en-US" altLang="zh-CN" sz="1300" b="0" i="0" u="none" strike="noStrike" dirty="0">
                          <a:latin typeface="宋体"/>
                        </a:rPr>
                        <a:t>126</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115</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133</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121</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90</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95</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84</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88</a:t>
                      </a:r>
                    </a:p>
                  </a:txBody>
                  <a:tcPr marL="6048" marR="6048" marT="6049" marB="0" anchor="ctr">
                    <a:lnL>
                      <a:noFill/>
                    </a:lnL>
                    <a:lnR>
                      <a:noFill/>
                    </a:lnR>
                    <a:lnT>
                      <a:noFill/>
                    </a:lnT>
                    <a:lnB>
                      <a:noFill/>
                    </a:lnB>
                  </a:tcPr>
                </a:tc>
                <a:extLst>
                  <a:ext uri="{0D108BD9-81ED-4DB2-BD59-A6C34878D82A}">
                    <a16:rowId xmlns:a16="http://schemas.microsoft.com/office/drawing/2014/main" val="10000"/>
                  </a:ext>
                </a:extLst>
              </a:tr>
              <a:tr h="274241">
                <a:tc>
                  <a:txBody>
                    <a:bodyPr/>
                    <a:lstStyle/>
                    <a:p>
                      <a:pPr algn="ctr" fontAlgn="ctr"/>
                      <a:r>
                        <a:rPr lang="en-US" altLang="zh-CN" sz="1300" b="0" i="0" u="none" strike="noStrike" dirty="0">
                          <a:latin typeface="宋体"/>
                        </a:rPr>
                        <a:t>115</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117</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129</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113</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88</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90</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86</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88</a:t>
                      </a:r>
                    </a:p>
                  </a:txBody>
                  <a:tcPr marL="6048" marR="6048" marT="6049" marB="0" anchor="ctr">
                    <a:lnL>
                      <a:noFill/>
                    </a:lnL>
                    <a:lnR>
                      <a:noFill/>
                    </a:lnR>
                    <a:lnT>
                      <a:noFill/>
                    </a:lnT>
                    <a:lnB>
                      <a:noFill/>
                    </a:lnB>
                  </a:tcPr>
                </a:tc>
                <a:extLst>
                  <a:ext uri="{0D108BD9-81ED-4DB2-BD59-A6C34878D82A}">
                    <a16:rowId xmlns:a16="http://schemas.microsoft.com/office/drawing/2014/main" val="10001"/>
                  </a:ext>
                </a:extLst>
              </a:tr>
              <a:tr h="274241">
                <a:tc>
                  <a:txBody>
                    <a:bodyPr/>
                    <a:lstStyle/>
                    <a:p>
                      <a:pPr algn="ctr" fontAlgn="ctr"/>
                      <a:r>
                        <a:rPr lang="en-US" altLang="zh-CN" sz="1300" b="0" i="0" u="none" strike="noStrike" dirty="0">
                          <a:latin typeface="宋体"/>
                        </a:rPr>
                        <a:t>133</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129</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151</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131</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111</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114</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107</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112</a:t>
                      </a:r>
                    </a:p>
                  </a:txBody>
                  <a:tcPr marL="6048" marR="6048" marT="6049" marB="0" anchor="ctr">
                    <a:lnL>
                      <a:noFill/>
                    </a:lnL>
                    <a:lnR>
                      <a:noFill/>
                    </a:lnR>
                    <a:lnT>
                      <a:noFill/>
                    </a:lnT>
                    <a:lnB>
                      <a:noFill/>
                    </a:lnB>
                  </a:tcPr>
                </a:tc>
                <a:extLst>
                  <a:ext uri="{0D108BD9-81ED-4DB2-BD59-A6C34878D82A}">
                    <a16:rowId xmlns:a16="http://schemas.microsoft.com/office/drawing/2014/main" val="10002"/>
                  </a:ext>
                </a:extLst>
              </a:tr>
              <a:tr h="274241">
                <a:tc>
                  <a:txBody>
                    <a:bodyPr/>
                    <a:lstStyle/>
                    <a:p>
                      <a:pPr algn="ctr" fontAlgn="ctr"/>
                      <a:r>
                        <a:rPr lang="en-US" altLang="zh-CN" sz="1300" b="0" i="0" u="none" strike="noStrike" dirty="0">
                          <a:latin typeface="宋体"/>
                        </a:rPr>
                        <a:t>121</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113</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131</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121</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86</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90</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79</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88</a:t>
                      </a:r>
                    </a:p>
                  </a:txBody>
                  <a:tcPr marL="6048" marR="6048" marT="6049" marB="0" anchor="ctr">
                    <a:lnL>
                      <a:noFill/>
                    </a:lnL>
                    <a:lnR>
                      <a:noFill/>
                    </a:lnR>
                    <a:lnT>
                      <a:noFill/>
                    </a:lnT>
                    <a:lnB>
                      <a:noFill/>
                    </a:lnB>
                  </a:tcPr>
                </a:tc>
                <a:extLst>
                  <a:ext uri="{0D108BD9-81ED-4DB2-BD59-A6C34878D82A}">
                    <a16:rowId xmlns:a16="http://schemas.microsoft.com/office/drawing/2014/main" val="10003"/>
                  </a:ext>
                </a:extLst>
              </a:tr>
              <a:tr h="274241">
                <a:tc>
                  <a:txBody>
                    <a:bodyPr/>
                    <a:lstStyle/>
                    <a:p>
                      <a:pPr algn="ctr" fontAlgn="ctr"/>
                      <a:r>
                        <a:rPr lang="en-US" altLang="zh-CN" sz="1300" b="0" i="0" u="none" strike="noStrike" dirty="0">
                          <a:latin typeface="宋体"/>
                        </a:rPr>
                        <a:t>90</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88</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111</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86</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123</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128</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119</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125</a:t>
                      </a:r>
                    </a:p>
                  </a:txBody>
                  <a:tcPr marL="6048" marR="6048" marT="6049" marB="0" anchor="ctr">
                    <a:lnL>
                      <a:noFill/>
                    </a:lnL>
                    <a:lnR>
                      <a:noFill/>
                    </a:lnR>
                    <a:lnT>
                      <a:noFill/>
                    </a:lnT>
                    <a:lnB>
                      <a:noFill/>
                    </a:lnB>
                  </a:tcPr>
                </a:tc>
                <a:extLst>
                  <a:ext uri="{0D108BD9-81ED-4DB2-BD59-A6C34878D82A}">
                    <a16:rowId xmlns:a16="http://schemas.microsoft.com/office/drawing/2014/main" val="10004"/>
                  </a:ext>
                </a:extLst>
              </a:tr>
              <a:tr h="274241">
                <a:tc>
                  <a:txBody>
                    <a:bodyPr/>
                    <a:lstStyle/>
                    <a:p>
                      <a:pPr algn="ctr" fontAlgn="ctr"/>
                      <a:r>
                        <a:rPr lang="en-US" altLang="zh-CN" sz="1300" b="0" i="0" u="none" strike="noStrike" dirty="0">
                          <a:latin typeface="宋体"/>
                        </a:rPr>
                        <a:t>95</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90</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114</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90</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128</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142</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124</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135</a:t>
                      </a:r>
                    </a:p>
                  </a:txBody>
                  <a:tcPr marL="6048" marR="6048" marT="6049" marB="0" anchor="ctr">
                    <a:lnL>
                      <a:noFill/>
                    </a:lnL>
                    <a:lnR>
                      <a:noFill/>
                    </a:lnR>
                    <a:lnT>
                      <a:noFill/>
                    </a:lnT>
                    <a:lnB>
                      <a:noFill/>
                    </a:lnB>
                  </a:tcPr>
                </a:tc>
                <a:extLst>
                  <a:ext uri="{0D108BD9-81ED-4DB2-BD59-A6C34878D82A}">
                    <a16:rowId xmlns:a16="http://schemas.microsoft.com/office/drawing/2014/main" val="10005"/>
                  </a:ext>
                </a:extLst>
              </a:tr>
              <a:tr h="274241">
                <a:tc>
                  <a:txBody>
                    <a:bodyPr/>
                    <a:lstStyle/>
                    <a:p>
                      <a:pPr algn="ctr" fontAlgn="ctr"/>
                      <a:r>
                        <a:rPr lang="en-US" altLang="zh-CN" sz="1300" b="0" i="0" u="none" strike="noStrike" dirty="0">
                          <a:latin typeface="宋体"/>
                        </a:rPr>
                        <a:t>84</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86</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107</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79</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119</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124</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122</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122</a:t>
                      </a:r>
                    </a:p>
                  </a:txBody>
                  <a:tcPr marL="6048" marR="6048" marT="6049" marB="0" anchor="ctr">
                    <a:lnL>
                      <a:noFill/>
                    </a:lnL>
                    <a:lnR>
                      <a:noFill/>
                    </a:lnR>
                    <a:lnT>
                      <a:noFill/>
                    </a:lnT>
                    <a:lnB>
                      <a:noFill/>
                    </a:lnB>
                  </a:tcPr>
                </a:tc>
                <a:extLst>
                  <a:ext uri="{0D108BD9-81ED-4DB2-BD59-A6C34878D82A}">
                    <a16:rowId xmlns:a16="http://schemas.microsoft.com/office/drawing/2014/main" val="10006"/>
                  </a:ext>
                </a:extLst>
              </a:tr>
              <a:tr h="274241">
                <a:tc>
                  <a:txBody>
                    <a:bodyPr/>
                    <a:lstStyle/>
                    <a:p>
                      <a:pPr algn="ctr" fontAlgn="ctr"/>
                      <a:r>
                        <a:rPr lang="en-US" altLang="zh-CN" sz="1300" b="0" i="0" u="none" strike="noStrike" dirty="0">
                          <a:latin typeface="宋体"/>
                        </a:rPr>
                        <a:t>88</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88</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112</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88</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125</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135</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122</a:t>
                      </a:r>
                    </a:p>
                  </a:txBody>
                  <a:tcPr marL="6048" marR="6048" marT="6049" marB="0" anchor="ctr">
                    <a:lnL>
                      <a:noFill/>
                    </a:lnL>
                    <a:lnR>
                      <a:noFill/>
                    </a:lnR>
                    <a:lnT>
                      <a:noFill/>
                    </a:lnT>
                    <a:lnB>
                      <a:noFill/>
                    </a:lnB>
                  </a:tcPr>
                </a:tc>
                <a:tc>
                  <a:txBody>
                    <a:bodyPr/>
                    <a:lstStyle/>
                    <a:p>
                      <a:pPr algn="ctr" fontAlgn="ctr"/>
                      <a:r>
                        <a:rPr lang="en-US" altLang="zh-CN" sz="1300" b="0" i="0" u="none" strike="noStrike" dirty="0">
                          <a:latin typeface="宋体"/>
                        </a:rPr>
                        <a:t>134</a:t>
                      </a:r>
                    </a:p>
                  </a:txBody>
                  <a:tcPr marL="6048" marR="6048" marT="6049" marB="0" anchor="ctr">
                    <a:lnL>
                      <a:noFill/>
                    </a:lnL>
                    <a:lnR>
                      <a:noFill/>
                    </a:lnR>
                    <a:lnT>
                      <a:noFill/>
                    </a:lnT>
                    <a:lnB>
                      <a:noFill/>
                    </a:lnB>
                  </a:tcPr>
                </a:tc>
                <a:extLst>
                  <a:ext uri="{0D108BD9-81ED-4DB2-BD59-A6C34878D82A}">
                    <a16:rowId xmlns:a16="http://schemas.microsoft.com/office/drawing/2014/main" val="10007"/>
                  </a:ext>
                </a:extLst>
              </a:tr>
            </a:tbl>
          </a:graphicData>
        </a:graphic>
      </p:graphicFrame>
    </p:spTree>
  </p:cSld>
  <p:clrMapOvr>
    <a:masterClrMapping/>
  </p:clrMapOvr>
  <p:transition spd="slow">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标题 1">
            <a:extLst>
              <a:ext uri="{FF2B5EF4-FFF2-40B4-BE49-F238E27FC236}">
                <a16:creationId xmlns:a16="http://schemas.microsoft.com/office/drawing/2014/main" id="{01F17572-59B7-47CA-8F53-D457CC086845}"/>
              </a:ext>
            </a:extLst>
          </p:cNvPr>
          <p:cNvSpPr>
            <a:spLocks noGrp="1"/>
          </p:cNvSpPr>
          <p:nvPr>
            <p:ph type="title"/>
          </p:nvPr>
        </p:nvSpPr>
        <p:spPr>
          <a:xfrm>
            <a:off x="322263" y="188913"/>
            <a:ext cx="5186362" cy="723900"/>
          </a:xfrm>
        </p:spPr>
        <p:txBody>
          <a:bodyPr/>
          <a:lstStyle/>
          <a:p>
            <a:r>
              <a:rPr lang="en-US" altLang="zh-CN"/>
              <a:t>SVD——</a:t>
            </a:r>
            <a:r>
              <a:rPr lang="zh-CN" altLang="en-US"/>
              <a:t>求奇异值</a:t>
            </a:r>
          </a:p>
        </p:txBody>
      </p:sp>
      <p:graphicFrame>
        <p:nvGraphicFramePr>
          <p:cNvPr id="238595" name="对象 4">
            <a:extLst>
              <a:ext uri="{FF2B5EF4-FFF2-40B4-BE49-F238E27FC236}">
                <a16:creationId xmlns:a16="http://schemas.microsoft.com/office/drawing/2014/main" id="{B91D4A52-C614-4E6A-8348-99DD31ABEC03}"/>
              </a:ext>
            </a:extLst>
          </p:cNvPr>
          <p:cNvGraphicFramePr>
            <a:graphicFrameLocks noChangeAspect="1"/>
          </p:cNvGraphicFramePr>
          <p:nvPr/>
        </p:nvGraphicFramePr>
        <p:xfrm>
          <a:off x="280988" y="1268413"/>
          <a:ext cx="8856662" cy="4957762"/>
        </p:xfrm>
        <a:graphic>
          <a:graphicData uri="http://schemas.openxmlformats.org/presentationml/2006/ole">
            <mc:AlternateContent xmlns:mc="http://schemas.openxmlformats.org/markup-compatibility/2006">
              <mc:Choice xmlns:v="urn:schemas-microsoft-com:vml" Requires="v">
                <p:oleObj spid="_x0000_s14369" name="Equation" r:id="rId3" imgW="4673600" imgH="2616200" progId="Equation.DSMT4">
                  <p:embed/>
                </p:oleObj>
              </mc:Choice>
              <mc:Fallback>
                <p:oleObj name="Equation" r:id="rId3" imgW="4673600" imgH="2616200" progId="Equation.DSMT4">
                  <p:embed/>
                  <p:pic>
                    <p:nvPicPr>
                      <p:cNvPr id="238595" name="对象 4">
                        <a:extLst>
                          <a:ext uri="{FF2B5EF4-FFF2-40B4-BE49-F238E27FC236}">
                            <a16:creationId xmlns:a16="http://schemas.microsoft.com/office/drawing/2014/main" id="{B91D4A52-C614-4E6A-8348-99DD31ABEC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988" y="1268413"/>
                        <a:ext cx="8856662" cy="495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下箭头 6">
            <a:extLst>
              <a:ext uri="{FF2B5EF4-FFF2-40B4-BE49-F238E27FC236}">
                <a16:creationId xmlns:a16="http://schemas.microsoft.com/office/drawing/2014/main" id="{18901C68-24D6-4382-B2E7-5FE397C3868C}"/>
              </a:ext>
            </a:extLst>
          </p:cNvPr>
          <p:cNvSpPr/>
          <p:nvPr/>
        </p:nvSpPr>
        <p:spPr>
          <a:xfrm>
            <a:off x="2195513" y="2239963"/>
            <a:ext cx="182562" cy="411162"/>
          </a:xfrm>
          <a:prstGeom prst="down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24" dirty="0">
              <a:solidFill>
                <a:schemeClr val="tx1"/>
              </a:solidFill>
            </a:endParaRPr>
          </a:p>
        </p:txBody>
      </p:sp>
      <p:sp>
        <p:nvSpPr>
          <p:cNvPr id="8" name="下箭头 7">
            <a:extLst>
              <a:ext uri="{FF2B5EF4-FFF2-40B4-BE49-F238E27FC236}">
                <a16:creationId xmlns:a16="http://schemas.microsoft.com/office/drawing/2014/main" id="{ECDBEE94-16D9-4259-9FCF-7116094D505A}"/>
              </a:ext>
            </a:extLst>
          </p:cNvPr>
          <p:cNvSpPr/>
          <p:nvPr/>
        </p:nvSpPr>
        <p:spPr>
          <a:xfrm>
            <a:off x="3629025" y="2239963"/>
            <a:ext cx="211138" cy="411162"/>
          </a:xfrm>
          <a:prstGeom prst="down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24" dirty="0">
              <a:solidFill>
                <a:schemeClr val="tx1"/>
              </a:solidFill>
            </a:endParaRPr>
          </a:p>
        </p:txBody>
      </p:sp>
      <p:sp>
        <p:nvSpPr>
          <p:cNvPr id="11" name="矩形标注 10">
            <a:extLst>
              <a:ext uri="{FF2B5EF4-FFF2-40B4-BE49-F238E27FC236}">
                <a16:creationId xmlns:a16="http://schemas.microsoft.com/office/drawing/2014/main" id="{304C0E45-EE03-400A-8AE5-C3BFCE1C4E64}"/>
              </a:ext>
            </a:extLst>
          </p:cNvPr>
          <p:cNvSpPr/>
          <p:nvPr/>
        </p:nvSpPr>
        <p:spPr>
          <a:xfrm>
            <a:off x="4572000" y="2835275"/>
            <a:ext cx="4392613" cy="2833688"/>
          </a:xfrm>
          <a:prstGeom prst="wedgeRectCallout">
            <a:avLst>
              <a:gd name="adj1" fmla="val -58180"/>
              <a:gd name="adj2" fmla="val -73133"/>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794" dirty="0">
                <a:solidFill>
                  <a:schemeClr val="tx1"/>
                </a:solidFill>
              </a:rPr>
              <a:t>由于奇异值（</a:t>
            </a:r>
            <a:r>
              <a:rPr lang="zh-CN" altLang="en-US" sz="2794" dirty="0">
                <a:solidFill>
                  <a:srgbClr val="FF0000"/>
                </a:solidFill>
              </a:rPr>
              <a:t>特征的权重</a:t>
            </a:r>
            <a:r>
              <a:rPr lang="zh-CN" altLang="en-US" sz="2794" dirty="0">
                <a:solidFill>
                  <a:schemeClr val="tx1"/>
                </a:solidFill>
              </a:rPr>
              <a:t>）下降的速度非常快，表明矩阵的信息量集中分布在前几个较大的特征值中，本例中提取前</a:t>
            </a:r>
            <a:r>
              <a:rPr lang="en-US" altLang="zh-CN" sz="2794" dirty="0">
                <a:solidFill>
                  <a:schemeClr val="tx1"/>
                </a:solidFill>
              </a:rPr>
              <a:t>2</a:t>
            </a:r>
            <a:r>
              <a:rPr lang="zh-CN" altLang="en-US" sz="2794" dirty="0">
                <a:solidFill>
                  <a:schemeClr val="tx1"/>
                </a:solidFill>
              </a:rPr>
              <a:t>个特征。</a:t>
            </a:r>
          </a:p>
        </p:txBody>
      </p:sp>
    </p:spTree>
  </p:cSld>
  <p:clrMapOvr>
    <a:masterClrMapping/>
  </p:clrMapOvr>
  <p:transition spd="slow">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标题 1">
            <a:extLst>
              <a:ext uri="{FF2B5EF4-FFF2-40B4-BE49-F238E27FC236}">
                <a16:creationId xmlns:a16="http://schemas.microsoft.com/office/drawing/2014/main" id="{57137987-6434-4A86-B8F2-94DF64AE5194}"/>
              </a:ext>
            </a:extLst>
          </p:cNvPr>
          <p:cNvSpPr>
            <a:spLocks noGrp="1"/>
          </p:cNvSpPr>
          <p:nvPr>
            <p:ph type="title"/>
          </p:nvPr>
        </p:nvSpPr>
        <p:spPr>
          <a:xfrm>
            <a:off x="468313" y="115888"/>
            <a:ext cx="8229600" cy="882650"/>
          </a:xfrm>
        </p:spPr>
        <p:txBody>
          <a:bodyPr/>
          <a:lstStyle/>
          <a:p>
            <a:r>
              <a:rPr lang="en-US" altLang="zh-CN"/>
              <a:t>SVD——</a:t>
            </a:r>
            <a:r>
              <a:rPr lang="zh-CN" altLang="en-US"/>
              <a:t>右奇异向量解析</a:t>
            </a:r>
          </a:p>
        </p:txBody>
      </p:sp>
      <p:sp>
        <p:nvSpPr>
          <p:cNvPr id="6" name="矩形标注 5">
            <a:extLst>
              <a:ext uri="{FF2B5EF4-FFF2-40B4-BE49-F238E27FC236}">
                <a16:creationId xmlns:a16="http://schemas.microsoft.com/office/drawing/2014/main" id="{52C74653-0032-43E8-8950-F6D0824CEAB9}"/>
              </a:ext>
            </a:extLst>
          </p:cNvPr>
          <p:cNvSpPr/>
          <p:nvPr/>
        </p:nvSpPr>
        <p:spPr>
          <a:xfrm>
            <a:off x="1974850" y="5829300"/>
            <a:ext cx="2560638" cy="914400"/>
          </a:xfrm>
          <a:prstGeom prst="wedgeRectCallout">
            <a:avLst>
              <a:gd name="adj1" fmla="val 40443"/>
              <a:gd name="adj2" fmla="val -105796"/>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dirty="0">
                <a:solidFill>
                  <a:schemeClr val="tx1"/>
                </a:solidFill>
              </a:rPr>
              <a:t>可以看作电影的本身的</a:t>
            </a:r>
            <a:r>
              <a:rPr lang="zh-CN" altLang="en-US" sz="2032" b="1" dirty="0">
                <a:solidFill>
                  <a:srgbClr val="FF0000"/>
                </a:solidFill>
              </a:rPr>
              <a:t>精彩程度</a:t>
            </a:r>
            <a:r>
              <a:rPr lang="zh-CN" altLang="en-US" sz="2032" dirty="0">
                <a:solidFill>
                  <a:schemeClr val="tx1"/>
                </a:solidFill>
              </a:rPr>
              <a:t>的特征</a:t>
            </a:r>
          </a:p>
        </p:txBody>
      </p:sp>
      <p:sp>
        <p:nvSpPr>
          <p:cNvPr id="8" name="矩形标注 7">
            <a:extLst>
              <a:ext uri="{FF2B5EF4-FFF2-40B4-BE49-F238E27FC236}">
                <a16:creationId xmlns:a16="http://schemas.microsoft.com/office/drawing/2014/main" id="{F34AFC10-88DA-4AF5-A0ED-6C9ADF349D0F}"/>
              </a:ext>
            </a:extLst>
          </p:cNvPr>
          <p:cNvSpPr/>
          <p:nvPr/>
        </p:nvSpPr>
        <p:spPr>
          <a:xfrm>
            <a:off x="5075238" y="5761038"/>
            <a:ext cx="2057400" cy="1050925"/>
          </a:xfrm>
          <a:prstGeom prst="wedgeRectCallout">
            <a:avLst>
              <a:gd name="adj1" fmla="val -5151"/>
              <a:gd name="adj2" fmla="val -90204"/>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dirty="0">
                <a:solidFill>
                  <a:schemeClr val="tx1"/>
                </a:solidFill>
              </a:rPr>
              <a:t>可以看做有关电影</a:t>
            </a:r>
            <a:r>
              <a:rPr lang="zh-CN" altLang="en-US" sz="2032" b="1" dirty="0">
                <a:solidFill>
                  <a:srgbClr val="FF0000"/>
                </a:solidFill>
              </a:rPr>
              <a:t>影片类型</a:t>
            </a:r>
            <a:r>
              <a:rPr lang="zh-CN" altLang="en-US" sz="2032" dirty="0">
                <a:solidFill>
                  <a:schemeClr val="tx1"/>
                </a:solidFill>
              </a:rPr>
              <a:t>的特征</a:t>
            </a:r>
          </a:p>
        </p:txBody>
      </p:sp>
      <p:graphicFrame>
        <p:nvGraphicFramePr>
          <p:cNvPr id="11" name="表格 10">
            <a:extLst>
              <a:ext uri="{FF2B5EF4-FFF2-40B4-BE49-F238E27FC236}">
                <a16:creationId xmlns:a16="http://schemas.microsoft.com/office/drawing/2014/main" id="{63D9340D-184F-449C-8D5F-EB7F82044F86}"/>
              </a:ext>
            </a:extLst>
          </p:cNvPr>
          <p:cNvGraphicFramePr>
            <a:graphicFrameLocks noGrp="1"/>
          </p:cNvGraphicFramePr>
          <p:nvPr/>
        </p:nvGraphicFramePr>
        <p:xfrm>
          <a:off x="914400" y="1006475"/>
          <a:ext cx="7497764" cy="4306885"/>
        </p:xfrm>
        <a:graphic>
          <a:graphicData uri="http://schemas.openxmlformats.org/drawingml/2006/table">
            <a:tbl>
              <a:tblPr/>
              <a:tblGrid>
                <a:gridCol w="925968">
                  <a:extLst>
                    <a:ext uri="{9D8B030D-6E8A-4147-A177-3AD203B41FA5}">
                      <a16:colId xmlns:a16="http://schemas.microsoft.com/office/drawing/2014/main" val="20000"/>
                    </a:ext>
                  </a:extLst>
                </a:gridCol>
                <a:gridCol w="1423246">
                  <a:extLst>
                    <a:ext uri="{9D8B030D-6E8A-4147-A177-3AD203B41FA5}">
                      <a16:colId xmlns:a16="http://schemas.microsoft.com/office/drawing/2014/main" val="20001"/>
                    </a:ext>
                  </a:extLst>
                </a:gridCol>
                <a:gridCol w="1839074">
                  <a:extLst>
                    <a:ext uri="{9D8B030D-6E8A-4147-A177-3AD203B41FA5}">
                      <a16:colId xmlns:a16="http://schemas.microsoft.com/office/drawing/2014/main" val="20002"/>
                    </a:ext>
                  </a:extLst>
                </a:gridCol>
                <a:gridCol w="1903377">
                  <a:extLst>
                    <a:ext uri="{9D8B030D-6E8A-4147-A177-3AD203B41FA5}">
                      <a16:colId xmlns:a16="http://schemas.microsoft.com/office/drawing/2014/main" val="20003"/>
                    </a:ext>
                  </a:extLst>
                </a:gridCol>
                <a:gridCol w="1406099">
                  <a:extLst>
                    <a:ext uri="{9D8B030D-6E8A-4147-A177-3AD203B41FA5}">
                      <a16:colId xmlns:a16="http://schemas.microsoft.com/office/drawing/2014/main" val="20004"/>
                    </a:ext>
                  </a:extLst>
                </a:gridCol>
              </a:tblGrid>
              <a:tr h="625157">
                <a:tc>
                  <a:txBody>
                    <a:bodyPr/>
                    <a:lstStyle/>
                    <a:p>
                      <a:pPr algn="ctr" fontAlgn="ctr"/>
                      <a:r>
                        <a:rPr lang="zh-CN" altLang="en-US" sz="2000" b="0" i="0" u="none" strike="noStrike" dirty="0">
                          <a:solidFill>
                            <a:srgbClr val="000000"/>
                          </a:solidFill>
                          <a:latin typeface="宋体"/>
                        </a:rPr>
                        <a:t>影片类型</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2000" b="0" i="0" u="none" strike="noStrike">
                          <a:solidFill>
                            <a:srgbClr val="000000"/>
                          </a:solidFill>
                          <a:latin typeface="宋体"/>
                        </a:rPr>
                        <a:t>片名</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2000" b="0" i="0" u="none" strike="noStrike" dirty="0">
                          <a:solidFill>
                            <a:srgbClr val="000000"/>
                          </a:solidFill>
                          <a:latin typeface="宋体"/>
                        </a:rPr>
                        <a:t>特征</a:t>
                      </a:r>
                      <a:r>
                        <a:rPr lang="en-US" altLang="zh-CN" sz="2000" b="0" i="0" u="none" strike="noStrike" dirty="0">
                          <a:solidFill>
                            <a:srgbClr val="000000"/>
                          </a:solidFill>
                          <a:latin typeface="宋体"/>
                        </a:rPr>
                        <a:t>1</a:t>
                      </a:r>
                      <a:r>
                        <a:rPr lang="zh-CN" altLang="en-US" sz="2000" b="1" i="0" u="none" strike="noStrike" dirty="0">
                          <a:solidFill>
                            <a:srgbClr val="002060"/>
                          </a:solidFill>
                          <a:latin typeface="宋体"/>
                        </a:rPr>
                        <a:t>（</a:t>
                      </a:r>
                      <a:r>
                        <a:rPr lang="en-US" altLang="zh-CN" sz="2000" b="1" i="0" u="none" strike="noStrike" dirty="0">
                          <a:solidFill>
                            <a:srgbClr val="002060"/>
                          </a:solidFill>
                          <a:latin typeface="宋体"/>
                        </a:rPr>
                        <a:t>29.7</a:t>
                      </a:r>
                      <a:r>
                        <a:rPr lang="zh-CN" altLang="en-US" sz="2000" b="1" i="0" u="none" strike="noStrike" dirty="0">
                          <a:solidFill>
                            <a:srgbClr val="002060"/>
                          </a:solidFill>
                          <a:latin typeface="宋体"/>
                        </a:rPr>
                        <a:t>）</a:t>
                      </a:r>
                      <a:endParaRPr lang="zh-CN" altLang="en-US" sz="2000" b="0" i="0" u="none" strike="noStrike" dirty="0">
                        <a:solidFill>
                          <a:srgbClr val="000000"/>
                        </a:solidFill>
                        <a:latin typeface="宋体"/>
                      </a:endParaRP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2000" b="0" i="0" u="none" strike="noStrike">
                          <a:solidFill>
                            <a:srgbClr val="000000"/>
                          </a:solidFill>
                          <a:latin typeface="宋体"/>
                        </a:rPr>
                        <a:t>特征</a:t>
                      </a:r>
                      <a:r>
                        <a:rPr lang="en-US" altLang="zh-CN" sz="2000" b="0" i="0" u="none" strike="noStrike" dirty="0">
                          <a:solidFill>
                            <a:srgbClr val="000000"/>
                          </a:solidFill>
                          <a:latin typeface="宋体"/>
                        </a:rPr>
                        <a:t>2</a:t>
                      </a:r>
                      <a:r>
                        <a:rPr lang="zh-CN" altLang="en-US" sz="2000" b="1" i="0" u="none" strike="noStrike">
                          <a:solidFill>
                            <a:srgbClr val="002060"/>
                          </a:solidFill>
                          <a:latin typeface="宋体"/>
                        </a:rPr>
                        <a:t>（</a:t>
                      </a:r>
                      <a:r>
                        <a:rPr lang="en-US" altLang="zh-CN" sz="2000" b="1" i="0" u="none" strike="noStrike" dirty="0">
                          <a:solidFill>
                            <a:srgbClr val="002060"/>
                          </a:solidFill>
                          <a:latin typeface="宋体"/>
                        </a:rPr>
                        <a:t>11.4</a:t>
                      </a:r>
                      <a:r>
                        <a:rPr lang="zh-CN" altLang="en-US" sz="2000" b="1" i="0" u="none" strike="noStrike">
                          <a:solidFill>
                            <a:srgbClr val="002060"/>
                          </a:solidFill>
                          <a:latin typeface="宋体"/>
                        </a:rPr>
                        <a:t>）</a:t>
                      </a:r>
                      <a:endParaRPr lang="zh-CN" altLang="en-US" sz="2000" b="0" i="0" u="none" strike="noStrike">
                        <a:solidFill>
                          <a:srgbClr val="000000"/>
                        </a:solidFill>
                        <a:latin typeface="宋体"/>
                      </a:endParaRP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2000" b="0" i="0" u="none" strike="noStrike">
                          <a:solidFill>
                            <a:srgbClr val="000000"/>
                          </a:solidFill>
                          <a:latin typeface="宋体"/>
                        </a:rPr>
                        <a:t>得分均值</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000"/>
                  </a:ext>
                </a:extLst>
              </a:tr>
              <a:tr h="460216">
                <a:tc rowSpan="4">
                  <a:txBody>
                    <a:bodyPr/>
                    <a:lstStyle/>
                    <a:p>
                      <a:pPr algn="ctr" fontAlgn="ctr"/>
                      <a:r>
                        <a:rPr lang="zh-CN" altLang="en-US" sz="2000" b="1" i="0" u="none" strike="noStrike">
                          <a:solidFill>
                            <a:srgbClr val="000000"/>
                          </a:solidFill>
                          <a:latin typeface="宋体"/>
                        </a:rPr>
                        <a:t>喜剧</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2000" b="0" i="0" u="none" strike="noStrike">
                          <a:solidFill>
                            <a:srgbClr val="000000"/>
                          </a:solidFill>
                          <a:latin typeface="宋体"/>
                        </a:rPr>
                        <a:t>宿醉</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0.34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0.39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3.20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1"/>
                  </a:ext>
                </a:extLst>
              </a:tr>
              <a:tr h="460216">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东成西就</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0.33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0.34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3.10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2"/>
                  </a:ext>
                </a:extLst>
              </a:tr>
              <a:tr h="460216">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大话西游</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0.40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0.29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3.70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3"/>
                  </a:ext>
                </a:extLst>
              </a:tr>
              <a:tr h="460216">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八星报喜</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0.33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0.40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3.10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4"/>
                  </a:ext>
                </a:extLst>
              </a:tr>
              <a:tr h="460216">
                <a:tc rowSpan="4">
                  <a:txBody>
                    <a:bodyPr/>
                    <a:lstStyle/>
                    <a:p>
                      <a:pPr algn="ctr" fontAlgn="ctr"/>
                      <a:r>
                        <a:rPr lang="zh-CN" altLang="en-US" sz="2000" b="1" i="0" u="none" strike="noStrike">
                          <a:solidFill>
                            <a:srgbClr val="000000"/>
                          </a:solidFill>
                          <a:latin typeface="宋体"/>
                        </a:rPr>
                        <a:t>恐怖</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2000" b="0" i="0" u="none" strike="noStrike">
                          <a:solidFill>
                            <a:srgbClr val="000000"/>
                          </a:solidFill>
                          <a:latin typeface="宋体"/>
                        </a:rPr>
                        <a:t>午夜凶铃</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0.35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-0.31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3.30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5"/>
                  </a:ext>
                </a:extLst>
              </a:tr>
              <a:tr h="460216">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咒怨</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0.37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-0.37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3.49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6"/>
                  </a:ext>
                </a:extLst>
              </a:tr>
              <a:tr h="460216">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林中小屋</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0.34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-0.34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3.20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7"/>
                  </a:ext>
                </a:extLst>
              </a:tr>
              <a:tr h="460216">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寂静岭</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0.36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-0.37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3.38 </a:t>
                      </a:r>
                    </a:p>
                  </a:txBody>
                  <a:tcPr marL="6048" marR="6048" marT="60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8"/>
                  </a:ext>
                </a:extLst>
              </a:tr>
            </a:tbl>
          </a:graphicData>
        </a:graphic>
      </p:graphicFrame>
    </p:spTree>
  </p:cSld>
  <p:clrMapOvr>
    <a:masterClrMapping/>
  </p:clrMapOvr>
  <p:transition spd="slow">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标题 1">
            <a:extLst>
              <a:ext uri="{FF2B5EF4-FFF2-40B4-BE49-F238E27FC236}">
                <a16:creationId xmlns:a16="http://schemas.microsoft.com/office/drawing/2014/main" id="{6FDC5222-FDC1-4586-A5CF-E96B14EBC1FE}"/>
              </a:ext>
            </a:extLst>
          </p:cNvPr>
          <p:cNvSpPr>
            <a:spLocks noGrp="1"/>
          </p:cNvSpPr>
          <p:nvPr>
            <p:ph type="title"/>
          </p:nvPr>
        </p:nvSpPr>
        <p:spPr>
          <a:xfrm>
            <a:off x="468313" y="44450"/>
            <a:ext cx="8229600" cy="882650"/>
          </a:xfrm>
        </p:spPr>
        <p:txBody>
          <a:bodyPr/>
          <a:lstStyle/>
          <a:p>
            <a:r>
              <a:rPr lang="en-US" altLang="zh-CN"/>
              <a:t>SVD——</a:t>
            </a:r>
            <a:r>
              <a:rPr lang="zh-CN" altLang="en-US"/>
              <a:t>左奇异向量解析</a:t>
            </a:r>
          </a:p>
        </p:txBody>
      </p:sp>
      <p:sp>
        <p:nvSpPr>
          <p:cNvPr id="5" name="矩形标注 4">
            <a:extLst>
              <a:ext uri="{FF2B5EF4-FFF2-40B4-BE49-F238E27FC236}">
                <a16:creationId xmlns:a16="http://schemas.microsoft.com/office/drawing/2014/main" id="{D977478E-D821-4263-BD87-C98998BEF7C7}"/>
              </a:ext>
            </a:extLst>
          </p:cNvPr>
          <p:cNvSpPr/>
          <p:nvPr/>
        </p:nvSpPr>
        <p:spPr>
          <a:xfrm>
            <a:off x="1965325" y="5578475"/>
            <a:ext cx="2241550" cy="1079500"/>
          </a:xfrm>
          <a:prstGeom prst="wedgeRectCallout">
            <a:avLst>
              <a:gd name="adj1" fmla="val 35325"/>
              <a:gd name="adj2" fmla="val -80671"/>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286" dirty="0">
                <a:solidFill>
                  <a:schemeClr val="tx1"/>
                </a:solidFill>
              </a:rPr>
              <a:t>可以看做是会员的</a:t>
            </a:r>
            <a:r>
              <a:rPr lang="zh-CN" altLang="en-US" sz="2286" b="1" dirty="0">
                <a:solidFill>
                  <a:srgbClr val="FF0000"/>
                </a:solidFill>
              </a:rPr>
              <a:t>打分习惯</a:t>
            </a:r>
            <a:r>
              <a:rPr lang="zh-CN" altLang="en-US" sz="2286" dirty="0">
                <a:solidFill>
                  <a:schemeClr val="tx1"/>
                </a:solidFill>
              </a:rPr>
              <a:t>特征</a:t>
            </a:r>
          </a:p>
        </p:txBody>
      </p:sp>
      <p:sp>
        <p:nvSpPr>
          <p:cNvPr id="7" name="矩形标注 6">
            <a:extLst>
              <a:ext uri="{FF2B5EF4-FFF2-40B4-BE49-F238E27FC236}">
                <a16:creationId xmlns:a16="http://schemas.microsoft.com/office/drawing/2014/main" id="{162F5B38-8F7E-4483-8139-F4CAEF7B5779}"/>
              </a:ext>
            </a:extLst>
          </p:cNvPr>
          <p:cNvSpPr/>
          <p:nvPr/>
        </p:nvSpPr>
        <p:spPr>
          <a:xfrm>
            <a:off x="5303838" y="5578475"/>
            <a:ext cx="2743200" cy="1123950"/>
          </a:xfrm>
          <a:prstGeom prst="wedgeRectCallout">
            <a:avLst>
              <a:gd name="adj1" fmla="val -46424"/>
              <a:gd name="adj2" fmla="val -78276"/>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286" dirty="0">
                <a:solidFill>
                  <a:schemeClr val="tx1"/>
                </a:solidFill>
              </a:rPr>
              <a:t>可看做是会员对影片</a:t>
            </a:r>
            <a:r>
              <a:rPr lang="zh-CN" altLang="en-US" sz="2286" b="1" dirty="0">
                <a:solidFill>
                  <a:srgbClr val="FF0000"/>
                </a:solidFill>
              </a:rPr>
              <a:t>类型偏好</a:t>
            </a:r>
            <a:r>
              <a:rPr lang="zh-CN" altLang="en-US" sz="2286" dirty="0">
                <a:solidFill>
                  <a:schemeClr val="tx1"/>
                </a:solidFill>
              </a:rPr>
              <a:t>的特征</a:t>
            </a:r>
          </a:p>
        </p:txBody>
      </p:sp>
      <p:graphicFrame>
        <p:nvGraphicFramePr>
          <p:cNvPr id="11" name="表格 10">
            <a:extLst>
              <a:ext uri="{FF2B5EF4-FFF2-40B4-BE49-F238E27FC236}">
                <a16:creationId xmlns:a16="http://schemas.microsoft.com/office/drawing/2014/main" id="{F5CA2513-554E-495E-8251-65988544FC9B}"/>
              </a:ext>
            </a:extLst>
          </p:cNvPr>
          <p:cNvGraphicFramePr>
            <a:graphicFrameLocks noGrp="1"/>
          </p:cNvGraphicFramePr>
          <p:nvPr/>
        </p:nvGraphicFramePr>
        <p:xfrm>
          <a:off x="639763" y="1006475"/>
          <a:ext cx="7635875" cy="4189412"/>
        </p:xfrm>
        <a:graphic>
          <a:graphicData uri="http://schemas.openxmlformats.org/drawingml/2006/table">
            <a:tbl>
              <a:tblPr/>
              <a:tblGrid>
                <a:gridCol w="998395">
                  <a:extLst>
                    <a:ext uri="{9D8B030D-6E8A-4147-A177-3AD203B41FA5}">
                      <a16:colId xmlns:a16="http://schemas.microsoft.com/office/drawing/2014/main" val="20000"/>
                    </a:ext>
                  </a:extLst>
                </a:gridCol>
                <a:gridCol w="1196347">
                  <a:extLst>
                    <a:ext uri="{9D8B030D-6E8A-4147-A177-3AD203B41FA5}">
                      <a16:colId xmlns:a16="http://schemas.microsoft.com/office/drawing/2014/main" val="20001"/>
                    </a:ext>
                  </a:extLst>
                </a:gridCol>
                <a:gridCol w="1928260">
                  <a:extLst>
                    <a:ext uri="{9D8B030D-6E8A-4147-A177-3AD203B41FA5}">
                      <a16:colId xmlns:a16="http://schemas.microsoft.com/office/drawing/2014/main" val="20002"/>
                    </a:ext>
                  </a:extLst>
                </a:gridCol>
                <a:gridCol w="2126212">
                  <a:extLst>
                    <a:ext uri="{9D8B030D-6E8A-4147-A177-3AD203B41FA5}">
                      <a16:colId xmlns:a16="http://schemas.microsoft.com/office/drawing/2014/main" val="20003"/>
                    </a:ext>
                  </a:extLst>
                </a:gridCol>
                <a:gridCol w="1386661">
                  <a:extLst>
                    <a:ext uri="{9D8B030D-6E8A-4147-A177-3AD203B41FA5}">
                      <a16:colId xmlns:a16="http://schemas.microsoft.com/office/drawing/2014/main" val="20004"/>
                    </a:ext>
                  </a:extLst>
                </a:gridCol>
              </a:tblGrid>
              <a:tr h="547082">
                <a:tc>
                  <a:txBody>
                    <a:bodyPr/>
                    <a:lstStyle/>
                    <a:p>
                      <a:pPr algn="ctr" fontAlgn="ctr"/>
                      <a:r>
                        <a:rPr lang="zh-CN" altLang="en-US" sz="2000" b="0" i="0" u="none" strike="noStrike" dirty="0">
                          <a:solidFill>
                            <a:srgbClr val="000000"/>
                          </a:solidFill>
                          <a:latin typeface="宋体"/>
                        </a:rPr>
                        <a:t>偏好</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2000" b="0" i="0" u="none" strike="noStrike" dirty="0">
                          <a:solidFill>
                            <a:srgbClr val="000000"/>
                          </a:solidFill>
                          <a:latin typeface="宋体"/>
                        </a:rPr>
                        <a:t>ID</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zh-CN" altLang="en-US" sz="2000" b="0" i="0" u="none" strike="noStrike" dirty="0">
                          <a:solidFill>
                            <a:srgbClr val="000000"/>
                          </a:solidFill>
                          <a:latin typeface="宋体"/>
                        </a:rPr>
                        <a:t>特征</a:t>
                      </a:r>
                      <a:r>
                        <a:rPr lang="en-US" altLang="zh-CN" sz="2000" b="0" i="0" u="none" strike="noStrike" dirty="0">
                          <a:solidFill>
                            <a:srgbClr val="000000"/>
                          </a:solidFill>
                          <a:latin typeface="宋体"/>
                        </a:rPr>
                        <a:t>1</a:t>
                      </a:r>
                      <a:r>
                        <a:rPr lang="zh-CN" altLang="en-US" sz="2000" b="1" i="0" u="none" strike="noStrike" dirty="0">
                          <a:solidFill>
                            <a:srgbClr val="002060"/>
                          </a:solidFill>
                          <a:latin typeface="宋体"/>
                        </a:rPr>
                        <a:t>（</a:t>
                      </a:r>
                      <a:r>
                        <a:rPr lang="en-US" altLang="zh-CN" sz="2000" b="1" i="0" u="none" strike="noStrike" dirty="0">
                          <a:solidFill>
                            <a:srgbClr val="002060"/>
                          </a:solidFill>
                          <a:latin typeface="宋体"/>
                        </a:rPr>
                        <a:t>29.7</a:t>
                      </a:r>
                      <a:r>
                        <a:rPr lang="zh-CN" altLang="en-US" sz="2000" b="1" i="0" u="none" strike="noStrike" dirty="0">
                          <a:solidFill>
                            <a:srgbClr val="002060"/>
                          </a:solidFill>
                          <a:latin typeface="宋体"/>
                        </a:rPr>
                        <a:t>）</a:t>
                      </a:r>
                      <a:endParaRPr lang="zh-CN" altLang="en-US" sz="2000" b="0" i="0" u="none" strike="noStrike" dirty="0">
                        <a:solidFill>
                          <a:srgbClr val="000000"/>
                        </a:solidFill>
                        <a:latin typeface="宋体"/>
                      </a:endParaRP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2000" b="0" i="0" u="none" strike="noStrike">
                          <a:solidFill>
                            <a:srgbClr val="000000"/>
                          </a:solidFill>
                          <a:latin typeface="宋体"/>
                        </a:rPr>
                        <a:t>特征</a:t>
                      </a:r>
                      <a:r>
                        <a:rPr lang="en-US" altLang="zh-CN" sz="2000" b="0" i="0" u="none" strike="noStrike" dirty="0">
                          <a:solidFill>
                            <a:srgbClr val="000000"/>
                          </a:solidFill>
                          <a:latin typeface="宋体"/>
                        </a:rPr>
                        <a:t>2</a:t>
                      </a:r>
                      <a:r>
                        <a:rPr lang="zh-CN" altLang="en-US" sz="2000" b="1" i="0" u="none" strike="noStrike">
                          <a:solidFill>
                            <a:srgbClr val="002060"/>
                          </a:solidFill>
                          <a:latin typeface="宋体"/>
                        </a:rPr>
                        <a:t>（</a:t>
                      </a:r>
                      <a:r>
                        <a:rPr lang="en-US" altLang="zh-CN" sz="2000" b="1" i="0" u="none" strike="noStrike" dirty="0">
                          <a:solidFill>
                            <a:srgbClr val="002060"/>
                          </a:solidFill>
                          <a:latin typeface="宋体"/>
                        </a:rPr>
                        <a:t>11.4</a:t>
                      </a:r>
                      <a:r>
                        <a:rPr lang="zh-CN" altLang="en-US" sz="2000" b="1" i="0" u="none" strike="noStrike">
                          <a:solidFill>
                            <a:srgbClr val="002060"/>
                          </a:solidFill>
                          <a:latin typeface="宋体"/>
                        </a:rPr>
                        <a:t>）</a:t>
                      </a:r>
                      <a:endParaRPr lang="zh-CN" altLang="en-US" sz="2000" b="0" i="0" u="none" strike="noStrike">
                        <a:solidFill>
                          <a:srgbClr val="000000"/>
                        </a:solidFill>
                        <a:latin typeface="宋体"/>
                      </a:endParaRP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2000" b="1" i="0" u="none" strike="noStrike" dirty="0">
                          <a:solidFill>
                            <a:srgbClr val="000000"/>
                          </a:solidFill>
                          <a:latin typeface="宋体"/>
                        </a:rPr>
                        <a:t>打分平均值</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364233">
                <a:tc rowSpan="5">
                  <a:txBody>
                    <a:bodyPr/>
                    <a:lstStyle/>
                    <a:p>
                      <a:pPr algn="ctr" fontAlgn="ctr"/>
                      <a:r>
                        <a:rPr lang="zh-CN" altLang="en-US" sz="2000" b="1" i="0" u="none" strike="noStrike">
                          <a:solidFill>
                            <a:srgbClr val="000000"/>
                          </a:solidFill>
                          <a:latin typeface="宋体"/>
                        </a:rPr>
                        <a:t>喜剧</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2000" b="0" i="0" u="none" strike="noStrike">
                          <a:solidFill>
                            <a:srgbClr val="000000"/>
                          </a:solidFill>
                          <a:latin typeface="宋体"/>
                        </a:rPr>
                        <a:t>至尊宝</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0.34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0.23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3.59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1"/>
                  </a:ext>
                </a:extLst>
              </a:tr>
              <a:tr h="364233">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小小宝</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0.32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0.34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3.38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2"/>
                  </a:ext>
                </a:extLst>
              </a:tr>
              <a:tr h="364233">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流氓兔</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0.31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0.32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3.25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3"/>
                  </a:ext>
                </a:extLst>
              </a:tr>
              <a:tr h="364233">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霹*雳</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0.32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0.35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3.38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4"/>
                  </a:ext>
                </a:extLst>
              </a:tr>
              <a:tr h="364233">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中原不败</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0.31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0.31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000" b="0" i="0" u="none" strike="noStrike" dirty="0">
                          <a:solidFill>
                            <a:srgbClr val="000000"/>
                          </a:solidFill>
                          <a:latin typeface="宋体"/>
                        </a:rPr>
                        <a:t>3.25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5"/>
                  </a:ext>
                </a:extLst>
              </a:tr>
              <a:tr h="364233">
                <a:tc rowSpan="5">
                  <a:txBody>
                    <a:bodyPr/>
                    <a:lstStyle/>
                    <a:p>
                      <a:pPr algn="ctr" fontAlgn="ctr"/>
                      <a:r>
                        <a:rPr lang="zh-CN" altLang="en-US" sz="2000" b="1" i="0" u="none" strike="noStrike">
                          <a:solidFill>
                            <a:srgbClr val="000000"/>
                          </a:solidFill>
                          <a:latin typeface="宋体"/>
                        </a:rPr>
                        <a:t>恐怖</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2000" b="0" i="0" u="none" strike="noStrike">
                          <a:solidFill>
                            <a:srgbClr val="000000"/>
                          </a:solidFill>
                          <a:latin typeface="宋体"/>
                        </a:rPr>
                        <a:t>魂飞魄散</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0.32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-0.33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3.36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6"/>
                  </a:ext>
                </a:extLst>
              </a:tr>
              <a:tr h="364233">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荒村少年</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0.30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-0.27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3.13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7"/>
                  </a:ext>
                </a:extLst>
              </a:tr>
              <a:tr h="364233">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憨豆豆</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0.31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-0.31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3.25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8"/>
                  </a:ext>
                </a:extLst>
              </a:tr>
              <a:tr h="364233">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怪大叔</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0.32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-0.34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3.38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09"/>
                  </a:ext>
                </a:extLst>
              </a:tr>
              <a:tr h="364233">
                <a:tc vMerge="1">
                  <a:txBody>
                    <a:bodyPr/>
                    <a:lstStyle/>
                    <a:p>
                      <a:endParaRPr lang="zh-CN" altLang="en-US"/>
                    </a:p>
                  </a:txBody>
                  <a:tcPr/>
                </a:tc>
                <a:tc>
                  <a:txBody>
                    <a:bodyPr/>
                    <a:lstStyle/>
                    <a:p>
                      <a:pPr algn="ctr" fontAlgn="ctr"/>
                      <a:r>
                        <a:rPr lang="zh-CN" altLang="en-US" sz="2000" b="0" i="0" u="none" strike="noStrike">
                          <a:solidFill>
                            <a:srgbClr val="000000"/>
                          </a:solidFill>
                          <a:latin typeface="宋体"/>
                        </a:rPr>
                        <a:t>美味僵尸</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0.30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tc>
                  <a:txBody>
                    <a:bodyPr/>
                    <a:lstStyle/>
                    <a:p>
                      <a:pPr algn="ctr" fontAlgn="ctr"/>
                      <a:r>
                        <a:rPr lang="en-US" altLang="zh-CN" sz="2000" b="0" i="0" u="none" strike="noStrike" dirty="0">
                          <a:solidFill>
                            <a:srgbClr val="000000"/>
                          </a:solidFill>
                          <a:latin typeface="宋体"/>
                        </a:rPr>
                        <a:t>-0.34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2000" b="0" i="0" u="none" strike="noStrike" dirty="0">
                          <a:solidFill>
                            <a:srgbClr val="000000"/>
                          </a:solidFill>
                          <a:latin typeface="宋体"/>
                        </a:rPr>
                        <a:t>3.13 </a:t>
                      </a:r>
                    </a:p>
                  </a:txBody>
                  <a:tcPr marL="6049" marR="6049" marT="60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0DA"/>
                    </a:solidFill>
                  </a:tcPr>
                </a:tc>
                <a:extLst>
                  <a:ext uri="{0D108BD9-81ED-4DB2-BD59-A6C34878D82A}">
                    <a16:rowId xmlns:a16="http://schemas.microsoft.com/office/drawing/2014/main" val="10010"/>
                  </a:ext>
                </a:extLst>
              </a:tr>
            </a:tbl>
          </a:graphicData>
        </a:graphic>
      </p:graphicFrame>
    </p:spTree>
  </p:cSld>
  <p:clrMapOvr>
    <a:masterClrMapping/>
  </p:clrMapOvr>
  <p:transition spd="slow">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标题 1">
            <a:extLst>
              <a:ext uri="{FF2B5EF4-FFF2-40B4-BE49-F238E27FC236}">
                <a16:creationId xmlns:a16="http://schemas.microsoft.com/office/drawing/2014/main" id="{B188C603-C772-41E4-BBD6-02ADB30C8F08}"/>
              </a:ext>
            </a:extLst>
          </p:cNvPr>
          <p:cNvSpPr>
            <a:spLocks noGrp="1"/>
          </p:cNvSpPr>
          <p:nvPr>
            <p:ph type="title"/>
          </p:nvPr>
        </p:nvSpPr>
        <p:spPr>
          <a:xfrm>
            <a:off x="468313" y="0"/>
            <a:ext cx="8229600" cy="1143000"/>
          </a:xfrm>
        </p:spPr>
        <p:txBody>
          <a:bodyPr/>
          <a:lstStyle/>
          <a:p>
            <a:r>
              <a:rPr lang="en-US" altLang="zh-CN"/>
              <a:t>SVD——</a:t>
            </a:r>
            <a:r>
              <a:rPr lang="zh-CN" altLang="en-US"/>
              <a:t>模型打分（</a:t>
            </a:r>
            <a:r>
              <a:rPr lang="en-US" altLang="zh-CN"/>
              <a:t>1</a:t>
            </a:r>
            <a:r>
              <a:rPr lang="zh-CN" altLang="en-US"/>
              <a:t>）</a:t>
            </a:r>
          </a:p>
        </p:txBody>
      </p:sp>
      <p:sp>
        <p:nvSpPr>
          <p:cNvPr id="7" name="双括号 6">
            <a:extLst>
              <a:ext uri="{FF2B5EF4-FFF2-40B4-BE49-F238E27FC236}">
                <a16:creationId xmlns:a16="http://schemas.microsoft.com/office/drawing/2014/main" id="{E16E6013-2E79-429E-A9A4-C3D3434EE1A5}"/>
              </a:ext>
            </a:extLst>
          </p:cNvPr>
          <p:cNvSpPr/>
          <p:nvPr/>
        </p:nvSpPr>
        <p:spPr>
          <a:xfrm>
            <a:off x="1050925" y="960438"/>
            <a:ext cx="1509713" cy="2925762"/>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8" name="矩形 7">
            <a:extLst>
              <a:ext uri="{FF2B5EF4-FFF2-40B4-BE49-F238E27FC236}">
                <a16:creationId xmlns:a16="http://schemas.microsoft.com/office/drawing/2014/main" id="{16A8668F-ED3F-4C57-9702-25F863249514}"/>
              </a:ext>
            </a:extLst>
          </p:cNvPr>
          <p:cNvSpPr/>
          <p:nvPr/>
        </p:nvSpPr>
        <p:spPr>
          <a:xfrm>
            <a:off x="2560638" y="1965325"/>
            <a:ext cx="365125" cy="1030288"/>
          </a:xfrm>
          <a:prstGeom prst="rect">
            <a:avLst/>
          </a:prstGeom>
        </p:spPr>
        <p:txBody>
          <a:bodyPr>
            <a:spAutoFit/>
          </a:bodyPr>
          <a:lstStyle/>
          <a:p>
            <a:pPr>
              <a:defRPr/>
            </a:pPr>
            <a:r>
              <a:rPr lang="en-US" altLang="zh-CN" sz="6095" dirty="0"/>
              <a:t>·</a:t>
            </a:r>
            <a:endParaRPr lang="zh-CN" altLang="en-US" sz="6095" dirty="0"/>
          </a:p>
        </p:txBody>
      </p:sp>
      <p:sp>
        <p:nvSpPr>
          <p:cNvPr id="9" name="矩形 8">
            <a:extLst>
              <a:ext uri="{FF2B5EF4-FFF2-40B4-BE49-F238E27FC236}">
                <a16:creationId xmlns:a16="http://schemas.microsoft.com/office/drawing/2014/main" id="{B72F7787-2F51-4715-AD9F-2BC4A6AA4AC4}"/>
              </a:ext>
            </a:extLst>
          </p:cNvPr>
          <p:cNvSpPr/>
          <p:nvPr/>
        </p:nvSpPr>
        <p:spPr>
          <a:xfrm>
            <a:off x="4068763" y="1965325"/>
            <a:ext cx="366712" cy="1030288"/>
          </a:xfrm>
          <a:prstGeom prst="rect">
            <a:avLst/>
          </a:prstGeom>
        </p:spPr>
        <p:txBody>
          <a:bodyPr>
            <a:spAutoFit/>
          </a:bodyPr>
          <a:lstStyle/>
          <a:p>
            <a:pPr>
              <a:defRPr/>
            </a:pPr>
            <a:r>
              <a:rPr lang="en-US" altLang="zh-CN" sz="6095" dirty="0"/>
              <a:t>·</a:t>
            </a:r>
            <a:endParaRPr lang="zh-CN" altLang="en-US" sz="6095" dirty="0"/>
          </a:p>
        </p:txBody>
      </p:sp>
      <p:graphicFrame>
        <p:nvGraphicFramePr>
          <p:cNvPr id="10" name="表格 9">
            <a:extLst>
              <a:ext uri="{FF2B5EF4-FFF2-40B4-BE49-F238E27FC236}">
                <a16:creationId xmlns:a16="http://schemas.microsoft.com/office/drawing/2014/main" id="{A21D43C6-04FC-475D-B0F8-E6B075474BB7}"/>
              </a:ext>
            </a:extLst>
          </p:cNvPr>
          <p:cNvGraphicFramePr>
            <a:graphicFrameLocks noGrp="1"/>
          </p:cNvGraphicFramePr>
          <p:nvPr/>
        </p:nvGraphicFramePr>
        <p:xfrm>
          <a:off x="2971800" y="2193925"/>
          <a:ext cx="960438" cy="658813"/>
        </p:xfrm>
        <a:graphic>
          <a:graphicData uri="http://schemas.openxmlformats.org/drawingml/2006/table">
            <a:tbl>
              <a:tblPr/>
              <a:tblGrid>
                <a:gridCol w="511041">
                  <a:extLst>
                    <a:ext uri="{9D8B030D-6E8A-4147-A177-3AD203B41FA5}">
                      <a16:colId xmlns:a16="http://schemas.microsoft.com/office/drawing/2014/main" val="20000"/>
                    </a:ext>
                  </a:extLst>
                </a:gridCol>
                <a:gridCol w="449397">
                  <a:extLst>
                    <a:ext uri="{9D8B030D-6E8A-4147-A177-3AD203B41FA5}">
                      <a16:colId xmlns:a16="http://schemas.microsoft.com/office/drawing/2014/main" val="20001"/>
                    </a:ext>
                  </a:extLst>
                </a:gridCol>
              </a:tblGrid>
              <a:tr h="352304">
                <a:tc>
                  <a:txBody>
                    <a:bodyPr/>
                    <a:lstStyle/>
                    <a:p>
                      <a:pPr algn="l" fontAlgn="ctr"/>
                      <a:r>
                        <a:rPr lang="en-US" altLang="zh-CN" sz="1500" b="0" i="0" u="none" strike="noStrike" dirty="0">
                          <a:solidFill>
                            <a:srgbClr val="FF0000"/>
                          </a:solidFill>
                          <a:latin typeface="宋体"/>
                        </a:rPr>
                        <a:t>29.7</a:t>
                      </a:r>
                    </a:p>
                  </a:txBody>
                  <a:tcPr marL="6050" marR="6050" marT="6058" marB="0" anchor="ctr">
                    <a:lnL>
                      <a:noFill/>
                    </a:lnL>
                    <a:lnR>
                      <a:noFill/>
                    </a:lnR>
                    <a:lnT>
                      <a:noFill/>
                    </a:lnT>
                    <a:lnB>
                      <a:noFill/>
                    </a:lnB>
                  </a:tcPr>
                </a:tc>
                <a:tc>
                  <a:txBody>
                    <a:bodyPr/>
                    <a:lstStyle/>
                    <a:p>
                      <a:endParaRPr lang="zh-CN" altLang="en-US" sz="1500" dirty="0">
                        <a:solidFill>
                          <a:srgbClr val="FF0000"/>
                        </a:solidFill>
                      </a:endParaRPr>
                    </a:p>
                  </a:txBody>
                  <a:tcPr marL="6050" marR="6050" marT="6058" marB="0" anchor="ctr">
                    <a:lnL>
                      <a:noFill/>
                    </a:lnL>
                    <a:lnR>
                      <a:noFill/>
                    </a:lnR>
                    <a:lnT>
                      <a:noFill/>
                    </a:lnT>
                    <a:lnB>
                      <a:noFill/>
                    </a:lnB>
                  </a:tcPr>
                </a:tc>
                <a:extLst>
                  <a:ext uri="{0D108BD9-81ED-4DB2-BD59-A6C34878D82A}">
                    <a16:rowId xmlns:a16="http://schemas.microsoft.com/office/drawing/2014/main" val="10000"/>
                  </a:ext>
                </a:extLst>
              </a:tr>
              <a:tr h="306509">
                <a:tc>
                  <a:txBody>
                    <a:bodyPr/>
                    <a:lstStyle/>
                    <a:p>
                      <a:pPr algn="l" fontAlgn="ctr"/>
                      <a:endParaRPr lang="en-US" altLang="zh-CN" sz="1500" b="0" i="0" u="none" strike="noStrike" dirty="0">
                        <a:solidFill>
                          <a:srgbClr val="FF0000"/>
                        </a:solidFill>
                        <a:latin typeface="宋体"/>
                      </a:endParaRPr>
                    </a:p>
                  </a:txBody>
                  <a:tcPr marL="6050" marR="6050" marT="6058" marB="0" anchor="ctr">
                    <a:lnL>
                      <a:noFill/>
                    </a:lnL>
                    <a:lnR>
                      <a:noFill/>
                    </a:lnR>
                    <a:lnT>
                      <a:noFill/>
                    </a:lnT>
                    <a:lnB>
                      <a:noFill/>
                    </a:lnB>
                  </a:tcPr>
                </a:tc>
                <a:tc>
                  <a:txBody>
                    <a:bodyPr/>
                    <a:lstStyle/>
                    <a:p>
                      <a:pPr algn="l" fontAlgn="ctr"/>
                      <a:r>
                        <a:rPr lang="en-US" altLang="zh-CN" sz="1500" b="0" i="0" u="none" strike="noStrike" dirty="0">
                          <a:solidFill>
                            <a:srgbClr val="FF0000"/>
                          </a:solidFill>
                          <a:latin typeface="宋体"/>
                        </a:rPr>
                        <a:t>11.4</a:t>
                      </a:r>
                    </a:p>
                  </a:txBody>
                  <a:tcPr marL="6050" marR="6050" marT="6058" marB="0" anchor="ctr">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11" name="双括号 10">
            <a:extLst>
              <a:ext uri="{FF2B5EF4-FFF2-40B4-BE49-F238E27FC236}">
                <a16:creationId xmlns:a16="http://schemas.microsoft.com/office/drawing/2014/main" id="{38F4DFAD-62AB-45D8-8580-EB8DE6D2E033}"/>
              </a:ext>
            </a:extLst>
          </p:cNvPr>
          <p:cNvSpPr/>
          <p:nvPr/>
        </p:nvSpPr>
        <p:spPr>
          <a:xfrm>
            <a:off x="2879725" y="2149475"/>
            <a:ext cx="1052513" cy="776288"/>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3" name="双括号 12">
            <a:extLst>
              <a:ext uri="{FF2B5EF4-FFF2-40B4-BE49-F238E27FC236}">
                <a16:creationId xmlns:a16="http://schemas.microsoft.com/office/drawing/2014/main" id="{DF87D91A-F81E-4A34-B1F9-34A2DD6B60E4}"/>
              </a:ext>
            </a:extLst>
          </p:cNvPr>
          <p:cNvSpPr/>
          <p:nvPr/>
        </p:nvSpPr>
        <p:spPr>
          <a:xfrm>
            <a:off x="4435475" y="1920875"/>
            <a:ext cx="3930650" cy="1096963"/>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4" name="TextBox 13">
            <a:extLst>
              <a:ext uri="{FF2B5EF4-FFF2-40B4-BE49-F238E27FC236}">
                <a16:creationId xmlns:a16="http://schemas.microsoft.com/office/drawing/2014/main" id="{4CAD3A30-4163-4132-9FFF-79958B9DCBDB}"/>
              </a:ext>
            </a:extLst>
          </p:cNvPr>
          <p:cNvSpPr txBox="1"/>
          <p:nvPr/>
        </p:nvSpPr>
        <p:spPr>
          <a:xfrm>
            <a:off x="4503738" y="1279525"/>
            <a:ext cx="420687" cy="777875"/>
          </a:xfrm>
          <a:prstGeom prst="rect">
            <a:avLst/>
          </a:prstGeom>
          <a:noFill/>
        </p:spPr>
        <p:txBody>
          <a:bodyPr vert="eaVert">
            <a:spAutoFit/>
          </a:bodyPr>
          <a:lstStyle/>
          <a:p>
            <a:pPr>
              <a:defRPr/>
            </a:pPr>
            <a:r>
              <a:rPr lang="zh-CN" altLang="en-US" sz="1524" dirty="0"/>
              <a:t>宿醉</a:t>
            </a:r>
          </a:p>
        </p:txBody>
      </p:sp>
      <p:sp>
        <p:nvSpPr>
          <p:cNvPr id="16" name="TextBox 15">
            <a:extLst>
              <a:ext uri="{FF2B5EF4-FFF2-40B4-BE49-F238E27FC236}">
                <a16:creationId xmlns:a16="http://schemas.microsoft.com/office/drawing/2014/main" id="{194D50E6-5E92-45B6-9F87-2EE92BBF43A8}"/>
              </a:ext>
            </a:extLst>
          </p:cNvPr>
          <p:cNvSpPr txBox="1"/>
          <p:nvPr/>
        </p:nvSpPr>
        <p:spPr>
          <a:xfrm>
            <a:off x="6392863" y="960438"/>
            <a:ext cx="419100" cy="1143000"/>
          </a:xfrm>
          <a:prstGeom prst="rect">
            <a:avLst/>
          </a:prstGeom>
          <a:noFill/>
        </p:spPr>
        <p:txBody>
          <a:bodyPr vert="eaVert">
            <a:spAutoFit/>
          </a:bodyPr>
          <a:lstStyle/>
          <a:p>
            <a:pPr>
              <a:defRPr/>
            </a:pPr>
            <a:r>
              <a:rPr lang="zh-CN" altLang="en-US" sz="1524" dirty="0"/>
              <a:t>午夜凶铃</a:t>
            </a:r>
          </a:p>
        </p:txBody>
      </p:sp>
      <p:sp>
        <p:nvSpPr>
          <p:cNvPr id="17" name="TextBox 16">
            <a:extLst>
              <a:ext uri="{FF2B5EF4-FFF2-40B4-BE49-F238E27FC236}">
                <a16:creationId xmlns:a16="http://schemas.microsoft.com/office/drawing/2014/main" id="{3E9B804E-3312-4EF7-B83E-1ADE0564C8E6}"/>
              </a:ext>
            </a:extLst>
          </p:cNvPr>
          <p:cNvSpPr txBox="1"/>
          <p:nvPr/>
        </p:nvSpPr>
        <p:spPr>
          <a:xfrm>
            <a:off x="4916488" y="960438"/>
            <a:ext cx="419100" cy="1189037"/>
          </a:xfrm>
          <a:prstGeom prst="rect">
            <a:avLst/>
          </a:prstGeom>
          <a:noFill/>
        </p:spPr>
        <p:txBody>
          <a:bodyPr vert="eaVert">
            <a:spAutoFit/>
          </a:bodyPr>
          <a:lstStyle/>
          <a:p>
            <a:pPr>
              <a:defRPr/>
            </a:pPr>
            <a:r>
              <a:rPr lang="zh-CN" altLang="en-US" sz="1524" dirty="0"/>
              <a:t>东成西就</a:t>
            </a:r>
          </a:p>
        </p:txBody>
      </p:sp>
      <p:sp>
        <p:nvSpPr>
          <p:cNvPr id="18" name="TextBox 17">
            <a:extLst>
              <a:ext uri="{FF2B5EF4-FFF2-40B4-BE49-F238E27FC236}">
                <a16:creationId xmlns:a16="http://schemas.microsoft.com/office/drawing/2014/main" id="{21E60BB7-50B4-41BA-9D1C-EDBD3E647324}"/>
              </a:ext>
            </a:extLst>
          </p:cNvPr>
          <p:cNvSpPr txBox="1"/>
          <p:nvPr/>
        </p:nvSpPr>
        <p:spPr>
          <a:xfrm>
            <a:off x="7900988" y="1096963"/>
            <a:ext cx="420687" cy="823912"/>
          </a:xfrm>
          <a:prstGeom prst="rect">
            <a:avLst/>
          </a:prstGeom>
          <a:noFill/>
        </p:spPr>
        <p:txBody>
          <a:bodyPr vert="eaVert">
            <a:spAutoFit/>
          </a:bodyPr>
          <a:lstStyle/>
          <a:p>
            <a:pPr>
              <a:defRPr/>
            </a:pPr>
            <a:r>
              <a:rPr lang="zh-CN" altLang="en-US" sz="1524" dirty="0"/>
              <a:t>寂静岭</a:t>
            </a:r>
          </a:p>
        </p:txBody>
      </p:sp>
      <p:sp>
        <p:nvSpPr>
          <p:cNvPr id="19" name="TextBox 18">
            <a:extLst>
              <a:ext uri="{FF2B5EF4-FFF2-40B4-BE49-F238E27FC236}">
                <a16:creationId xmlns:a16="http://schemas.microsoft.com/office/drawing/2014/main" id="{8C0B21D6-0142-4B24-AAA3-1D8742A256A0}"/>
              </a:ext>
            </a:extLst>
          </p:cNvPr>
          <p:cNvSpPr txBox="1"/>
          <p:nvPr/>
        </p:nvSpPr>
        <p:spPr>
          <a:xfrm>
            <a:off x="5432425" y="1006475"/>
            <a:ext cx="419100" cy="1096963"/>
          </a:xfrm>
          <a:prstGeom prst="rect">
            <a:avLst/>
          </a:prstGeom>
          <a:noFill/>
        </p:spPr>
        <p:txBody>
          <a:bodyPr vert="eaVert">
            <a:spAutoFit/>
          </a:bodyPr>
          <a:lstStyle/>
          <a:p>
            <a:pPr>
              <a:defRPr/>
            </a:pPr>
            <a:r>
              <a:rPr lang="zh-CN" altLang="en-US" sz="1524" dirty="0"/>
              <a:t>大话西游</a:t>
            </a:r>
          </a:p>
        </p:txBody>
      </p:sp>
      <p:sp>
        <p:nvSpPr>
          <p:cNvPr id="20" name="TextBox 19">
            <a:extLst>
              <a:ext uri="{FF2B5EF4-FFF2-40B4-BE49-F238E27FC236}">
                <a16:creationId xmlns:a16="http://schemas.microsoft.com/office/drawing/2014/main" id="{CCC419BC-7D79-4B01-A919-512849B564C0}"/>
              </a:ext>
            </a:extLst>
          </p:cNvPr>
          <p:cNvSpPr txBox="1"/>
          <p:nvPr/>
        </p:nvSpPr>
        <p:spPr>
          <a:xfrm>
            <a:off x="5875338" y="960438"/>
            <a:ext cx="420687" cy="1116012"/>
          </a:xfrm>
          <a:prstGeom prst="rect">
            <a:avLst/>
          </a:prstGeom>
          <a:noFill/>
        </p:spPr>
        <p:txBody>
          <a:bodyPr vert="eaVert">
            <a:spAutoFit/>
          </a:bodyPr>
          <a:lstStyle/>
          <a:p>
            <a:pPr>
              <a:defRPr/>
            </a:pPr>
            <a:r>
              <a:rPr lang="zh-CN" altLang="en-US" sz="1524" dirty="0"/>
              <a:t>八星报喜</a:t>
            </a:r>
          </a:p>
        </p:txBody>
      </p:sp>
      <p:graphicFrame>
        <p:nvGraphicFramePr>
          <p:cNvPr id="241683" name="对象 20">
            <a:extLst>
              <a:ext uri="{FF2B5EF4-FFF2-40B4-BE49-F238E27FC236}">
                <a16:creationId xmlns:a16="http://schemas.microsoft.com/office/drawing/2014/main" id="{F243C880-5B1C-4E8E-8158-0C9FAB12D777}"/>
              </a:ext>
            </a:extLst>
          </p:cNvPr>
          <p:cNvGraphicFramePr>
            <a:graphicFrameLocks noChangeAspect="1"/>
          </p:cNvGraphicFramePr>
          <p:nvPr/>
        </p:nvGraphicFramePr>
        <p:xfrm>
          <a:off x="8405813" y="2286000"/>
          <a:ext cx="738187" cy="457200"/>
        </p:xfrm>
        <a:graphic>
          <a:graphicData uri="http://schemas.openxmlformats.org/presentationml/2006/ole">
            <mc:AlternateContent xmlns:mc="http://schemas.openxmlformats.org/markup-compatibility/2006">
              <mc:Choice xmlns:v="urn:schemas-microsoft-com:vml" Requires="v">
                <p:oleObj spid="_x0000_s15424" name="Equation" r:id="rId3" imgW="266353" imgH="164885" progId="Equation.DSMT4">
                  <p:embed/>
                </p:oleObj>
              </mc:Choice>
              <mc:Fallback>
                <p:oleObj name="Equation" r:id="rId3" imgW="266353" imgH="164885" progId="Equation.DSMT4">
                  <p:embed/>
                  <p:pic>
                    <p:nvPicPr>
                      <p:cNvPr id="241683" name="对象 20">
                        <a:extLst>
                          <a:ext uri="{FF2B5EF4-FFF2-40B4-BE49-F238E27FC236}">
                            <a16:creationId xmlns:a16="http://schemas.microsoft.com/office/drawing/2014/main" id="{F243C880-5B1C-4E8E-8158-0C9FAB12D7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5813" y="2286000"/>
                        <a:ext cx="738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1684" name="对象 21">
            <a:extLst>
              <a:ext uri="{FF2B5EF4-FFF2-40B4-BE49-F238E27FC236}">
                <a16:creationId xmlns:a16="http://schemas.microsoft.com/office/drawing/2014/main" id="{B8D423C0-A159-4322-9A8B-ACD3671D8949}"/>
              </a:ext>
            </a:extLst>
          </p:cNvPr>
          <p:cNvGraphicFramePr>
            <a:graphicFrameLocks noChangeAspect="1"/>
          </p:cNvGraphicFramePr>
          <p:nvPr/>
        </p:nvGraphicFramePr>
        <p:xfrm>
          <a:off x="2109788" y="4117975"/>
          <a:ext cx="5654675" cy="587375"/>
        </p:xfrm>
        <a:graphic>
          <a:graphicData uri="http://schemas.openxmlformats.org/presentationml/2006/ole">
            <mc:AlternateContent xmlns:mc="http://schemas.openxmlformats.org/markup-compatibility/2006">
              <mc:Choice xmlns:v="urn:schemas-microsoft-com:vml" Requires="v">
                <p:oleObj spid="_x0000_s15425" name="Equation" r:id="rId5" imgW="2819400" imgH="254000" progId="Equation.DSMT4">
                  <p:embed/>
                </p:oleObj>
              </mc:Choice>
              <mc:Fallback>
                <p:oleObj name="Equation" r:id="rId5" imgW="2819400" imgH="254000" progId="Equation.DSMT4">
                  <p:embed/>
                  <p:pic>
                    <p:nvPicPr>
                      <p:cNvPr id="241684" name="对象 21">
                        <a:extLst>
                          <a:ext uri="{FF2B5EF4-FFF2-40B4-BE49-F238E27FC236}">
                            <a16:creationId xmlns:a16="http://schemas.microsoft.com/office/drawing/2014/main" id="{B8D423C0-A159-4322-9A8B-ACD3671D89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9788" y="4117975"/>
                        <a:ext cx="56546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矩形标注 37">
            <a:extLst>
              <a:ext uri="{FF2B5EF4-FFF2-40B4-BE49-F238E27FC236}">
                <a16:creationId xmlns:a16="http://schemas.microsoft.com/office/drawing/2014/main" id="{2352FF69-EE77-401F-82B9-9B2A3A86A26C}"/>
              </a:ext>
            </a:extLst>
          </p:cNvPr>
          <p:cNvSpPr/>
          <p:nvPr/>
        </p:nvSpPr>
        <p:spPr>
          <a:xfrm>
            <a:off x="2743200" y="3246438"/>
            <a:ext cx="2378075" cy="593725"/>
          </a:xfrm>
          <a:prstGeom prst="wedgeRectCallout">
            <a:avLst>
              <a:gd name="adj1" fmla="val -10482"/>
              <a:gd name="adj2" fmla="val -130440"/>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286" b="1" dirty="0">
                <a:solidFill>
                  <a:srgbClr val="FF0000"/>
                </a:solidFill>
              </a:rPr>
              <a:t>各部分得分权重</a:t>
            </a:r>
          </a:p>
        </p:txBody>
      </p:sp>
      <p:sp>
        <p:nvSpPr>
          <p:cNvPr id="26" name="矩形标注 25">
            <a:extLst>
              <a:ext uri="{FF2B5EF4-FFF2-40B4-BE49-F238E27FC236}">
                <a16:creationId xmlns:a16="http://schemas.microsoft.com/office/drawing/2014/main" id="{19523D20-BCA2-4E48-AA1F-CCAAC8C10BBD}"/>
              </a:ext>
            </a:extLst>
          </p:cNvPr>
          <p:cNvSpPr/>
          <p:nvPr/>
        </p:nvSpPr>
        <p:spPr>
          <a:xfrm>
            <a:off x="56325" y="5303838"/>
            <a:ext cx="1782763" cy="869950"/>
          </a:xfrm>
          <a:prstGeom prst="wedgeRectCallout">
            <a:avLst>
              <a:gd name="adj1" fmla="val 70787"/>
              <a:gd name="adj2" fmla="val -121614"/>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b="1" dirty="0">
                <a:solidFill>
                  <a:srgbClr val="FF0000"/>
                </a:solidFill>
              </a:rPr>
              <a:t>计算至尊宝对</a:t>
            </a:r>
            <a:r>
              <a:rPr lang="en-US" altLang="zh-CN" sz="2032" b="1" dirty="0">
                <a:solidFill>
                  <a:srgbClr val="FF0000"/>
                </a:solidFill>
              </a:rPr>
              <a:t>《</a:t>
            </a:r>
            <a:r>
              <a:rPr lang="zh-CN" altLang="en-US" sz="2032" b="1" dirty="0">
                <a:solidFill>
                  <a:srgbClr val="FF0000"/>
                </a:solidFill>
              </a:rPr>
              <a:t>寂静岭</a:t>
            </a:r>
            <a:r>
              <a:rPr lang="en-US" altLang="zh-CN" sz="2032" b="1" dirty="0">
                <a:solidFill>
                  <a:srgbClr val="FF0000"/>
                </a:solidFill>
              </a:rPr>
              <a:t>》</a:t>
            </a:r>
            <a:r>
              <a:rPr lang="zh-CN" altLang="en-US" sz="2032" b="1" dirty="0">
                <a:solidFill>
                  <a:srgbClr val="FF0000"/>
                </a:solidFill>
              </a:rPr>
              <a:t>的评分</a:t>
            </a:r>
          </a:p>
        </p:txBody>
      </p:sp>
      <p:sp>
        <p:nvSpPr>
          <p:cNvPr id="27" name="矩形 26">
            <a:extLst>
              <a:ext uri="{FF2B5EF4-FFF2-40B4-BE49-F238E27FC236}">
                <a16:creationId xmlns:a16="http://schemas.microsoft.com/office/drawing/2014/main" id="{0AEA7803-A9D6-411D-B0B8-033EB0A58D86}"/>
              </a:ext>
            </a:extLst>
          </p:cNvPr>
          <p:cNvSpPr/>
          <p:nvPr/>
        </p:nvSpPr>
        <p:spPr>
          <a:xfrm>
            <a:off x="1096963" y="1050925"/>
            <a:ext cx="1371600" cy="3206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24" dirty="0">
              <a:solidFill>
                <a:schemeClr val="tx1"/>
              </a:solidFill>
            </a:endParaRPr>
          </a:p>
        </p:txBody>
      </p:sp>
      <p:sp>
        <p:nvSpPr>
          <p:cNvPr id="28" name="矩形 27">
            <a:extLst>
              <a:ext uri="{FF2B5EF4-FFF2-40B4-BE49-F238E27FC236}">
                <a16:creationId xmlns:a16="http://schemas.microsoft.com/office/drawing/2014/main" id="{5BA6530F-2149-4C9F-ABDA-49CAA494345D}"/>
              </a:ext>
            </a:extLst>
          </p:cNvPr>
          <p:cNvSpPr/>
          <p:nvPr/>
        </p:nvSpPr>
        <p:spPr>
          <a:xfrm>
            <a:off x="7908925" y="2103438"/>
            <a:ext cx="457200" cy="8683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24" dirty="0">
              <a:solidFill>
                <a:schemeClr val="tx1"/>
              </a:solidFill>
            </a:endParaRPr>
          </a:p>
        </p:txBody>
      </p:sp>
      <p:graphicFrame>
        <p:nvGraphicFramePr>
          <p:cNvPr id="30" name="内容占位符 29">
            <a:extLst>
              <a:ext uri="{FF2B5EF4-FFF2-40B4-BE49-F238E27FC236}">
                <a16:creationId xmlns:a16="http://schemas.microsoft.com/office/drawing/2014/main" id="{7E4C6A34-CC33-4BB3-BEA1-67D9B9B2733E}"/>
              </a:ext>
            </a:extLst>
          </p:cNvPr>
          <p:cNvGraphicFramePr>
            <a:graphicFrameLocks noGrp="1"/>
          </p:cNvGraphicFramePr>
          <p:nvPr>
            <p:ph idx="1"/>
          </p:nvPr>
        </p:nvGraphicFramePr>
        <p:xfrm>
          <a:off x="182563" y="1096963"/>
          <a:ext cx="2286000" cy="2743200"/>
        </p:xfrm>
        <a:graphic>
          <a:graphicData uri="http://schemas.openxmlformats.org/drawingml/2006/table">
            <a:tbl>
              <a:tblPr/>
              <a:tblGrid>
                <a:gridCol w="8686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274320">
                <a:tc>
                  <a:txBody>
                    <a:bodyPr/>
                    <a:lstStyle/>
                    <a:p>
                      <a:pPr algn="l" fontAlgn="ctr"/>
                      <a:r>
                        <a:rPr lang="zh-CN" altLang="en-US" sz="1500" b="0" i="0" u="none" strike="noStrike" dirty="0">
                          <a:solidFill>
                            <a:srgbClr val="000000"/>
                          </a:solidFill>
                          <a:latin typeface="宋体"/>
                        </a:rPr>
                        <a:t>至尊宝</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0.34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0.23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4320">
                <a:tc>
                  <a:txBody>
                    <a:bodyPr/>
                    <a:lstStyle/>
                    <a:p>
                      <a:pPr algn="l" fontAlgn="ctr"/>
                      <a:r>
                        <a:rPr lang="zh-CN" altLang="en-US" sz="1500" b="0" i="0" u="none" strike="noStrike">
                          <a:solidFill>
                            <a:srgbClr val="000000"/>
                          </a:solidFill>
                          <a:latin typeface="宋体"/>
                        </a:rPr>
                        <a:t>小小宝</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0.34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74320">
                <a:tc>
                  <a:txBody>
                    <a:bodyPr/>
                    <a:lstStyle/>
                    <a:p>
                      <a:pPr algn="l" fontAlgn="ctr"/>
                      <a:r>
                        <a:rPr lang="zh-CN" altLang="en-US" sz="1500" b="0" i="0" u="none" strike="noStrike">
                          <a:solidFill>
                            <a:srgbClr val="000000"/>
                          </a:solidFill>
                          <a:latin typeface="宋体"/>
                        </a:rPr>
                        <a:t>流氓兔</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74320">
                <a:tc>
                  <a:txBody>
                    <a:bodyPr/>
                    <a:lstStyle/>
                    <a:p>
                      <a:pPr algn="l" fontAlgn="ctr"/>
                      <a:r>
                        <a:rPr lang="zh-CN" altLang="en-US" sz="1500" b="0" i="0" u="none" strike="noStrike">
                          <a:solidFill>
                            <a:srgbClr val="000000"/>
                          </a:solidFill>
                          <a:latin typeface="宋体"/>
                        </a:rPr>
                        <a:t>霹*雳</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0.35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4320">
                <a:tc>
                  <a:txBody>
                    <a:bodyPr/>
                    <a:lstStyle/>
                    <a:p>
                      <a:pPr algn="l" fontAlgn="ctr"/>
                      <a:r>
                        <a:rPr lang="zh-CN" altLang="en-US" sz="1500" b="0" i="0" u="none" strike="noStrike">
                          <a:solidFill>
                            <a:srgbClr val="000000"/>
                          </a:solidFill>
                          <a:latin typeface="宋体"/>
                        </a:rPr>
                        <a:t>中原不败</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74320">
                <a:tc>
                  <a:txBody>
                    <a:bodyPr/>
                    <a:lstStyle/>
                    <a:p>
                      <a:pPr algn="l" fontAlgn="ctr"/>
                      <a:r>
                        <a:rPr lang="zh-CN" altLang="en-US" sz="1500" b="0" i="0" u="none" strike="noStrike">
                          <a:solidFill>
                            <a:srgbClr val="000000"/>
                          </a:solidFill>
                          <a:latin typeface="宋体"/>
                        </a:rPr>
                        <a:t>魂飞魄散</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-0.33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74320">
                <a:tc>
                  <a:txBody>
                    <a:bodyPr/>
                    <a:lstStyle/>
                    <a:p>
                      <a:pPr algn="l" fontAlgn="ctr"/>
                      <a:r>
                        <a:rPr lang="zh-CN" altLang="en-US" sz="1500" b="0" i="0" u="none" strike="noStrike">
                          <a:solidFill>
                            <a:srgbClr val="000000"/>
                          </a:solidFill>
                          <a:latin typeface="宋体"/>
                        </a:rPr>
                        <a:t>荒村少年</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0.30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-0.27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74320">
                <a:tc>
                  <a:txBody>
                    <a:bodyPr/>
                    <a:lstStyle/>
                    <a:p>
                      <a:pPr algn="l" fontAlgn="ctr"/>
                      <a:r>
                        <a:rPr lang="zh-CN" altLang="en-US" sz="1500" b="0" i="0" u="none" strike="noStrike">
                          <a:solidFill>
                            <a:srgbClr val="000000"/>
                          </a:solidFill>
                          <a:latin typeface="宋体"/>
                        </a:rPr>
                        <a:t>憨豆豆</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74320">
                <a:tc>
                  <a:txBody>
                    <a:bodyPr/>
                    <a:lstStyle/>
                    <a:p>
                      <a:pPr algn="l" fontAlgn="ctr"/>
                      <a:r>
                        <a:rPr lang="zh-CN" altLang="en-US" sz="1500" b="0" i="0" u="none" strike="noStrike">
                          <a:solidFill>
                            <a:srgbClr val="000000"/>
                          </a:solidFill>
                          <a:latin typeface="宋体"/>
                        </a:rPr>
                        <a:t>怪大叔</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-0.34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74320">
                <a:tc>
                  <a:txBody>
                    <a:bodyPr/>
                    <a:lstStyle/>
                    <a:p>
                      <a:pPr algn="l" fontAlgn="ctr"/>
                      <a:r>
                        <a:rPr lang="zh-CN" altLang="en-US" sz="1500" b="0" i="0" u="none" strike="noStrike">
                          <a:solidFill>
                            <a:srgbClr val="000000"/>
                          </a:solidFill>
                          <a:latin typeface="宋体"/>
                        </a:rPr>
                        <a:t>美味僵尸</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0.30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-0.34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graphicFrame>
        <p:nvGraphicFramePr>
          <p:cNvPr id="31" name="表格 30">
            <a:extLst>
              <a:ext uri="{FF2B5EF4-FFF2-40B4-BE49-F238E27FC236}">
                <a16:creationId xmlns:a16="http://schemas.microsoft.com/office/drawing/2014/main" id="{544F5954-CA0E-46DF-8258-1692B6C8DE4A}"/>
              </a:ext>
            </a:extLst>
          </p:cNvPr>
          <p:cNvGraphicFramePr>
            <a:graphicFrameLocks noGrp="1"/>
          </p:cNvGraphicFramePr>
          <p:nvPr/>
        </p:nvGraphicFramePr>
        <p:xfrm>
          <a:off x="4572000" y="2103438"/>
          <a:ext cx="3794125" cy="822326"/>
        </p:xfrm>
        <a:graphic>
          <a:graphicData uri="http://schemas.openxmlformats.org/drawingml/2006/table">
            <a:tbl>
              <a:tblPr/>
              <a:tblGrid>
                <a:gridCol w="411411">
                  <a:extLst>
                    <a:ext uri="{9D8B030D-6E8A-4147-A177-3AD203B41FA5}">
                      <a16:colId xmlns:a16="http://schemas.microsoft.com/office/drawing/2014/main" val="20000"/>
                    </a:ext>
                  </a:extLst>
                </a:gridCol>
                <a:gridCol w="502836">
                  <a:extLst>
                    <a:ext uri="{9D8B030D-6E8A-4147-A177-3AD203B41FA5}">
                      <a16:colId xmlns:a16="http://schemas.microsoft.com/office/drawing/2014/main" val="20001"/>
                    </a:ext>
                  </a:extLst>
                </a:gridCol>
                <a:gridCol w="502836">
                  <a:extLst>
                    <a:ext uri="{9D8B030D-6E8A-4147-A177-3AD203B41FA5}">
                      <a16:colId xmlns:a16="http://schemas.microsoft.com/office/drawing/2014/main" val="20002"/>
                    </a:ext>
                  </a:extLst>
                </a:gridCol>
                <a:gridCol w="365699">
                  <a:extLst>
                    <a:ext uri="{9D8B030D-6E8A-4147-A177-3AD203B41FA5}">
                      <a16:colId xmlns:a16="http://schemas.microsoft.com/office/drawing/2014/main" val="20003"/>
                    </a:ext>
                  </a:extLst>
                </a:gridCol>
                <a:gridCol w="601417">
                  <a:extLst>
                    <a:ext uri="{9D8B030D-6E8A-4147-A177-3AD203B41FA5}">
                      <a16:colId xmlns:a16="http://schemas.microsoft.com/office/drawing/2014/main" val="20004"/>
                    </a:ext>
                  </a:extLst>
                </a:gridCol>
                <a:gridCol w="499019">
                  <a:extLst>
                    <a:ext uri="{9D8B030D-6E8A-4147-A177-3AD203B41FA5}">
                      <a16:colId xmlns:a16="http://schemas.microsoft.com/office/drawing/2014/main" val="20005"/>
                    </a:ext>
                  </a:extLst>
                </a:gridCol>
                <a:gridCol w="443572">
                  <a:extLst>
                    <a:ext uri="{9D8B030D-6E8A-4147-A177-3AD203B41FA5}">
                      <a16:colId xmlns:a16="http://schemas.microsoft.com/office/drawing/2014/main" val="20006"/>
                    </a:ext>
                  </a:extLst>
                </a:gridCol>
                <a:gridCol w="467335">
                  <a:extLst>
                    <a:ext uri="{9D8B030D-6E8A-4147-A177-3AD203B41FA5}">
                      <a16:colId xmlns:a16="http://schemas.microsoft.com/office/drawing/2014/main" val="20007"/>
                    </a:ext>
                  </a:extLst>
                </a:gridCol>
              </a:tblGrid>
              <a:tr h="411163">
                <a:tc>
                  <a:txBody>
                    <a:bodyPr/>
                    <a:lstStyle/>
                    <a:p>
                      <a:pPr algn="ctr" fontAlgn="ctr"/>
                      <a:r>
                        <a:rPr lang="en-US" altLang="zh-CN" sz="1300" b="0" i="0" u="none" strike="noStrike" dirty="0">
                          <a:solidFill>
                            <a:srgbClr val="000000"/>
                          </a:solidFill>
                          <a:latin typeface="宋体"/>
                        </a:rPr>
                        <a:t>0.34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0.33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0.40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0.33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0.35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0.37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0.34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0.36 </a:t>
                      </a:r>
                    </a:p>
                  </a:txBody>
                  <a:tcPr marL="6047" marR="6047" marT="6043" marB="0" anchor="ctr">
                    <a:lnL>
                      <a:noFill/>
                    </a:lnL>
                    <a:lnR>
                      <a:noFill/>
                    </a:lnR>
                    <a:lnT>
                      <a:noFill/>
                    </a:lnT>
                    <a:lnB>
                      <a:noFill/>
                    </a:lnB>
                  </a:tcPr>
                </a:tc>
                <a:extLst>
                  <a:ext uri="{0D108BD9-81ED-4DB2-BD59-A6C34878D82A}">
                    <a16:rowId xmlns:a16="http://schemas.microsoft.com/office/drawing/2014/main" val="10000"/>
                  </a:ext>
                </a:extLst>
              </a:tr>
              <a:tr h="411163">
                <a:tc>
                  <a:txBody>
                    <a:bodyPr/>
                    <a:lstStyle/>
                    <a:p>
                      <a:pPr algn="ctr" fontAlgn="ctr"/>
                      <a:r>
                        <a:rPr lang="en-US" altLang="zh-CN" sz="1300" b="0" i="0" u="none" strike="noStrike" dirty="0">
                          <a:solidFill>
                            <a:srgbClr val="000000"/>
                          </a:solidFill>
                          <a:latin typeface="宋体"/>
                        </a:rPr>
                        <a:t>0.39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0.34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0.29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0.40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-0.31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-0.37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-0.34 </a:t>
                      </a:r>
                    </a:p>
                  </a:txBody>
                  <a:tcPr marL="6047" marR="6047"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-0.37 </a:t>
                      </a:r>
                    </a:p>
                  </a:txBody>
                  <a:tcPr marL="6047" marR="6047" marT="6043" marB="0" anchor="ctr">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32" name="TextBox 31">
            <a:extLst>
              <a:ext uri="{FF2B5EF4-FFF2-40B4-BE49-F238E27FC236}">
                <a16:creationId xmlns:a16="http://schemas.microsoft.com/office/drawing/2014/main" id="{5F6F4828-501D-4507-BB1E-7EAB26BB4916}"/>
              </a:ext>
            </a:extLst>
          </p:cNvPr>
          <p:cNvSpPr txBox="1"/>
          <p:nvPr/>
        </p:nvSpPr>
        <p:spPr>
          <a:xfrm>
            <a:off x="6942138" y="1371600"/>
            <a:ext cx="419100" cy="639763"/>
          </a:xfrm>
          <a:prstGeom prst="rect">
            <a:avLst/>
          </a:prstGeom>
          <a:noFill/>
        </p:spPr>
        <p:txBody>
          <a:bodyPr vert="eaVert">
            <a:spAutoFit/>
          </a:bodyPr>
          <a:lstStyle/>
          <a:p>
            <a:pPr>
              <a:defRPr/>
            </a:pPr>
            <a:r>
              <a:rPr lang="zh-CN" altLang="en-US" sz="1524" dirty="0"/>
              <a:t>咒怨</a:t>
            </a:r>
          </a:p>
        </p:txBody>
      </p:sp>
      <p:sp>
        <p:nvSpPr>
          <p:cNvPr id="33" name="TextBox 32">
            <a:extLst>
              <a:ext uri="{FF2B5EF4-FFF2-40B4-BE49-F238E27FC236}">
                <a16:creationId xmlns:a16="http://schemas.microsoft.com/office/drawing/2014/main" id="{F44A36C7-41C6-42F6-9839-6D3B9A40C8C9}"/>
              </a:ext>
            </a:extLst>
          </p:cNvPr>
          <p:cNvSpPr txBox="1"/>
          <p:nvPr/>
        </p:nvSpPr>
        <p:spPr>
          <a:xfrm>
            <a:off x="7443788" y="914400"/>
            <a:ext cx="420687" cy="1235075"/>
          </a:xfrm>
          <a:prstGeom prst="rect">
            <a:avLst/>
          </a:prstGeom>
          <a:noFill/>
        </p:spPr>
        <p:txBody>
          <a:bodyPr vert="eaVert">
            <a:spAutoFit/>
          </a:bodyPr>
          <a:lstStyle/>
          <a:p>
            <a:pPr>
              <a:defRPr/>
            </a:pPr>
            <a:r>
              <a:rPr lang="zh-CN" altLang="en-US" sz="1524" dirty="0"/>
              <a:t>林中小屋</a:t>
            </a:r>
          </a:p>
        </p:txBody>
      </p:sp>
      <p:sp>
        <p:nvSpPr>
          <p:cNvPr id="34" name="矩形标注 33">
            <a:extLst>
              <a:ext uri="{FF2B5EF4-FFF2-40B4-BE49-F238E27FC236}">
                <a16:creationId xmlns:a16="http://schemas.microsoft.com/office/drawing/2014/main" id="{E59E86E3-11B2-4A57-94EA-7078E50E6CDB}"/>
              </a:ext>
            </a:extLst>
          </p:cNvPr>
          <p:cNvSpPr/>
          <p:nvPr/>
        </p:nvSpPr>
        <p:spPr>
          <a:xfrm>
            <a:off x="2651125" y="5303838"/>
            <a:ext cx="1327150" cy="639762"/>
          </a:xfrm>
          <a:prstGeom prst="wedgeRectCallout">
            <a:avLst>
              <a:gd name="adj1" fmla="val 42453"/>
              <a:gd name="adj2" fmla="val -157835"/>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286" dirty="0">
                <a:solidFill>
                  <a:schemeClr val="tx1"/>
                </a:solidFill>
              </a:rPr>
              <a:t>影片相对客观分数</a:t>
            </a:r>
          </a:p>
        </p:txBody>
      </p:sp>
      <p:sp>
        <p:nvSpPr>
          <p:cNvPr id="35" name="矩形标注 34">
            <a:extLst>
              <a:ext uri="{FF2B5EF4-FFF2-40B4-BE49-F238E27FC236}">
                <a16:creationId xmlns:a16="http://schemas.microsoft.com/office/drawing/2014/main" id="{77601086-3987-430F-9C61-95FF256C3406}"/>
              </a:ext>
            </a:extLst>
          </p:cNvPr>
          <p:cNvSpPr/>
          <p:nvPr/>
        </p:nvSpPr>
        <p:spPr>
          <a:xfrm>
            <a:off x="5303838" y="5075238"/>
            <a:ext cx="2147887" cy="1143000"/>
          </a:xfrm>
          <a:prstGeom prst="wedgeRectCallout">
            <a:avLst>
              <a:gd name="adj1" fmla="val 11214"/>
              <a:gd name="adj2" fmla="val -94804"/>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286" dirty="0">
                <a:solidFill>
                  <a:schemeClr val="tx1"/>
                </a:solidFill>
              </a:rPr>
              <a:t>影片类型适应度得分得分</a:t>
            </a:r>
          </a:p>
        </p:txBody>
      </p:sp>
    </p:spTree>
  </p:cSld>
  <p:clrMapOvr>
    <a:masterClrMapping/>
  </p:clrMapOvr>
  <p:transition spd="slow">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标题 1">
            <a:extLst>
              <a:ext uri="{FF2B5EF4-FFF2-40B4-BE49-F238E27FC236}">
                <a16:creationId xmlns:a16="http://schemas.microsoft.com/office/drawing/2014/main" id="{0E4880EA-B487-4C0B-83BF-5FB8DD678AC0}"/>
              </a:ext>
            </a:extLst>
          </p:cNvPr>
          <p:cNvSpPr>
            <a:spLocks noGrp="1"/>
          </p:cNvSpPr>
          <p:nvPr>
            <p:ph type="title"/>
          </p:nvPr>
        </p:nvSpPr>
        <p:spPr>
          <a:xfrm>
            <a:off x="468313" y="0"/>
            <a:ext cx="8229600" cy="1143000"/>
          </a:xfrm>
        </p:spPr>
        <p:txBody>
          <a:bodyPr/>
          <a:lstStyle/>
          <a:p>
            <a:r>
              <a:rPr lang="en-US" altLang="zh-CN"/>
              <a:t>SVD——</a:t>
            </a:r>
            <a:r>
              <a:rPr lang="zh-CN" altLang="en-US"/>
              <a:t>模型打分（</a:t>
            </a:r>
            <a:r>
              <a:rPr lang="en-US" altLang="zh-CN"/>
              <a:t>2</a:t>
            </a:r>
            <a:r>
              <a:rPr lang="zh-CN" altLang="en-US"/>
              <a:t>）</a:t>
            </a:r>
          </a:p>
        </p:txBody>
      </p:sp>
      <p:sp>
        <p:nvSpPr>
          <p:cNvPr id="7" name="双括号 6">
            <a:extLst>
              <a:ext uri="{FF2B5EF4-FFF2-40B4-BE49-F238E27FC236}">
                <a16:creationId xmlns:a16="http://schemas.microsoft.com/office/drawing/2014/main" id="{C0D40BAA-40C6-4B7A-90CE-58416256F4BE}"/>
              </a:ext>
            </a:extLst>
          </p:cNvPr>
          <p:cNvSpPr/>
          <p:nvPr/>
        </p:nvSpPr>
        <p:spPr>
          <a:xfrm>
            <a:off x="1050925" y="960438"/>
            <a:ext cx="1509713" cy="2925762"/>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8" name="矩形 7">
            <a:extLst>
              <a:ext uri="{FF2B5EF4-FFF2-40B4-BE49-F238E27FC236}">
                <a16:creationId xmlns:a16="http://schemas.microsoft.com/office/drawing/2014/main" id="{617219DD-2239-4A05-B8E8-86841F94F363}"/>
              </a:ext>
            </a:extLst>
          </p:cNvPr>
          <p:cNvSpPr/>
          <p:nvPr/>
        </p:nvSpPr>
        <p:spPr>
          <a:xfrm>
            <a:off x="2560638" y="1965325"/>
            <a:ext cx="365125" cy="1030288"/>
          </a:xfrm>
          <a:prstGeom prst="rect">
            <a:avLst/>
          </a:prstGeom>
        </p:spPr>
        <p:txBody>
          <a:bodyPr>
            <a:spAutoFit/>
          </a:bodyPr>
          <a:lstStyle/>
          <a:p>
            <a:pPr>
              <a:defRPr/>
            </a:pPr>
            <a:r>
              <a:rPr lang="en-US" altLang="zh-CN" sz="6095" dirty="0"/>
              <a:t>·</a:t>
            </a:r>
            <a:endParaRPr lang="zh-CN" altLang="en-US" sz="6095" dirty="0"/>
          </a:p>
        </p:txBody>
      </p:sp>
      <p:sp>
        <p:nvSpPr>
          <p:cNvPr id="9" name="矩形 8">
            <a:extLst>
              <a:ext uri="{FF2B5EF4-FFF2-40B4-BE49-F238E27FC236}">
                <a16:creationId xmlns:a16="http://schemas.microsoft.com/office/drawing/2014/main" id="{995A9D01-FD1B-497A-91EA-5EACD68EE265}"/>
              </a:ext>
            </a:extLst>
          </p:cNvPr>
          <p:cNvSpPr/>
          <p:nvPr/>
        </p:nvSpPr>
        <p:spPr>
          <a:xfrm>
            <a:off x="4068763" y="1965325"/>
            <a:ext cx="366712" cy="1030288"/>
          </a:xfrm>
          <a:prstGeom prst="rect">
            <a:avLst/>
          </a:prstGeom>
        </p:spPr>
        <p:txBody>
          <a:bodyPr>
            <a:spAutoFit/>
          </a:bodyPr>
          <a:lstStyle/>
          <a:p>
            <a:pPr>
              <a:defRPr/>
            </a:pPr>
            <a:r>
              <a:rPr lang="en-US" altLang="zh-CN" sz="6095" dirty="0"/>
              <a:t>·</a:t>
            </a:r>
            <a:endParaRPr lang="zh-CN" altLang="en-US" sz="6095" dirty="0"/>
          </a:p>
        </p:txBody>
      </p:sp>
      <p:graphicFrame>
        <p:nvGraphicFramePr>
          <p:cNvPr id="10" name="表格 9">
            <a:extLst>
              <a:ext uri="{FF2B5EF4-FFF2-40B4-BE49-F238E27FC236}">
                <a16:creationId xmlns:a16="http://schemas.microsoft.com/office/drawing/2014/main" id="{8E0DB891-3671-4911-874F-388E0BE18441}"/>
              </a:ext>
            </a:extLst>
          </p:cNvPr>
          <p:cNvGraphicFramePr>
            <a:graphicFrameLocks noGrp="1"/>
          </p:cNvGraphicFramePr>
          <p:nvPr/>
        </p:nvGraphicFramePr>
        <p:xfrm>
          <a:off x="2971800" y="2193925"/>
          <a:ext cx="960438" cy="658813"/>
        </p:xfrm>
        <a:graphic>
          <a:graphicData uri="http://schemas.openxmlformats.org/drawingml/2006/table">
            <a:tbl>
              <a:tblPr/>
              <a:tblGrid>
                <a:gridCol w="511041">
                  <a:extLst>
                    <a:ext uri="{9D8B030D-6E8A-4147-A177-3AD203B41FA5}">
                      <a16:colId xmlns:a16="http://schemas.microsoft.com/office/drawing/2014/main" val="20000"/>
                    </a:ext>
                  </a:extLst>
                </a:gridCol>
                <a:gridCol w="449397">
                  <a:extLst>
                    <a:ext uri="{9D8B030D-6E8A-4147-A177-3AD203B41FA5}">
                      <a16:colId xmlns:a16="http://schemas.microsoft.com/office/drawing/2014/main" val="20001"/>
                    </a:ext>
                  </a:extLst>
                </a:gridCol>
              </a:tblGrid>
              <a:tr h="352304">
                <a:tc>
                  <a:txBody>
                    <a:bodyPr/>
                    <a:lstStyle/>
                    <a:p>
                      <a:pPr algn="l" fontAlgn="ctr"/>
                      <a:r>
                        <a:rPr lang="en-US" altLang="zh-CN" sz="1500" b="0" i="0" u="none" strike="noStrike" dirty="0">
                          <a:solidFill>
                            <a:srgbClr val="FF0000"/>
                          </a:solidFill>
                          <a:latin typeface="宋体"/>
                        </a:rPr>
                        <a:t>29.7</a:t>
                      </a:r>
                    </a:p>
                  </a:txBody>
                  <a:tcPr marL="6050" marR="6050" marT="6058" marB="0" anchor="ctr">
                    <a:lnL>
                      <a:noFill/>
                    </a:lnL>
                    <a:lnR>
                      <a:noFill/>
                    </a:lnR>
                    <a:lnT>
                      <a:noFill/>
                    </a:lnT>
                    <a:lnB>
                      <a:noFill/>
                    </a:lnB>
                  </a:tcPr>
                </a:tc>
                <a:tc>
                  <a:txBody>
                    <a:bodyPr/>
                    <a:lstStyle/>
                    <a:p>
                      <a:endParaRPr lang="zh-CN" altLang="en-US" sz="1500" dirty="0">
                        <a:solidFill>
                          <a:srgbClr val="FF0000"/>
                        </a:solidFill>
                      </a:endParaRPr>
                    </a:p>
                  </a:txBody>
                  <a:tcPr marL="6050" marR="6050" marT="6058" marB="0" anchor="ctr">
                    <a:lnL>
                      <a:noFill/>
                    </a:lnL>
                    <a:lnR>
                      <a:noFill/>
                    </a:lnR>
                    <a:lnT>
                      <a:noFill/>
                    </a:lnT>
                    <a:lnB>
                      <a:noFill/>
                    </a:lnB>
                  </a:tcPr>
                </a:tc>
                <a:extLst>
                  <a:ext uri="{0D108BD9-81ED-4DB2-BD59-A6C34878D82A}">
                    <a16:rowId xmlns:a16="http://schemas.microsoft.com/office/drawing/2014/main" val="10000"/>
                  </a:ext>
                </a:extLst>
              </a:tr>
              <a:tr h="306509">
                <a:tc>
                  <a:txBody>
                    <a:bodyPr/>
                    <a:lstStyle/>
                    <a:p>
                      <a:pPr algn="l" fontAlgn="ctr"/>
                      <a:endParaRPr lang="en-US" altLang="zh-CN" sz="1500" b="0" i="0" u="none" strike="noStrike" dirty="0">
                        <a:solidFill>
                          <a:srgbClr val="FF0000"/>
                        </a:solidFill>
                        <a:latin typeface="宋体"/>
                      </a:endParaRPr>
                    </a:p>
                  </a:txBody>
                  <a:tcPr marL="6050" marR="6050" marT="6058" marB="0" anchor="ctr">
                    <a:lnL>
                      <a:noFill/>
                    </a:lnL>
                    <a:lnR>
                      <a:noFill/>
                    </a:lnR>
                    <a:lnT>
                      <a:noFill/>
                    </a:lnT>
                    <a:lnB>
                      <a:noFill/>
                    </a:lnB>
                  </a:tcPr>
                </a:tc>
                <a:tc>
                  <a:txBody>
                    <a:bodyPr/>
                    <a:lstStyle/>
                    <a:p>
                      <a:pPr algn="l" fontAlgn="ctr"/>
                      <a:r>
                        <a:rPr lang="en-US" altLang="zh-CN" sz="1500" b="0" i="0" u="none" strike="noStrike" dirty="0">
                          <a:solidFill>
                            <a:srgbClr val="FF0000"/>
                          </a:solidFill>
                          <a:latin typeface="宋体"/>
                        </a:rPr>
                        <a:t>11.4</a:t>
                      </a:r>
                    </a:p>
                  </a:txBody>
                  <a:tcPr marL="6050" marR="6050" marT="6058" marB="0" anchor="ctr">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11" name="双括号 10">
            <a:extLst>
              <a:ext uri="{FF2B5EF4-FFF2-40B4-BE49-F238E27FC236}">
                <a16:creationId xmlns:a16="http://schemas.microsoft.com/office/drawing/2014/main" id="{1E09B26A-F460-4A49-A78F-37EE1993707C}"/>
              </a:ext>
            </a:extLst>
          </p:cNvPr>
          <p:cNvSpPr/>
          <p:nvPr/>
        </p:nvSpPr>
        <p:spPr>
          <a:xfrm>
            <a:off x="2879725" y="2149475"/>
            <a:ext cx="1052513" cy="776288"/>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3" name="双括号 12">
            <a:extLst>
              <a:ext uri="{FF2B5EF4-FFF2-40B4-BE49-F238E27FC236}">
                <a16:creationId xmlns:a16="http://schemas.microsoft.com/office/drawing/2014/main" id="{9F70A1D6-2571-46BD-A081-DB6D6BAEB8FB}"/>
              </a:ext>
            </a:extLst>
          </p:cNvPr>
          <p:cNvSpPr/>
          <p:nvPr/>
        </p:nvSpPr>
        <p:spPr>
          <a:xfrm>
            <a:off x="4435475" y="1920875"/>
            <a:ext cx="3930650" cy="1096963"/>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4" name="TextBox 13">
            <a:extLst>
              <a:ext uri="{FF2B5EF4-FFF2-40B4-BE49-F238E27FC236}">
                <a16:creationId xmlns:a16="http://schemas.microsoft.com/office/drawing/2014/main" id="{6C62396C-F38E-42A6-9CE6-47D63F116F27}"/>
              </a:ext>
            </a:extLst>
          </p:cNvPr>
          <p:cNvSpPr txBox="1"/>
          <p:nvPr/>
        </p:nvSpPr>
        <p:spPr>
          <a:xfrm>
            <a:off x="4503738" y="1279525"/>
            <a:ext cx="420687" cy="777875"/>
          </a:xfrm>
          <a:prstGeom prst="rect">
            <a:avLst/>
          </a:prstGeom>
          <a:noFill/>
        </p:spPr>
        <p:txBody>
          <a:bodyPr vert="eaVert">
            <a:spAutoFit/>
          </a:bodyPr>
          <a:lstStyle/>
          <a:p>
            <a:pPr>
              <a:defRPr/>
            </a:pPr>
            <a:r>
              <a:rPr lang="zh-CN" altLang="en-US" sz="1524" dirty="0"/>
              <a:t>宿醉</a:t>
            </a:r>
          </a:p>
        </p:txBody>
      </p:sp>
      <p:sp>
        <p:nvSpPr>
          <p:cNvPr id="16" name="TextBox 15">
            <a:extLst>
              <a:ext uri="{FF2B5EF4-FFF2-40B4-BE49-F238E27FC236}">
                <a16:creationId xmlns:a16="http://schemas.microsoft.com/office/drawing/2014/main" id="{90605FE3-C1A6-4B35-9E9C-955437468BD0}"/>
              </a:ext>
            </a:extLst>
          </p:cNvPr>
          <p:cNvSpPr txBox="1"/>
          <p:nvPr/>
        </p:nvSpPr>
        <p:spPr>
          <a:xfrm>
            <a:off x="6392863" y="960438"/>
            <a:ext cx="419100" cy="1143000"/>
          </a:xfrm>
          <a:prstGeom prst="rect">
            <a:avLst/>
          </a:prstGeom>
          <a:noFill/>
        </p:spPr>
        <p:txBody>
          <a:bodyPr vert="eaVert">
            <a:spAutoFit/>
          </a:bodyPr>
          <a:lstStyle/>
          <a:p>
            <a:pPr>
              <a:defRPr/>
            </a:pPr>
            <a:r>
              <a:rPr lang="zh-CN" altLang="en-US" sz="1524" dirty="0"/>
              <a:t>午夜凶铃</a:t>
            </a:r>
          </a:p>
        </p:txBody>
      </p:sp>
      <p:sp>
        <p:nvSpPr>
          <p:cNvPr id="17" name="TextBox 16">
            <a:extLst>
              <a:ext uri="{FF2B5EF4-FFF2-40B4-BE49-F238E27FC236}">
                <a16:creationId xmlns:a16="http://schemas.microsoft.com/office/drawing/2014/main" id="{ADCF87F3-2A18-40D7-8469-3B03A06CABFD}"/>
              </a:ext>
            </a:extLst>
          </p:cNvPr>
          <p:cNvSpPr txBox="1"/>
          <p:nvPr/>
        </p:nvSpPr>
        <p:spPr>
          <a:xfrm>
            <a:off x="4916488" y="960438"/>
            <a:ext cx="419100" cy="1189037"/>
          </a:xfrm>
          <a:prstGeom prst="rect">
            <a:avLst/>
          </a:prstGeom>
          <a:noFill/>
        </p:spPr>
        <p:txBody>
          <a:bodyPr vert="eaVert">
            <a:spAutoFit/>
          </a:bodyPr>
          <a:lstStyle/>
          <a:p>
            <a:pPr>
              <a:defRPr/>
            </a:pPr>
            <a:r>
              <a:rPr lang="zh-CN" altLang="en-US" sz="1524" dirty="0"/>
              <a:t>东成西就</a:t>
            </a:r>
          </a:p>
        </p:txBody>
      </p:sp>
      <p:sp>
        <p:nvSpPr>
          <p:cNvPr id="18" name="TextBox 17">
            <a:extLst>
              <a:ext uri="{FF2B5EF4-FFF2-40B4-BE49-F238E27FC236}">
                <a16:creationId xmlns:a16="http://schemas.microsoft.com/office/drawing/2014/main" id="{663FC0E2-A406-489B-B5B2-6ED314554F61}"/>
              </a:ext>
            </a:extLst>
          </p:cNvPr>
          <p:cNvSpPr txBox="1"/>
          <p:nvPr/>
        </p:nvSpPr>
        <p:spPr>
          <a:xfrm>
            <a:off x="7900988" y="1096963"/>
            <a:ext cx="420687" cy="823912"/>
          </a:xfrm>
          <a:prstGeom prst="rect">
            <a:avLst/>
          </a:prstGeom>
          <a:noFill/>
        </p:spPr>
        <p:txBody>
          <a:bodyPr vert="eaVert">
            <a:spAutoFit/>
          </a:bodyPr>
          <a:lstStyle/>
          <a:p>
            <a:pPr>
              <a:defRPr/>
            </a:pPr>
            <a:r>
              <a:rPr lang="zh-CN" altLang="en-US" sz="1524" dirty="0"/>
              <a:t>寂静岭</a:t>
            </a:r>
          </a:p>
        </p:txBody>
      </p:sp>
      <p:sp>
        <p:nvSpPr>
          <p:cNvPr id="19" name="TextBox 18">
            <a:extLst>
              <a:ext uri="{FF2B5EF4-FFF2-40B4-BE49-F238E27FC236}">
                <a16:creationId xmlns:a16="http://schemas.microsoft.com/office/drawing/2014/main" id="{233404E5-91C3-4E5C-8CFF-783C1F29E0D6}"/>
              </a:ext>
            </a:extLst>
          </p:cNvPr>
          <p:cNvSpPr txBox="1"/>
          <p:nvPr/>
        </p:nvSpPr>
        <p:spPr>
          <a:xfrm>
            <a:off x="5432425" y="1006475"/>
            <a:ext cx="419100" cy="1096963"/>
          </a:xfrm>
          <a:prstGeom prst="rect">
            <a:avLst/>
          </a:prstGeom>
          <a:noFill/>
        </p:spPr>
        <p:txBody>
          <a:bodyPr vert="eaVert">
            <a:spAutoFit/>
          </a:bodyPr>
          <a:lstStyle/>
          <a:p>
            <a:pPr>
              <a:defRPr/>
            </a:pPr>
            <a:r>
              <a:rPr lang="zh-CN" altLang="en-US" sz="1524" dirty="0"/>
              <a:t>大话西游</a:t>
            </a:r>
          </a:p>
        </p:txBody>
      </p:sp>
      <p:sp>
        <p:nvSpPr>
          <p:cNvPr id="20" name="TextBox 19">
            <a:extLst>
              <a:ext uri="{FF2B5EF4-FFF2-40B4-BE49-F238E27FC236}">
                <a16:creationId xmlns:a16="http://schemas.microsoft.com/office/drawing/2014/main" id="{C6473328-DC8E-4E09-96E6-336E97248871}"/>
              </a:ext>
            </a:extLst>
          </p:cNvPr>
          <p:cNvSpPr txBox="1"/>
          <p:nvPr/>
        </p:nvSpPr>
        <p:spPr>
          <a:xfrm>
            <a:off x="5875338" y="960438"/>
            <a:ext cx="420687" cy="1116012"/>
          </a:xfrm>
          <a:prstGeom prst="rect">
            <a:avLst/>
          </a:prstGeom>
          <a:noFill/>
        </p:spPr>
        <p:txBody>
          <a:bodyPr vert="eaVert">
            <a:spAutoFit/>
          </a:bodyPr>
          <a:lstStyle/>
          <a:p>
            <a:pPr>
              <a:defRPr/>
            </a:pPr>
            <a:r>
              <a:rPr lang="zh-CN" altLang="en-US" sz="1524" dirty="0"/>
              <a:t>八星报喜</a:t>
            </a:r>
          </a:p>
        </p:txBody>
      </p:sp>
      <p:graphicFrame>
        <p:nvGraphicFramePr>
          <p:cNvPr id="242707" name="对象 20">
            <a:extLst>
              <a:ext uri="{FF2B5EF4-FFF2-40B4-BE49-F238E27FC236}">
                <a16:creationId xmlns:a16="http://schemas.microsoft.com/office/drawing/2014/main" id="{21709AFC-C40B-47B9-BD67-1CF7A8699EA7}"/>
              </a:ext>
            </a:extLst>
          </p:cNvPr>
          <p:cNvGraphicFramePr>
            <a:graphicFrameLocks noChangeAspect="1"/>
          </p:cNvGraphicFramePr>
          <p:nvPr/>
        </p:nvGraphicFramePr>
        <p:xfrm>
          <a:off x="8405813" y="2286000"/>
          <a:ext cx="738187" cy="457200"/>
        </p:xfrm>
        <a:graphic>
          <a:graphicData uri="http://schemas.openxmlformats.org/presentationml/2006/ole">
            <mc:AlternateContent xmlns:mc="http://schemas.openxmlformats.org/markup-compatibility/2006">
              <mc:Choice xmlns:v="urn:schemas-microsoft-com:vml" Requires="v">
                <p:oleObj spid="_x0000_s16448" name="Equation" r:id="rId3" imgW="266353" imgH="164885" progId="Equation.DSMT4">
                  <p:embed/>
                </p:oleObj>
              </mc:Choice>
              <mc:Fallback>
                <p:oleObj name="Equation" r:id="rId3" imgW="266353" imgH="164885" progId="Equation.DSMT4">
                  <p:embed/>
                  <p:pic>
                    <p:nvPicPr>
                      <p:cNvPr id="242707" name="对象 20">
                        <a:extLst>
                          <a:ext uri="{FF2B5EF4-FFF2-40B4-BE49-F238E27FC236}">
                            <a16:creationId xmlns:a16="http://schemas.microsoft.com/office/drawing/2014/main" id="{21709AFC-C40B-47B9-BD67-1CF7A8699E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5813" y="2286000"/>
                        <a:ext cx="738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2708" name="对象 21">
            <a:extLst>
              <a:ext uri="{FF2B5EF4-FFF2-40B4-BE49-F238E27FC236}">
                <a16:creationId xmlns:a16="http://schemas.microsoft.com/office/drawing/2014/main" id="{AB9ECF31-BBDA-455D-A8C0-5A75D18F18A7}"/>
              </a:ext>
            </a:extLst>
          </p:cNvPr>
          <p:cNvGraphicFramePr>
            <a:graphicFrameLocks noChangeAspect="1"/>
          </p:cNvGraphicFramePr>
          <p:nvPr/>
        </p:nvGraphicFramePr>
        <p:xfrm>
          <a:off x="2071688" y="4117975"/>
          <a:ext cx="5732462" cy="587375"/>
        </p:xfrm>
        <a:graphic>
          <a:graphicData uri="http://schemas.openxmlformats.org/presentationml/2006/ole">
            <mc:AlternateContent xmlns:mc="http://schemas.openxmlformats.org/markup-compatibility/2006">
              <mc:Choice xmlns:v="urn:schemas-microsoft-com:vml" Requires="v">
                <p:oleObj spid="_x0000_s16449" name="Equation" r:id="rId5" imgW="2857500" imgH="254000" progId="Equation.DSMT4">
                  <p:embed/>
                </p:oleObj>
              </mc:Choice>
              <mc:Fallback>
                <p:oleObj name="Equation" r:id="rId5" imgW="2857500" imgH="254000" progId="Equation.DSMT4">
                  <p:embed/>
                  <p:pic>
                    <p:nvPicPr>
                      <p:cNvPr id="242708" name="对象 21">
                        <a:extLst>
                          <a:ext uri="{FF2B5EF4-FFF2-40B4-BE49-F238E27FC236}">
                            <a16:creationId xmlns:a16="http://schemas.microsoft.com/office/drawing/2014/main" id="{AB9ECF31-BBDA-455D-A8C0-5A75D18F18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1688" y="4117975"/>
                        <a:ext cx="57324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矩形标注 22">
            <a:extLst>
              <a:ext uri="{FF2B5EF4-FFF2-40B4-BE49-F238E27FC236}">
                <a16:creationId xmlns:a16="http://schemas.microsoft.com/office/drawing/2014/main" id="{B9604DC5-C10B-4FEC-833E-9880BDD096A5}"/>
              </a:ext>
            </a:extLst>
          </p:cNvPr>
          <p:cNvSpPr/>
          <p:nvPr/>
        </p:nvSpPr>
        <p:spPr>
          <a:xfrm>
            <a:off x="2651125" y="5303838"/>
            <a:ext cx="1327150" cy="639762"/>
          </a:xfrm>
          <a:prstGeom prst="wedgeRectCallout">
            <a:avLst>
              <a:gd name="adj1" fmla="val 42453"/>
              <a:gd name="adj2" fmla="val -157835"/>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286" dirty="0">
                <a:solidFill>
                  <a:schemeClr val="tx1"/>
                </a:solidFill>
              </a:rPr>
              <a:t>影片相对客观分数</a:t>
            </a:r>
          </a:p>
        </p:txBody>
      </p:sp>
      <p:sp>
        <p:nvSpPr>
          <p:cNvPr id="25" name="矩形标注 24">
            <a:extLst>
              <a:ext uri="{FF2B5EF4-FFF2-40B4-BE49-F238E27FC236}">
                <a16:creationId xmlns:a16="http://schemas.microsoft.com/office/drawing/2014/main" id="{0FA95AFC-3A19-46B0-BB97-68C00A4AE9B3}"/>
              </a:ext>
            </a:extLst>
          </p:cNvPr>
          <p:cNvSpPr/>
          <p:nvPr/>
        </p:nvSpPr>
        <p:spPr>
          <a:xfrm>
            <a:off x="5303838" y="5075238"/>
            <a:ext cx="2147887" cy="1143000"/>
          </a:xfrm>
          <a:prstGeom prst="wedgeRectCallout">
            <a:avLst>
              <a:gd name="adj1" fmla="val 11214"/>
              <a:gd name="adj2" fmla="val -94804"/>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286" dirty="0">
                <a:solidFill>
                  <a:schemeClr val="tx1"/>
                </a:solidFill>
              </a:rPr>
              <a:t>影片类型适应度得分得分</a:t>
            </a:r>
          </a:p>
        </p:txBody>
      </p:sp>
      <p:sp>
        <p:nvSpPr>
          <p:cNvPr id="38" name="矩形标注 37">
            <a:extLst>
              <a:ext uri="{FF2B5EF4-FFF2-40B4-BE49-F238E27FC236}">
                <a16:creationId xmlns:a16="http://schemas.microsoft.com/office/drawing/2014/main" id="{3676A4CD-2407-4615-99D5-4B4E9B3FDD23}"/>
              </a:ext>
            </a:extLst>
          </p:cNvPr>
          <p:cNvSpPr/>
          <p:nvPr/>
        </p:nvSpPr>
        <p:spPr>
          <a:xfrm>
            <a:off x="2743200" y="3246438"/>
            <a:ext cx="2378075" cy="593725"/>
          </a:xfrm>
          <a:prstGeom prst="wedgeRectCallout">
            <a:avLst>
              <a:gd name="adj1" fmla="val -10482"/>
              <a:gd name="adj2" fmla="val -130440"/>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286" b="1" dirty="0">
                <a:solidFill>
                  <a:srgbClr val="FF0000"/>
                </a:solidFill>
              </a:rPr>
              <a:t>各部分得分权重</a:t>
            </a:r>
          </a:p>
        </p:txBody>
      </p:sp>
      <p:sp>
        <p:nvSpPr>
          <p:cNvPr id="26" name="矩形标注 25">
            <a:extLst>
              <a:ext uri="{FF2B5EF4-FFF2-40B4-BE49-F238E27FC236}">
                <a16:creationId xmlns:a16="http://schemas.microsoft.com/office/drawing/2014/main" id="{B0CE04EA-279E-4A6A-98E1-2CE12D902EC4}"/>
              </a:ext>
            </a:extLst>
          </p:cNvPr>
          <p:cNvSpPr/>
          <p:nvPr/>
        </p:nvSpPr>
        <p:spPr>
          <a:xfrm>
            <a:off x="-10494" y="5211763"/>
            <a:ext cx="1965325" cy="869950"/>
          </a:xfrm>
          <a:prstGeom prst="wedgeRectCallout">
            <a:avLst>
              <a:gd name="adj1" fmla="val 54779"/>
              <a:gd name="adj2" fmla="val -117168"/>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32" b="1" dirty="0">
                <a:solidFill>
                  <a:srgbClr val="FF0000"/>
                </a:solidFill>
              </a:rPr>
              <a:t>计算魂飞魄散对</a:t>
            </a:r>
            <a:r>
              <a:rPr lang="en-US" altLang="zh-CN" sz="2032" b="1" dirty="0">
                <a:solidFill>
                  <a:srgbClr val="FF0000"/>
                </a:solidFill>
              </a:rPr>
              <a:t>《</a:t>
            </a:r>
            <a:r>
              <a:rPr lang="zh-CN" altLang="en-US" sz="2032" b="1" dirty="0">
                <a:solidFill>
                  <a:srgbClr val="FF0000"/>
                </a:solidFill>
              </a:rPr>
              <a:t>咒怨</a:t>
            </a:r>
            <a:r>
              <a:rPr lang="en-US" altLang="zh-CN" sz="2032" b="1" dirty="0">
                <a:solidFill>
                  <a:srgbClr val="FF0000"/>
                </a:solidFill>
              </a:rPr>
              <a:t>》</a:t>
            </a:r>
            <a:r>
              <a:rPr lang="zh-CN" altLang="en-US" sz="2032" b="1" dirty="0">
                <a:solidFill>
                  <a:srgbClr val="FF0000"/>
                </a:solidFill>
              </a:rPr>
              <a:t>的评分</a:t>
            </a:r>
          </a:p>
        </p:txBody>
      </p:sp>
      <p:sp>
        <p:nvSpPr>
          <p:cNvPr id="27" name="矩形 26">
            <a:extLst>
              <a:ext uri="{FF2B5EF4-FFF2-40B4-BE49-F238E27FC236}">
                <a16:creationId xmlns:a16="http://schemas.microsoft.com/office/drawing/2014/main" id="{E2FE0C3E-F297-45B7-921C-AB4FFD7CECC0}"/>
              </a:ext>
            </a:extLst>
          </p:cNvPr>
          <p:cNvSpPr/>
          <p:nvPr/>
        </p:nvSpPr>
        <p:spPr>
          <a:xfrm>
            <a:off x="1096963" y="2422525"/>
            <a:ext cx="1371600" cy="3206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24" dirty="0">
              <a:solidFill>
                <a:schemeClr val="tx1"/>
              </a:solidFill>
            </a:endParaRPr>
          </a:p>
        </p:txBody>
      </p:sp>
      <p:sp>
        <p:nvSpPr>
          <p:cNvPr id="28" name="矩形 27">
            <a:extLst>
              <a:ext uri="{FF2B5EF4-FFF2-40B4-BE49-F238E27FC236}">
                <a16:creationId xmlns:a16="http://schemas.microsoft.com/office/drawing/2014/main" id="{0790B687-97BF-42EB-B48F-FE558A5057C3}"/>
              </a:ext>
            </a:extLst>
          </p:cNvPr>
          <p:cNvSpPr/>
          <p:nvPr/>
        </p:nvSpPr>
        <p:spPr>
          <a:xfrm>
            <a:off x="6904038" y="2103438"/>
            <a:ext cx="503237" cy="8683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24" dirty="0">
              <a:solidFill>
                <a:schemeClr val="tx1"/>
              </a:solidFill>
            </a:endParaRPr>
          </a:p>
        </p:txBody>
      </p:sp>
      <p:graphicFrame>
        <p:nvGraphicFramePr>
          <p:cNvPr id="30" name="内容占位符 29">
            <a:extLst>
              <a:ext uri="{FF2B5EF4-FFF2-40B4-BE49-F238E27FC236}">
                <a16:creationId xmlns:a16="http://schemas.microsoft.com/office/drawing/2014/main" id="{EC77D042-87EB-4C74-AD16-EA58812144EE}"/>
              </a:ext>
            </a:extLst>
          </p:cNvPr>
          <p:cNvGraphicFramePr>
            <a:graphicFrameLocks noGrp="1"/>
          </p:cNvGraphicFramePr>
          <p:nvPr>
            <p:ph idx="1"/>
          </p:nvPr>
        </p:nvGraphicFramePr>
        <p:xfrm>
          <a:off x="182563" y="1096963"/>
          <a:ext cx="2286000" cy="2743200"/>
        </p:xfrm>
        <a:graphic>
          <a:graphicData uri="http://schemas.openxmlformats.org/drawingml/2006/table">
            <a:tbl>
              <a:tblPr/>
              <a:tblGrid>
                <a:gridCol w="8686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274320">
                <a:tc>
                  <a:txBody>
                    <a:bodyPr/>
                    <a:lstStyle/>
                    <a:p>
                      <a:pPr algn="l" fontAlgn="ctr"/>
                      <a:r>
                        <a:rPr lang="zh-CN" altLang="en-US" sz="1500" b="0" i="0" u="none" strike="noStrike" dirty="0">
                          <a:solidFill>
                            <a:srgbClr val="000000"/>
                          </a:solidFill>
                          <a:latin typeface="宋体"/>
                        </a:rPr>
                        <a:t>至尊宝</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0.34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0.23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4320">
                <a:tc>
                  <a:txBody>
                    <a:bodyPr/>
                    <a:lstStyle/>
                    <a:p>
                      <a:pPr algn="l" fontAlgn="ctr"/>
                      <a:r>
                        <a:rPr lang="zh-CN" altLang="en-US" sz="1500" b="0" i="0" u="none" strike="noStrike">
                          <a:solidFill>
                            <a:srgbClr val="000000"/>
                          </a:solidFill>
                          <a:latin typeface="宋体"/>
                        </a:rPr>
                        <a:t>小小宝</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0.34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74320">
                <a:tc>
                  <a:txBody>
                    <a:bodyPr/>
                    <a:lstStyle/>
                    <a:p>
                      <a:pPr algn="l" fontAlgn="ctr"/>
                      <a:r>
                        <a:rPr lang="zh-CN" altLang="en-US" sz="1500" b="0" i="0" u="none" strike="noStrike">
                          <a:solidFill>
                            <a:srgbClr val="000000"/>
                          </a:solidFill>
                          <a:latin typeface="宋体"/>
                        </a:rPr>
                        <a:t>流氓兔</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74320">
                <a:tc>
                  <a:txBody>
                    <a:bodyPr/>
                    <a:lstStyle/>
                    <a:p>
                      <a:pPr algn="l" fontAlgn="ctr"/>
                      <a:r>
                        <a:rPr lang="zh-CN" altLang="en-US" sz="1500" b="0" i="0" u="none" strike="noStrike">
                          <a:solidFill>
                            <a:srgbClr val="000000"/>
                          </a:solidFill>
                          <a:latin typeface="宋体"/>
                        </a:rPr>
                        <a:t>霹*雳</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0.35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4320">
                <a:tc>
                  <a:txBody>
                    <a:bodyPr/>
                    <a:lstStyle/>
                    <a:p>
                      <a:pPr algn="l" fontAlgn="ctr"/>
                      <a:r>
                        <a:rPr lang="zh-CN" altLang="en-US" sz="1500" b="0" i="0" u="none" strike="noStrike">
                          <a:solidFill>
                            <a:srgbClr val="000000"/>
                          </a:solidFill>
                          <a:latin typeface="宋体"/>
                        </a:rPr>
                        <a:t>中原不败</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74320">
                <a:tc>
                  <a:txBody>
                    <a:bodyPr/>
                    <a:lstStyle/>
                    <a:p>
                      <a:pPr algn="l" fontAlgn="ctr"/>
                      <a:r>
                        <a:rPr lang="zh-CN" altLang="en-US" sz="1500" b="0" i="0" u="none" strike="noStrike">
                          <a:solidFill>
                            <a:srgbClr val="000000"/>
                          </a:solidFill>
                          <a:latin typeface="宋体"/>
                        </a:rPr>
                        <a:t>魂飞魄散</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-0.33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74320">
                <a:tc>
                  <a:txBody>
                    <a:bodyPr/>
                    <a:lstStyle/>
                    <a:p>
                      <a:pPr algn="l" fontAlgn="ctr"/>
                      <a:r>
                        <a:rPr lang="zh-CN" altLang="en-US" sz="1500" b="0" i="0" u="none" strike="noStrike">
                          <a:solidFill>
                            <a:srgbClr val="000000"/>
                          </a:solidFill>
                          <a:latin typeface="宋体"/>
                        </a:rPr>
                        <a:t>荒村少年</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0.30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-0.27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74320">
                <a:tc>
                  <a:txBody>
                    <a:bodyPr/>
                    <a:lstStyle/>
                    <a:p>
                      <a:pPr algn="l" fontAlgn="ctr"/>
                      <a:r>
                        <a:rPr lang="zh-CN" altLang="en-US" sz="1500" b="0" i="0" u="none" strike="noStrike">
                          <a:solidFill>
                            <a:srgbClr val="000000"/>
                          </a:solidFill>
                          <a:latin typeface="宋体"/>
                        </a:rPr>
                        <a:t>憨豆豆</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-0.31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74320">
                <a:tc>
                  <a:txBody>
                    <a:bodyPr/>
                    <a:lstStyle/>
                    <a:p>
                      <a:pPr algn="l" fontAlgn="ctr"/>
                      <a:r>
                        <a:rPr lang="zh-CN" altLang="en-US" sz="1500" b="0" i="0" u="none" strike="noStrike">
                          <a:solidFill>
                            <a:srgbClr val="000000"/>
                          </a:solidFill>
                          <a:latin typeface="宋体"/>
                        </a:rPr>
                        <a:t>怪大叔</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0.32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-0.34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74320">
                <a:tc>
                  <a:txBody>
                    <a:bodyPr/>
                    <a:lstStyle/>
                    <a:p>
                      <a:pPr algn="l" fontAlgn="ctr"/>
                      <a:r>
                        <a:rPr lang="zh-CN" altLang="en-US" sz="1500" b="0" i="0" u="none" strike="noStrike">
                          <a:solidFill>
                            <a:srgbClr val="000000"/>
                          </a:solidFill>
                          <a:latin typeface="宋体"/>
                        </a:rPr>
                        <a:t>美味僵尸</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0.30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500" b="0" i="0" u="none" strike="noStrike" dirty="0">
                          <a:solidFill>
                            <a:srgbClr val="000000"/>
                          </a:solidFill>
                          <a:latin typeface="宋体"/>
                        </a:rPr>
                        <a:t>-0.34 </a:t>
                      </a:r>
                    </a:p>
                  </a:txBody>
                  <a:tcPr marL="6048" marR="6048" marT="604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graphicFrame>
        <p:nvGraphicFramePr>
          <p:cNvPr id="31" name="表格 30">
            <a:extLst>
              <a:ext uri="{FF2B5EF4-FFF2-40B4-BE49-F238E27FC236}">
                <a16:creationId xmlns:a16="http://schemas.microsoft.com/office/drawing/2014/main" id="{CA94EE62-D4F5-4984-A068-DBAD4AC9B52E}"/>
              </a:ext>
            </a:extLst>
          </p:cNvPr>
          <p:cNvGraphicFramePr>
            <a:graphicFrameLocks noGrp="1"/>
          </p:cNvGraphicFramePr>
          <p:nvPr/>
        </p:nvGraphicFramePr>
        <p:xfrm>
          <a:off x="4525963" y="2103438"/>
          <a:ext cx="3795711" cy="822326"/>
        </p:xfrm>
        <a:graphic>
          <a:graphicData uri="http://schemas.openxmlformats.org/drawingml/2006/table">
            <a:tbl>
              <a:tblPr/>
              <a:tblGrid>
                <a:gridCol w="411583">
                  <a:extLst>
                    <a:ext uri="{9D8B030D-6E8A-4147-A177-3AD203B41FA5}">
                      <a16:colId xmlns:a16="http://schemas.microsoft.com/office/drawing/2014/main" val="20000"/>
                    </a:ext>
                  </a:extLst>
                </a:gridCol>
                <a:gridCol w="503046">
                  <a:extLst>
                    <a:ext uri="{9D8B030D-6E8A-4147-A177-3AD203B41FA5}">
                      <a16:colId xmlns:a16="http://schemas.microsoft.com/office/drawing/2014/main" val="20001"/>
                    </a:ext>
                  </a:extLst>
                </a:gridCol>
                <a:gridCol w="503046">
                  <a:extLst>
                    <a:ext uri="{9D8B030D-6E8A-4147-A177-3AD203B41FA5}">
                      <a16:colId xmlns:a16="http://schemas.microsoft.com/office/drawing/2014/main" val="20002"/>
                    </a:ext>
                  </a:extLst>
                </a:gridCol>
                <a:gridCol w="365852">
                  <a:extLst>
                    <a:ext uri="{9D8B030D-6E8A-4147-A177-3AD203B41FA5}">
                      <a16:colId xmlns:a16="http://schemas.microsoft.com/office/drawing/2014/main" val="20003"/>
                    </a:ext>
                  </a:extLst>
                </a:gridCol>
                <a:gridCol w="601668">
                  <a:extLst>
                    <a:ext uri="{9D8B030D-6E8A-4147-A177-3AD203B41FA5}">
                      <a16:colId xmlns:a16="http://schemas.microsoft.com/office/drawing/2014/main" val="20004"/>
                    </a:ext>
                  </a:extLst>
                </a:gridCol>
                <a:gridCol w="499227">
                  <a:extLst>
                    <a:ext uri="{9D8B030D-6E8A-4147-A177-3AD203B41FA5}">
                      <a16:colId xmlns:a16="http://schemas.microsoft.com/office/drawing/2014/main" val="20005"/>
                    </a:ext>
                  </a:extLst>
                </a:gridCol>
                <a:gridCol w="443758">
                  <a:extLst>
                    <a:ext uri="{9D8B030D-6E8A-4147-A177-3AD203B41FA5}">
                      <a16:colId xmlns:a16="http://schemas.microsoft.com/office/drawing/2014/main" val="20006"/>
                    </a:ext>
                  </a:extLst>
                </a:gridCol>
                <a:gridCol w="467531">
                  <a:extLst>
                    <a:ext uri="{9D8B030D-6E8A-4147-A177-3AD203B41FA5}">
                      <a16:colId xmlns:a16="http://schemas.microsoft.com/office/drawing/2014/main" val="20007"/>
                    </a:ext>
                  </a:extLst>
                </a:gridCol>
              </a:tblGrid>
              <a:tr h="411163">
                <a:tc>
                  <a:txBody>
                    <a:bodyPr/>
                    <a:lstStyle/>
                    <a:p>
                      <a:pPr algn="ctr" fontAlgn="ctr"/>
                      <a:r>
                        <a:rPr lang="en-US" altLang="zh-CN" sz="1300" b="0" i="0" u="none" strike="noStrike" dirty="0">
                          <a:solidFill>
                            <a:srgbClr val="000000"/>
                          </a:solidFill>
                          <a:latin typeface="宋体"/>
                        </a:rPr>
                        <a:t>0.34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0.33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0.40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0.33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0.35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0.37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0.34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0.36 </a:t>
                      </a:r>
                    </a:p>
                  </a:txBody>
                  <a:tcPr marL="6050" marR="6050" marT="6043" marB="0" anchor="ctr">
                    <a:lnL>
                      <a:noFill/>
                    </a:lnL>
                    <a:lnR>
                      <a:noFill/>
                    </a:lnR>
                    <a:lnT>
                      <a:noFill/>
                    </a:lnT>
                    <a:lnB>
                      <a:noFill/>
                    </a:lnB>
                  </a:tcPr>
                </a:tc>
                <a:extLst>
                  <a:ext uri="{0D108BD9-81ED-4DB2-BD59-A6C34878D82A}">
                    <a16:rowId xmlns:a16="http://schemas.microsoft.com/office/drawing/2014/main" val="10000"/>
                  </a:ext>
                </a:extLst>
              </a:tr>
              <a:tr h="411163">
                <a:tc>
                  <a:txBody>
                    <a:bodyPr/>
                    <a:lstStyle/>
                    <a:p>
                      <a:pPr algn="ctr" fontAlgn="ctr"/>
                      <a:r>
                        <a:rPr lang="en-US" altLang="zh-CN" sz="1300" b="0" i="0" u="none" strike="noStrike" dirty="0">
                          <a:solidFill>
                            <a:srgbClr val="000000"/>
                          </a:solidFill>
                          <a:latin typeface="宋体"/>
                        </a:rPr>
                        <a:t>0.39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0.34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0.29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0.40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-0.31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-0.37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-0.34 </a:t>
                      </a:r>
                    </a:p>
                  </a:txBody>
                  <a:tcPr marL="6050" marR="6050" marT="6043" marB="0" anchor="ctr">
                    <a:lnL>
                      <a:noFill/>
                    </a:lnL>
                    <a:lnR>
                      <a:noFill/>
                    </a:lnR>
                    <a:lnT>
                      <a:noFill/>
                    </a:lnT>
                    <a:lnB>
                      <a:noFill/>
                    </a:lnB>
                  </a:tcPr>
                </a:tc>
                <a:tc>
                  <a:txBody>
                    <a:bodyPr/>
                    <a:lstStyle/>
                    <a:p>
                      <a:pPr algn="ctr" fontAlgn="ctr"/>
                      <a:r>
                        <a:rPr lang="en-US" altLang="zh-CN" sz="1300" b="0" i="0" u="none" strike="noStrike" dirty="0">
                          <a:solidFill>
                            <a:srgbClr val="000000"/>
                          </a:solidFill>
                          <a:latin typeface="宋体"/>
                        </a:rPr>
                        <a:t>-0.37 </a:t>
                      </a:r>
                    </a:p>
                  </a:txBody>
                  <a:tcPr marL="6050" marR="6050" marT="6043" marB="0" anchor="ctr">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32" name="TextBox 31">
            <a:extLst>
              <a:ext uri="{FF2B5EF4-FFF2-40B4-BE49-F238E27FC236}">
                <a16:creationId xmlns:a16="http://schemas.microsoft.com/office/drawing/2014/main" id="{A13B0D06-EA49-405F-BD43-C0D12A29ED99}"/>
              </a:ext>
            </a:extLst>
          </p:cNvPr>
          <p:cNvSpPr txBox="1"/>
          <p:nvPr/>
        </p:nvSpPr>
        <p:spPr>
          <a:xfrm>
            <a:off x="6942138" y="1371600"/>
            <a:ext cx="419100" cy="639763"/>
          </a:xfrm>
          <a:prstGeom prst="rect">
            <a:avLst/>
          </a:prstGeom>
          <a:noFill/>
        </p:spPr>
        <p:txBody>
          <a:bodyPr vert="eaVert">
            <a:spAutoFit/>
          </a:bodyPr>
          <a:lstStyle/>
          <a:p>
            <a:pPr>
              <a:defRPr/>
            </a:pPr>
            <a:r>
              <a:rPr lang="zh-CN" altLang="en-US" sz="1524" dirty="0"/>
              <a:t>咒怨</a:t>
            </a:r>
          </a:p>
        </p:txBody>
      </p:sp>
      <p:sp>
        <p:nvSpPr>
          <p:cNvPr id="33" name="TextBox 32">
            <a:extLst>
              <a:ext uri="{FF2B5EF4-FFF2-40B4-BE49-F238E27FC236}">
                <a16:creationId xmlns:a16="http://schemas.microsoft.com/office/drawing/2014/main" id="{DA5B3281-A641-45DC-A3AF-F0FB7759F0BB}"/>
              </a:ext>
            </a:extLst>
          </p:cNvPr>
          <p:cNvSpPr txBox="1"/>
          <p:nvPr/>
        </p:nvSpPr>
        <p:spPr>
          <a:xfrm>
            <a:off x="7443788" y="914400"/>
            <a:ext cx="420687" cy="1235075"/>
          </a:xfrm>
          <a:prstGeom prst="rect">
            <a:avLst/>
          </a:prstGeom>
          <a:noFill/>
        </p:spPr>
        <p:txBody>
          <a:bodyPr vert="eaVert">
            <a:spAutoFit/>
          </a:bodyPr>
          <a:lstStyle/>
          <a:p>
            <a:pPr>
              <a:defRPr/>
            </a:pPr>
            <a:r>
              <a:rPr lang="zh-CN" altLang="en-US" sz="1524" dirty="0"/>
              <a:t>林中小屋</a:t>
            </a:r>
          </a:p>
        </p:txBody>
      </p:sp>
    </p:spTree>
  </p:cSld>
  <p:clrMapOvr>
    <a:masterClrMapping/>
  </p:clrMapOvr>
  <p:transition spd="slow">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标题 1">
            <a:extLst>
              <a:ext uri="{FF2B5EF4-FFF2-40B4-BE49-F238E27FC236}">
                <a16:creationId xmlns:a16="http://schemas.microsoft.com/office/drawing/2014/main" id="{63CCB640-E810-472C-9CF0-4F5F34C3EAB0}"/>
              </a:ext>
            </a:extLst>
          </p:cNvPr>
          <p:cNvSpPr>
            <a:spLocks noGrp="1"/>
          </p:cNvSpPr>
          <p:nvPr>
            <p:ph type="title"/>
          </p:nvPr>
        </p:nvSpPr>
        <p:spPr>
          <a:xfrm>
            <a:off x="273050" y="115888"/>
            <a:ext cx="4330700" cy="777875"/>
          </a:xfrm>
        </p:spPr>
        <p:txBody>
          <a:bodyPr/>
          <a:lstStyle/>
          <a:p>
            <a:r>
              <a:rPr lang="en-US" altLang="zh-CN"/>
              <a:t>SVD</a:t>
            </a:r>
            <a:r>
              <a:rPr lang="zh-CN" altLang="en-US"/>
              <a:t>结果简要测评</a:t>
            </a:r>
          </a:p>
        </p:txBody>
      </p:sp>
      <p:sp>
        <p:nvSpPr>
          <p:cNvPr id="243715" name="内容占位符 2">
            <a:extLst>
              <a:ext uri="{FF2B5EF4-FFF2-40B4-BE49-F238E27FC236}">
                <a16:creationId xmlns:a16="http://schemas.microsoft.com/office/drawing/2014/main" id="{9B308581-A68C-4CA3-820D-2A754EC40065}"/>
              </a:ext>
            </a:extLst>
          </p:cNvPr>
          <p:cNvSpPr>
            <a:spLocks noGrp="1"/>
          </p:cNvSpPr>
          <p:nvPr>
            <p:ph idx="1"/>
          </p:nvPr>
        </p:nvSpPr>
        <p:spPr>
          <a:xfrm>
            <a:off x="116505" y="765175"/>
            <a:ext cx="9027495" cy="4754563"/>
          </a:xfrm>
        </p:spPr>
        <p:txBody>
          <a:bodyPr/>
          <a:lstStyle/>
          <a:p>
            <a:r>
              <a:rPr lang="zh-CN" altLang="en-US" dirty="0"/>
              <a:t>至尊宝的观影历史显示其对喜剧类的电影评分较高，对恐怖电影普遍评分较低，因此可以推测他应该是</a:t>
            </a:r>
            <a:r>
              <a:rPr lang="zh-CN" altLang="en-US" b="1" dirty="0">
                <a:solidFill>
                  <a:srgbClr val="FF0000"/>
                </a:solidFill>
              </a:rPr>
              <a:t>不喜欢</a:t>
            </a:r>
            <a:r>
              <a:rPr lang="zh-CN" altLang="en-US" dirty="0"/>
              <a:t>看</a:t>
            </a:r>
            <a:r>
              <a:rPr lang="en-US" altLang="zh-CN" dirty="0"/>
              <a:t>《</a:t>
            </a:r>
            <a:r>
              <a:rPr lang="zh-CN" altLang="en-US" dirty="0"/>
              <a:t>寂静岭</a:t>
            </a:r>
            <a:r>
              <a:rPr lang="en-US" altLang="zh-CN" dirty="0"/>
              <a:t>》</a:t>
            </a:r>
            <a:r>
              <a:rPr lang="zh-CN" altLang="en-US" dirty="0"/>
              <a:t>的，模型给出的打分为</a:t>
            </a:r>
            <a:r>
              <a:rPr lang="en-US" altLang="zh-CN" b="1" dirty="0">
                <a:solidFill>
                  <a:srgbClr val="FF0000"/>
                </a:solidFill>
              </a:rPr>
              <a:t>2.6</a:t>
            </a:r>
            <a:r>
              <a:rPr lang="zh-CN" altLang="en-US" dirty="0"/>
              <a:t>，与实际情况是相符的。</a:t>
            </a:r>
            <a:endParaRPr lang="en-US" altLang="zh-CN" dirty="0"/>
          </a:p>
          <a:p>
            <a:r>
              <a:rPr lang="zh-CN" altLang="en-US" dirty="0"/>
              <a:t>魂飞魄散的观影历史显示其对恐怖类的电影评分较高，对喜剧电影普遍评分较低，因此可以推测他应该是很</a:t>
            </a:r>
            <a:r>
              <a:rPr lang="zh-CN" altLang="en-US" b="1" dirty="0">
                <a:solidFill>
                  <a:srgbClr val="FF0000"/>
                </a:solidFill>
              </a:rPr>
              <a:t>喜欢</a:t>
            </a:r>
            <a:r>
              <a:rPr lang="zh-CN" altLang="en-US" dirty="0"/>
              <a:t>看</a:t>
            </a:r>
            <a:r>
              <a:rPr lang="en-US" altLang="zh-CN" dirty="0"/>
              <a:t>《</a:t>
            </a:r>
            <a:r>
              <a:rPr lang="zh-CN" altLang="en-US" dirty="0"/>
              <a:t>咒怨</a:t>
            </a:r>
            <a:r>
              <a:rPr lang="en-US" altLang="zh-CN" dirty="0"/>
              <a:t>》</a:t>
            </a:r>
            <a:r>
              <a:rPr lang="zh-CN" altLang="en-US" dirty="0"/>
              <a:t>的，模型给出的打分为</a:t>
            </a:r>
            <a:r>
              <a:rPr lang="en-US" altLang="zh-CN" b="1" dirty="0">
                <a:solidFill>
                  <a:srgbClr val="FF0000"/>
                </a:solidFill>
              </a:rPr>
              <a:t>4.9</a:t>
            </a:r>
            <a:r>
              <a:rPr lang="zh-CN" altLang="en-US" dirty="0"/>
              <a:t>，与实际情况是相符的。</a:t>
            </a:r>
          </a:p>
          <a:p>
            <a:endParaRPr lang="zh-CN" altLang="en-US" dirty="0"/>
          </a:p>
        </p:txBody>
      </p:sp>
      <p:graphicFrame>
        <p:nvGraphicFramePr>
          <p:cNvPr id="5" name="表格 4">
            <a:extLst>
              <a:ext uri="{FF2B5EF4-FFF2-40B4-BE49-F238E27FC236}">
                <a16:creationId xmlns:a16="http://schemas.microsoft.com/office/drawing/2014/main" id="{6D8891D4-2166-43DF-9478-61631857FB3F}"/>
              </a:ext>
            </a:extLst>
          </p:cNvPr>
          <p:cNvGraphicFramePr>
            <a:graphicFrameLocks noGrp="1"/>
          </p:cNvGraphicFramePr>
          <p:nvPr>
            <p:extLst>
              <p:ext uri="{D42A27DB-BD31-4B8C-83A1-F6EECF244321}">
                <p14:modId xmlns:p14="http://schemas.microsoft.com/office/powerpoint/2010/main" val="3229015018"/>
              </p:ext>
            </p:extLst>
          </p:nvPr>
        </p:nvGraphicFramePr>
        <p:xfrm>
          <a:off x="273050" y="4329100"/>
          <a:ext cx="8321672" cy="2057399"/>
        </p:xfrm>
        <a:graphic>
          <a:graphicData uri="http://schemas.openxmlformats.org/drawingml/2006/table">
            <a:tbl>
              <a:tblPr/>
              <a:tblGrid>
                <a:gridCol w="894343">
                  <a:extLst>
                    <a:ext uri="{9D8B030D-6E8A-4147-A177-3AD203B41FA5}">
                      <a16:colId xmlns:a16="http://schemas.microsoft.com/office/drawing/2014/main" val="20000"/>
                    </a:ext>
                  </a:extLst>
                </a:gridCol>
                <a:gridCol w="1056673">
                  <a:extLst>
                    <a:ext uri="{9D8B030D-6E8A-4147-A177-3AD203B41FA5}">
                      <a16:colId xmlns:a16="http://schemas.microsoft.com/office/drawing/2014/main" val="20001"/>
                    </a:ext>
                  </a:extLst>
                </a:gridCol>
                <a:gridCol w="796332">
                  <a:extLst>
                    <a:ext uri="{9D8B030D-6E8A-4147-A177-3AD203B41FA5}">
                      <a16:colId xmlns:a16="http://schemas.microsoft.com/office/drawing/2014/main" val="20002"/>
                    </a:ext>
                  </a:extLst>
                </a:gridCol>
                <a:gridCol w="796332">
                  <a:extLst>
                    <a:ext uri="{9D8B030D-6E8A-4147-A177-3AD203B41FA5}">
                      <a16:colId xmlns:a16="http://schemas.microsoft.com/office/drawing/2014/main" val="20003"/>
                    </a:ext>
                  </a:extLst>
                </a:gridCol>
                <a:gridCol w="796332">
                  <a:extLst>
                    <a:ext uri="{9D8B030D-6E8A-4147-A177-3AD203B41FA5}">
                      <a16:colId xmlns:a16="http://schemas.microsoft.com/office/drawing/2014/main" val="20004"/>
                    </a:ext>
                  </a:extLst>
                </a:gridCol>
                <a:gridCol w="796332">
                  <a:extLst>
                    <a:ext uri="{9D8B030D-6E8A-4147-A177-3AD203B41FA5}">
                      <a16:colId xmlns:a16="http://schemas.microsoft.com/office/drawing/2014/main" val="20005"/>
                    </a:ext>
                  </a:extLst>
                </a:gridCol>
                <a:gridCol w="796332">
                  <a:extLst>
                    <a:ext uri="{9D8B030D-6E8A-4147-A177-3AD203B41FA5}">
                      <a16:colId xmlns:a16="http://schemas.microsoft.com/office/drawing/2014/main" val="20006"/>
                    </a:ext>
                  </a:extLst>
                </a:gridCol>
                <a:gridCol w="796332">
                  <a:extLst>
                    <a:ext uri="{9D8B030D-6E8A-4147-A177-3AD203B41FA5}">
                      <a16:colId xmlns:a16="http://schemas.microsoft.com/office/drawing/2014/main" val="20007"/>
                    </a:ext>
                  </a:extLst>
                </a:gridCol>
                <a:gridCol w="796332">
                  <a:extLst>
                    <a:ext uri="{9D8B030D-6E8A-4147-A177-3AD203B41FA5}">
                      <a16:colId xmlns:a16="http://schemas.microsoft.com/office/drawing/2014/main" val="20008"/>
                    </a:ext>
                  </a:extLst>
                </a:gridCol>
                <a:gridCol w="796332">
                  <a:extLst>
                    <a:ext uri="{9D8B030D-6E8A-4147-A177-3AD203B41FA5}">
                      <a16:colId xmlns:a16="http://schemas.microsoft.com/office/drawing/2014/main" val="20009"/>
                    </a:ext>
                  </a:extLst>
                </a:gridCol>
              </a:tblGrid>
              <a:tr h="691444">
                <a:tc>
                  <a:txBody>
                    <a:bodyPr/>
                    <a:lstStyle/>
                    <a:p>
                      <a:pPr algn="ctr" fontAlgn="ctr"/>
                      <a:r>
                        <a:rPr lang="zh-CN" altLang="en-US" sz="1800" b="0" i="0" u="none" strike="noStrike" dirty="0">
                          <a:solidFill>
                            <a:srgbClr val="000000"/>
                          </a:solidFill>
                          <a:latin typeface="宋体"/>
                        </a:rPr>
                        <a:t>偏好</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800" b="0" i="0" u="none" strike="noStrike" dirty="0">
                          <a:solidFill>
                            <a:srgbClr val="000000"/>
                          </a:solidFill>
                          <a:latin typeface="宋体"/>
                        </a:rPr>
                        <a:t>ID</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zh-CN" altLang="en-US" sz="1800" b="0" i="0" u="none" strike="noStrike">
                          <a:solidFill>
                            <a:srgbClr val="000000"/>
                          </a:solidFill>
                          <a:latin typeface="宋体"/>
                        </a:rPr>
                        <a:t>宿醉</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dirty="0">
                          <a:solidFill>
                            <a:srgbClr val="000000"/>
                          </a:solidFill>
                          <a:latin typeface="宋体"/>
                        </a:rPr>
                        <a:t>东成西就</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大话西游</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八星报喜</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dirty="0">
                          <a:solidFill>
                            <a:srgbClr val="000000"/>
                          </a:solidFill>
                          <a:latin typeface="宋体"/>
                        </a:rPr>
                        <a:t>午夜凶铃</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咒怨</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林中小屋</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zh-CN" altLang="en-US" sz="1800" b="0" i="0" u="none" strike="noStrike">
                          <a:solidFill>
                            <a:srgbClr val="000000"/>
                          </a:solidFill>
                          <a:latin typeface="宋体"/>
                        </a:rPr>
                        <a:t>寂静岭</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674511">
                <a:tc>
                  <a:txBody>
                    <a:bodyPr/>
                    <a:lstStyle/>
                    <a:p>
                      <a:pPr algn="ctr" fontAlgn="ctr"/>
                      <a:r>
                        <a:rPr lang="zh-CN" altLang="en-US" sz="1800" b="1" i="0" u="none" strike="noStrike">
                          <a:solidFill>
                            <a:srgbClr val="000000"/>
                          </a:solidFill>
                          <a:latin typeface="宋体"/>
                        </a:rPr>
                        <a:t>喜剧</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至尊宝</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1800" b="0" i="0" u="none" strike="noStrike" dirty="0">
                          <a:solidFill>
                            <a:srgbClr val="000000"/>
                          </a:solidFill>
                          <a:latin typeface="宋体"/>
                        </a:rPr>
                        <a:t>4</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4</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5</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5</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2</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3</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2</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2.6</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691444">
                <a:tc>
                  <a:txBody>
                    <a:bodyPr/>
                    <a:lstStyle/>
                    <a:p>
                      <a:pPr algn="ctr" fontAlgn="ctr"/>
                      <a:r>
                        <a:rPr lang="zh-CN" altLang="en-US" sz="1800" b="1" i="0" u="none" strike="noStrike" dirty="0">
                          <a:solidFill>
                            <a:srgbClr val="000000"/>
                          </a:solidFill>
                          <a:latin typeface="宋体"/>
                        </a:rPr>
                        <a:t>恐怖</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zh-CN" altLang="en-US" sz="1800" b="0" i="0" u="none" strike="noStrike">
                          <a:solidFill>
                            <a:srgbClr val="000000"/>
                          </a:solidFill>
                          <a:latin typeface="宋体"/>
                        </a:rPr>
                        <a:t>魂飞魄散</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altLang="zh-CN" sz="1800" b="0" i="0" u="none" strike="noStrike" dirty="0">
                          <a:solidFill>
                            <a:srgbClr val="000000"/>
                          </a:solidFill>
                          <a:latin typeface="宋体"/>
                        </a:rPr>
                        <a:t>1</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2</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3</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2</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5</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4.9</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altLang="zh-CN" sz="1800" b="0" i="0" u="none" strike="noStrike" dirty="0">
                          <a:solidFill>
                            <a:srgbClr val="000000"/>
                          </a:solidFill>
                          <a:latin typeface="宋体"/>
                        </a:rPr>
                        <a:t>5</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0" i="0" u="none" strike="noStrike" dirty="0">
                          <a:solidFill>
                            <a:srgbClr val="000000"/>
                          </a:solidFill>
                          <a:latin typeface="宋体"/>
                        </a:rPr>
                        <a:t>5</a:t>
                      </a:r>
                    </a:p>
                  </a:txBody>
                  <a:tcPr marL="6049" marR="6049" marT="60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transition spd="slow">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50B29C-DE9B-43E2-9536-3C32812512EB}"/>
              </a:ext>
            </a:extLst>
          </p:cNvPr>
          <p:cNvSpPr>
            <a:spLocks noGrp="1"/>
          </p:cNvSpPr>
          <p:nvPr>
            <p:ph type="sldNum" sz="quarter" idx="12"/>
          </p:nvPr>
        </p:nvSpPr>
        <p:spPr/>
        <p:txBody>
          <a:bodyPr/>
          <a:lstStyle/>
          <a:p>
            <a:fld id="{5A8FC9E3-917F-4276-BFD5-27680B282527}" type="slidenum">
              <a:rPr lang="en-US" altLang="zh-CN"/>
              <a:pPr/>
              <a:t>43</a:t>
            </a:fld>
            <a:endParaRPr lang="en-US" altLang="zh-CN"/>
          </a:p>
        </p:txBody>
      </p:sp>
      <p:sp>
        <p:nvSpPr>
          <p:cNvPr id="12290" name="Rectangle 2">
            <a:extLst>
              <a:ext uri="{FF2B5EF4-FFF2-40B4-BE49-F238E27FC236}">
                <a16:creationId xmlns:a16="http://schemas.microsoft.com/office/drawing/2014/main" id="{0718A447-23E8-4D96-9B6A-967A52ED2E2D}"/>
              </a:ext>
            </a:extLst>
          </p:cNvPr>
          <p:cNvSpPr>
            <a:spLocks noGrp="1" noChangeArrowheads="1"/>
          </p:cNvSpPr>
          <p:nvPr>
            <p:ph type="title"/>
          </p:nvPr>
        </p:nvSpPr>
        <p:spPr>
          <a:xfrm>
            <a:off x="68262" y="-6309"/>
            <a:ext cx="7551738" cy="979487"/>
          </a:xfrm>
        </p:spPr>
        <p:txBody>
          <a:bodyPr/>
          <a:lstStyle/>
          <a:p>
            <a:pPr algn="l"/>
            <a:r>
              <a:rPr lang="en-US" altLang="zh-CN" b="1" dirty="0"/>
              <a:t>3 </a:t>
            </a:r>
            <a:r>
              <a:rPr lang="zh-CN" altLang="en-US" b="1" dirty="0"/>
              <a:t>矩阵的广义逆</a:t>
            </a:r>
          </a:p>
        </p:txBody>
      </p:sp>
      <p:sp>
        <p:nvSpPr>
          <p:cNvPr id="12295" name="Rectangle 7">
            <a:extLst>
              <a:ext uri="{FF2B5EF4-FFF2-40B4-BE49-F238E27FC236}">
                <a16:creationId xmlns:a16="http://schemas.microsoft.com/office/drawing/2014/main" id="{532AEE2B-5169-469A-9B21-F7B06A0EC2E5}"/>
              </a:ext>
            </a:extLst>
          </p:cNvPr>
          <p:cNvSpPr>
            <a:spLocks noChangeArrowheads="1"/>
          </p:cNvSpPr>
          <p:nvPr/>
        </p:nvSpPr>
        <p:spPr bwMode="auto">
          <a:xfrm>
            <a:off x="251520" y="1628800"/>
            <a:ext cx="8892480" cy="2455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en-US" altLang="zh-CN" sz="3600" b="1" dirty="0">
                <a:solidFill>
                  <a:schemeClr val="accent1"/>
                </a:solidFill>
                <a:latin typeface="宋体" panose="02010600030101010101" pitchFamily="2" charset="-122"/>
              </a:rPr>
              <a:t>3.1 </a:t>
            </a:r>
            <a:r>
              <a:rPr kumimoji="1" lang="zh-CN" altLang="en-US" sz="3600" b="1" dirty="0">
                <a:solidFill>
                  <a:schemeClr val="accent1"/>
                </a:solidFill>
                <a:latin typeface="宋体" panose="02010600030101010101" pitchFamily="2" charset="-122"/>
              </a:rPr>
              <a:t>广义逆的定义和性质</a:t>
            </a:r>
            <a:endParaRPr kumimoji="1" lang="en-US" altLang="zh-CN" sz="3600" b="1" dirty="0">
              <a:solidFill>
                <a:schemeClr val="accent1"/>
              </a:solidFill>
              <a:latin typeface="宋体" panose="02010600030101010101" pitchFamily="2" charset="-122"/>
            </a:endParaRPr>
          </a:p>
          <a:p>
            <a:pPr>
              <a:lnSpc>
                <a:spcPct val="150000"/>
              </a:lnSpc>
            </a:pPr>
            <a:r>
              <a:rPr kumimoji="1" lang="en-US" altLang="zh-CN" sz="3600" b="1" dirty="0">
                <a:solidFill>
                  <a:schemeClr val="accent1"/>
                </a:solidFill>
                <a:latin typeface="宋体" panose="02010600030101010101" pitchFamily="2" charset="-122"/>
              </a:rPr>
              <a:t>3.2 </a:t>
            </a:r>
            <a:r>
              <a:rPr kumimoji="1" lang="zh-CN" altLang="en-US" sz="3600" b="1" dirty="0">
                <a:solidFill>
                  <a:schemeClr val="accent1"/>
                </a:solidFill>
                <a:latin typeface="宋体" panose="02010600030101010101" pitchFamily="2" charset="-122"/>
              </a:rPr>
              <a:t>叉积阵</a:t>
            </a:r>
            <a:endParaRPr kumimoji="1" lang="en-US" altLang="zh-CN" sz="3600" b="1" dirty="0">
              <a:solidFill>
                <a:schemeClr val="accent1"/>
              </a:solidFill>
              <a:latin typeface="宋体" panose="02010600030101010101" pitchFamily="2" charset="-122"/>
            </a:endParaRPr>
          </a:p>
          <a:p>
            <a:pPr>
              <a:lnSpc>
                <a:spcPct val="150000"/>
              </a:lnSpc>
            </a:pPr>
            <a:r>
              <a:rPr kumimoji="1" lang="en-US" altLang="zh-CN" sz="3600" b="1" dirty="0">
                <a:solidFill>
                  <a:schemeClr val="accent1"/>
                </a:solidFill>
                <a:latin typeface="宋体" panose="02010600030101010101" pitchFamily="2" charset="-122"/>
              </a:rPr>
              <a:t>3.3 </a:t>
            </a:r>
            <a:r>
              <a:rPr kumimoji="1" lang="zh-CN" altLang="en-US" sz="3600" b="1" dirty="0">
                <a:solidFill>
                  <a:schemeClr val="accent1"/>
                </a:solidFill>
                <a:latin typeface="宋体" panose="02010600030101010101" pitchFamily="2" charset="-122"/>
              </a:rPr>
              <a:t>正交投影</a:t>
            </a:r>
            <a:endParaRPr kumimoji="1" lang="en-US" altLang="zh-CN" sz="3600" b="1" dirty="0">
              <a:solidFill>
                <a:schemeClr val="accent1"/>
              </a:solidFill>
              <a:latin typeface="宋体" panose="02010600030101010101" pitchFamily="2" charset="-122"/>
            </a:endParaRPr>
          </a:p>
        </p:txBody>
      </p:sp>
    </p:spTree>
    <p:extLst>
      <p:ext uri="{BB962C8B-B14F-4D97-AF65-F5344CB8AC3E}">
        <p14:creationId xmlns:p14="http://schemas.microsoft.com/office/powerpoint/2010/main" val="37177261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50B29C-DE9B-43E2-9536-3C32812512EB}"/>
              </a:ext>
            </a:extLst>
          </p:cNvPr>
          <p:cNvSpPr>
            <a:spLocks noGrp="1"/>
          </p:cNvSpPr>
          <p:nvPr>
            <p:ph type="sldNum" sz="quarter" idx="12"/>
          </p:nvPr>
        </p:nvSpPr>
        <p:spPr/>
        <p:txBody>
          <a:bodyPr/>
          <a:lstStyle/>
          <a:p>
            <a:fld id="{5A8FC9E3-917F-4276-BFD5-27680B282527}" type="slidenum">
              <a:rPr lang="en-US" altLang="zh-CN"/>
              <a:pPr/>
              <a:t>44</a:t>
            </a:fld>
            <a:endParaRPr lang="en-US" altLang="zh-CN"/>
          </a:p>
        </p:txBody>
      </p:sp>
      <p:sp>
        <p:nvSpPr>
          <p:cNvPr id="12290" name="Rectangle 2">
            <a:extLst>
              <a:ext uri="{FF2B5EF4-FFF2-40B4-BE49-F238E27FC236}">
                <a16:creationId xmlns:a16="http://schemas.microsoft.com/office/drawing/2014/main" id="{0718A447-23E8-4D96-9B6A-967A52ED2E2D}"/>
              </a:ext>
            </a:extLst>
          </p:cNvPr>
          <p:cNvSpPr>
            <a:spLocks noGrp="1" noChangeArrowheads="1"/>
          </p:cNvSpPr>
          <p:nvPr>
            <p:ph type="title"/>
          </p:nvPr>
        </p:nvSpPr>
        <p:spPr>
          <a:xfrm>
            <a:off x="68262" y="-6309"/>
            <a:ext cx="7551738" cy="979487"/>
          </a:xfrm>
        </p:spPr>
        <p:txBody>
          <a:bodyPr/>
          <a:lstStyle/>
          <a:p>
            <a:pPr algn="l"/>
            <a:r>
              <a:rPr lang="en-US" altLang="zh-CN" b="1" dirty="0"/>
              <a:t>3.1 </a:t>
            </a:r>
            <a:r>
              <a:rPr lang="zh-CN" altLang="en-US" b="1" dirty="0"/>
              <a:t>广义逆的定义和性质</a:t>
            </a:r>
          </a:p>
        </p:txBody>
      </p:sp>
      <p:sp>
        <p:nvSpPr>
          <p:cNvPr id="12295" name="Rectangle 7">
            <a:extLst>
              <a:ext uri="{FF2B5EF4-FFF2-40B4-BE49-F238E27FC236}">
                <a16:creationId xmlns:a16="http://schemas.microsoft.com/office/drawing/2014/main" id="{532AEE2B-5169-469A-9B21-F7B06A0EC2E5}"/>
              </a:ext>
            </a:extLst>
          </p:cNvPr>
          <p:cNvSpPr>
            <a:spLocks noChangeArrowheads="1"/>
          </p:cNvSpPr>
          <p:nvPr/>
        </p:nvSpPr>
        <p:spPr bwMode="auto">
          <a:xfrm>
            <a:off x="68262" y="973178"/>
            <a:ext cx="8892480" cy="5161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zh-CN" altLang="en-US" sz="2800" b="1" dirty="0">
                <a:solidFill>
                  <a:schemeClr val="accent1"/>
                </a:solidFill>
                <a:latin typeface="宋体" panose="02010600030101010101" pitchFamily="2" charset="-122"/>
              </a:rPr>
              <a:t>定义</a:t>
            </a:r>
            <a:r>
              <a:rPr kumimoji="1" lang="en-US" altLang="zh-CN" sz="2800" b="1" dirty="0">
                <a:solidFill>
                  <a:schemeClr val="accent1"/>
                </a:solidFill>
                <a:latin typeface="宋体" panose="02010600030101010101" pitchFamily="2" charset="-122"/>
              </a:rPr>
              <a:t> (</a:t>
            </a:r>
            <a:r>
              <a:rPr kumimoji="1" lang="zh-CN" altLang="en-US" sz="2800" b="1" dirty="0">
                <a:solidFill>
                  <a:schemeClr val="accent1"/>
                </a:solidFill>
                <a:latin typeface="宋体" panose="02010600030101010101" pitchFamily="2" charset="-122"/>
              </a:rPr>
              <a:t>加号逆和减号逆</a:t>
            </a:r>
            <a:r>
              <a:rPr kumimoji="1" lang="en-US" altLang="zh-CN" sz="2800" b="1" dirty="0">
                <a:solidFill>
                  <a:schemeClr val="accent1"/>
                </a:solidFill>
                <a:latin typeface="宋体" panose="02010600030101010101" pitchFamily="2" charset="-122"/>
              </a:rPr>
              <a:t>) </a:t>
            </a:r>
            <a:r>
              <a:rPr kumimoji="1" lang="zh-CN" altLang="en-US" sz="2800" b="1" dirty="0">
                <a:solidFill>
                  <a:schemeClr val="accent1"/>
                </a:solidFill>
                <a:latin typeface="宋体" panose="02010600030101010101" pitchFamily="2" charset="-122"/>
              </a:rPr>
              <a:t>设</a:t>
            </a:r>
            <a:r>
              <a:rPr kumimoji="1" lang="en-US" altLang="zh-CN" sz="2800" b="1" dirty="0">
                <a:solidFill>
                  <a:schemeClr val="accent1"/>
                </a:solidFill>
                <a:latin typeface="宋体" panose="02010600030101010101" pitchFamily="2" charset="-122"/>
              </a:rPr>
              <a:t>A</a:t>
            </a:r>
            <a:r>
              <a:rPr kumimoji="1" lang="zh-CN" altLang="en-US" sz="2800" b="1" dirty="0">
                <a:solidFill>
                  <a:schemeClr val="accent1"/>
                </a:solidFill>
                <a:latin typeface="宋体" panose="02010600030101010101" pitchFamily="2" charset="-122"/>
              </a:rPr>
              <a:t>为</a:t>
            </a:r>
            <a:r>
              <a:rPr kumimoji="1" lang="en-US" altLang="zh-CN" sz="2800" b="1" dirty="0">
                <a:solidFill>
                  <a:schemeClr val="accent1"/>
                </a:solidFill>
                <a:latin typeface="宋体" panose="02010600030101010101" pitchFamily="2" charset="-122"/>
              </a:rPr>
              <a:t>(</a:t>
            </a:r>
            <a:r>
              <a:rPr kumimoji="1" lang="en-US" altLang="zh-CN" sz="2800" b="1" dirty="0" err="1">
                <a:solidFill>
                  <a:schemeClr val="accent1"/>
                </a:solidFill>
                <a:latin typeface="宋体" panose="02010600030101010101" pitchFamily="2" charset="-122"/>
              </a:rPr>
              <a:t>n,m</a:t>
            </a:r>
            <a:r>
              <a:rPr kumimoji="1" lang="en-US" altLang="zh-CN" sz="2800" b="1" dirty="0">
                <a:solidFill>
                  <a:schemeClr val="accent1"/>
                </a:solidFill>
                <a:latin typeface="宋体" panose="02010600030101010101" pitchFamily="2" charset="-122"/>
              </a:rPr>
              <a:t>)</a:t>
            </a:r>
            <a:r>
              <a:rPr kumimoji="1" lang="zh-CN" altLang="en-US" sz="2800" b="1" dirty="0">
                <a:solidFill>
                  <a:schemeClr val="accent1"/>
                </a:solidFill>
                <a:latin typeface="宋体" panose="02010600030101010101" pitchFamily="2" charset="-122"/>
              </a:rPr>
              <a:t>矩阵， 若</a:t>
            </a:r>
            <a:r>
              <a:rPr kumimoji="1" lang="en-US" altLang="zh-CN" sz="2800" b="1" dirty="0">
                <a:solidFill>
                  <a:schemeClr val="accent1"/>
                </a:solidFill>
                <a:latin typeface="宋体" panose="02010600030101010101" pitchFamily="2" charset="-122"/>
              </a:rPr>
              <a:t>(</a:t>
            </a:r>
            <a:r>
              <a:rPr kumimoji="1" lang="en-US" altLang="zh-CN" sz="2800" b="1" dirty="0" err="1">
                <a:solidFill>
                  <a:schemeClr val="accent1"/>
                </a:solidFill>
                <a:latin typeface="宋体" panose="02010600030101010101" pitchFamily="2" charset="-122"/>
              </a:rPr>
              <a:t>m,n</a:t>
            </a:r>
            <a:r>
              <a:rPr kumimoji="1" lang="en-US" altLang="zh-CN" sz="2800" b="1" dirty="0">
                <a:solidFill>
                  <a:schemeClr val="accent1"/>
                </a:solidFill>
                <a:latin typeface="宋体" panose="02010600030101010101" pitchFamily="2" charset="-122"/>
              </a:rPr>
              <a:t>)</a:t>
            </a:r>
            <a:r>
              <a:rPr kumimoji="1" lang="zh-CN" altLang="en-US" sz="2800" b="1" dirty="0">
                <a:solidFill>
                  <a:schemeClr val="accent1"/>
                </a:solidFill>
                <a:latin typeface="宋体" panose="02010600030101010101" pitchFamily="2" charset="-122"/>
              </a:rPr>
              <a:t>矩阵</a:t>
            </a:r>
            <a:r>
              <a:rPr kumimoji="1" lang="en-US" altLang="zh-CN" sz="2800" b="1" dirty="0">
                <a:solidFill>
                  <a:schemeClr val="accent1"/>
                </a:solidFill>
                <a:latin typeface="宋体" panose="02010600030101010101" pitchFamily="2" charset="-122"/>
              </a:rPr>
              <a:t>G</a:t>
            </a:r>
            <a:r>
              <a:rPr kumimoji="1" lang="zh-CN" altLang="en-US" sz="2800" b="1" dirty="0">
                <a:solidFill>
                  <a:schemeClr val="accent1"/>
                </a:solidFill>
                <a:latin typeface="宋体" panose="02010600030101010101" pitchFamily="2" charset="-122"/>
              </a:rPr>
              <a:t>满足</a:t>
            </a:r>
            <a:endParaRPr kumimoji="1" lang="en-US" altLang="zh-CN" sz="2800" b="1" dirty="0">
              <a:solidFill>
                <a:schemeClr val="accent1"/>
              </a:solidFill>
              <a:latin typeface="宋体" panose="02010600030101010101" pitchFamily="2" charset="-122"/>
            </a:endParaRPr>
          </a:p>
          <a:p>
            <a:pPr>
              <a:lnSpc>
                <a:spcPct val="150000"/>
              </a:lnSpc>
            </a:pPr>
            <a:endParaRPr kumimoji="1" lang="en-US" altLang="zh-CN" sz="2800" b="1" dirty="0">
              <a:solidFill>
                <a:schemeClr val="accent1"/>
              </a:solidFill>
              <a:latin typeface="宋体" panose="02010600030101010101" pitchFamily="2" charset="-122"/>
            </a:endParaRPr>
          </a:p>
          <a:p>
            <a:pPr>
              <a:lnSpc>
                <a:spcPct val="150000"/>
              </a:lnSpc>
            </a:pPr>
            <a:endParaRPr kumimoji="1" lang="en-US" altLang="zh-CN" sz="2800" b="1" dirty="0">
              <a:solidFill>
                <a:schemeClr val="accent1"/>
              </a:solidFill>
              <a:latin typeface="宋体" panose="02010600030101010101" pitchFamily="2" charset="-122"/>
            </a:endParaRPr>
          </a:p>
          <a:p>
            <a:pPr>
              <a:lnSpc>
                <a:spcPct val="150000"/>
              </a:lnSpc>
            </a:pPr>
            <a:endParaRPr kumimoji="1" lang="en-US" altLang="zh-CN" sz="2800" b="1" dirty="0">
              <a:solidFill>
                <a:schemeClr val="accent1"/>
              </a:solidFill>
              <a:latin typeface="宋体" panose="02010600030101010101" pitchFamily="2" charset="-122"/>
            </a:endParaRPr>
          </a:p>
          <a:p>
            <a:pPr>
              <a:lnSpc>
                <a:spcPct val="150000"/>
              </a:lnSpc>
            </a:pPr>
            <a:r>
              <a:rPr kumimoji="1" lang="zh-CN" altLang="en-US" sz="2800" b="1" dirty="0">
                <a:solidFill>
                  <a:schemeClr val="accent1"/>
                </a:solidFill>
                <a:latin typeface="宋体" panose="02010600030101010101" pitchFamily="2" charset="-122"/>
              </a:rPr>
              <a:t>则称矩阵</a:t>
            </a:r>
            <a:r>
              <a:rPr kumimoji="1" lang="en-US" altLang="zh-CN" sz="2800" b="1" dirty="0">
                <a:solidFill>
                  <a:schemeClr val="accent1"/>
                </a:solidFill>
                <a:latin typeface="宋体" panose="02010600030101010101" pitchFamily="2" charset="-122"/>
              </a:rPr>
              <a:t>G</a:t>
            </a:r>
            <a:r>
              <a:rPr kumimoji="1" lang="zh-CN" altLang="en-US" sz="2800" b="1" dirty="0">
                <a:solidFill>
                  <a:schemeClr val="accent1"/>
                </a:solidFill>
                <a:latin typeface="宋体" panose="02010600030101010101" pitchFamily="2" charset="-122"/>
              </a:rPr>
              <a:t>为矩阵</a:t>
            </a:r>
            <a:r>
              <a:rPr kumimoji="1" lang="en-US" altLang="zh-CN" sz="2800" b="1" dirty="0">
                <a:solidFill>
                  <a:schemeClr val="accent1"/>
                </a:solidFill>
                <a:latin typeface="宋体" panose="02010600030101010101" pitchFamily="2" charset="-122"/>
              </a:rPr>
              <a:t>A</a:t>
            </a:r>
            <a:r>
              <a:rPr kumimoji="1" lang="zh-CN" altLang="en-US" sz="2800" b="1" dirty="0">
                <a:solidFill>
                  <a:schemeClr val="accent1"/>
                </a:solidFill>
                <a:latin typeface="宋体" panose="02010600030101010101" pitchFamily="2" charset="-122"/>
              </a:rPr>
              <a:t>的加号逆或</a:t>
            </a:r>
            <a:r>
              <a:rPr kumimoji="1" lang="en-US" altLang="zh-CN" sz="2800" b="1" dirty="0">
                <a:solidFill>
                  <a:schemeClr val="accent1"/>
                </a:solidFill>
                <a:latin typeface="宋体" panose="02010600030101010101" pitchFamily="2" charset="-122"/>
              </a:rPr>
              <a:t>Moore-Penrose</a:t>
            </a:r>
            <a:r>
              <a:rPr kumimoji="1" lang="zh-CN" altLang="en-US" sz="2800" b="1" dirty="0">
                <a:solidFill>
                  <a:schemeClr val="accent1"/>
                </a:solidFill>
                <a:latin typeface="宋体" panose="02010600030101010101" pitchFamily="2" charset="-122"/>
              </a:rPr>
              <a:t>广义逆， 记作</a:t>
            </a:r>
            <a:r>
              <a:rPr kumimoji="1" lang="en-US" altLang="zh-CN" sz="2800" b="1" dirty="0">
                <a:solidFill>
                  <a:schemeClr val="accent1"/>
                </a:solidFill>
                <a:latin typeface="宋体" panose="02010600030101010101" pitchFamily="2" charset="-122"/>
              </a:rPr>
              <a:t>A</a:t>
            </a:r>
            <a:r>
              <a:rPr kumimoji="1" lang="en-US" altLang="zh-CN" sz="2800" b="1" baseline="30000" dirty="0">
                <a:solidFill>
                  <a:schemeClr val="accent1"/>
                </a:solidFill>
                <a:latin typeface="宋体" panose="02010600030101010101" pitchFamily="2" charset="-122"/>
              </a:rPr>
              <a:t>+</a:t>
            </a:r>
            <a:r>
              <a:rPr kumimoji="1" lang="zh-CN" altLang="en-US" sz="2800" b="1" dirty="0">
                <a:solidFill>
                  <a:schemeClr val="accent1"/>
                </a:solidFill>
                <a:latin typeface="宋体" panose="02010600030101010101" pitchFamily="2" charset="-122"/>
              </a:rPr>
              <a:t>。如果</a:t>
            </a:r>
            <a:r>
              <a:rPr kumimoji="1" lang="en-US" altLang="zh-CN" sz="2800" b="1" dirty="0">
                <a:solidFill>
                  <a:schemeClr val="accent1"/>
                </a:solidFill>
                <a:latin typeface="宋体" panose="02010600030101010101" pitchFamily="2" charset="-122"/>
              </a:rPr>
              <a:t>G</a:t>
            </a:r>
            <a:r>
              <a:rPr kumimoji="1" lang="zh-CN" altLang="en-US" sz="2800" b="1" dirty="0">
                <a:solidFill>
                  <a:schemeClr val="accent1"/>
                </a:solidFill>
                <a:latin typeface="宋体" panose="02010600030101010101" pitchFamily="2" charset="-122"/>
              </a:rPr>
              <a:t>满足定义中的第一个条件，则称为</a:t>
            </a:r>
            <a:r>
              <a:rPr kumimoji="1" lang="en-US" altLang="zh-CN" sz="2800" b="1" dirty="0">
                <a:solidFill>
                  <a:schemeClr val="accent1"/>
                </a:solidFill>
                <a:latin typeface="宋体" panose="02010600030101010101" pitchFamily="2" charset="-122"/>
              </a:rPr>
              <a:t>A</a:t>
            </a:r>
            <a:r>
              <a:rPr kumimoji="1" lang="zh-CN" altLang="en-US" sz="2800" b="1" dirty="0">
                <a:solidFill>
                  <a:schemeClr val="accent1"/>
                </a:solidFill>
                <a:latin typeface="宋体" panose="02010600030101010101" pitchFamily="2" charset="-122"/>
              </a:rPr>
              <a:t>的减号逆，记作</a:t>
            </a:r>
            <a:r>
              <a:rPr kumimoji="1" lang="en-US" altLang="zh-CN" sz="2800" b="1" dirty="0">
                <a:solidFill>
                  <a:schemeClr val="accent1"/>
                </a:solidFill>
                <a:latin typeface="宋体" panose="02010600030101010101" pitchFamily="2" charset="-122"/>
              </a:rPr>
              <a:t>A</a:t>
            </a:r>
            <a:r>
              <a:rPr kumimoji="1" lang="en-US" altLang="zh-CN" sz="2800" b="1" baseline="30000" dirty="0">
                <a:solidFill>
                  <a:schemeClr val="accent1"/>
                </a:solidFill>
                <a:latin typeface="宋体" panose="02010600030101010101" pitchFamily="2" charset="-122"/>
              </a:rPr>
              <a:t>-</a:t>
            </a:r>
            <a:r>
              <a:rPr kumimoji="1" lang="zh-CN" altLang="en-US" sz="2800" b="1" dirty="0">
                <a:solidFill>
                  <a:schemeClr val="accent1"/>
                </a:solidFill>
                <a:latin typeface="宋体" panose="02010600030101010101" pitchFamily="2" charset="-122"/>
              </a:rPr>
              <a:t>。</a:t>
            </a:r>
            <a:endParaRPr kumimoji="1" lang="en-US" altLang="zh-CN" sz="2800" b="1" dirty="0">
              <a:solidFill>
                <a:schemeClr val="accent1"/>
              </a:solidFill>
              <a:latin typeface="宋体" panose="02010600030101010101" pitchFamily="2" charset="-122"/>
            </a:endParaRPr>
          </a:p>
        </p:txBody>
      </p:sp>
      <p:pic>
        <p:nvPicPr>
          <p:cNvPr id="10" name="图片 9">
            <a:extLst>
              <a:ext uri="{FF2B5EF4-FFF2-40B4-BE49-F238E27FC236}">
                <a16:creationId xmlns:a16="http://schemas.microsoft.com/office/drawing/2014/main" id="{FB3AD4E1-4D43-4527-9DBB-BC1851C2107F}"/>
              </a:ext>
            </a:extLst>
          </p:cNvPr>
          <p:cNvPicPr>
            <a:picLocks noChangeAspect="1"/>
          </p:cNvPicPr>
          <p:nvPr/>
        </p:nvPicPr>
        <p:blipFill>
          <a:blip r:embed="rId2"/>
          <a:stretch>
            <a:fillRect/>
          </a:stretch>
        </p:blipFill>
        <p:spPr>
          <a:xfrm>
            <a:off x="2636785" y="1808820"/>
            <a:ext cx="3063156" cy="2328838"/>
          </a:xfrm>
          <a:prstGeom prst="rect">
            <a:avLst/>
          </a:prstGeom>
        </p:spPr>
      </p:pic>
    </p:spTree>
    <p:extLst>
      <p:ext uri="{BB962C8B-B14F-4D97-AF65-F5344CB8AC3E}">
        <p14:creationId xmlns:p14="http://schemas.microsoft.com/office/powerpoint/2010/main" val="8903923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50B29C-DE9B-43E2-9536-3C32812512EB}"/>
              </a:ext>
            </a:extLst>
          </p:cNvPr>
          <p:cNvSpPr>
            <a:spLocks noGrp="1"/>
          </p:cNvSpPr>
          <p:nvPr>
            <p:ph type="sldNum" sz="quarter" idx="12"/>
          </p:nvPr>
        </p:nvSpPr>
        <p:spPr/>
        <p:txBody>
          <a:bodyPr/>
          <a:lstStyle/>
          <a:p>
            <a:fld id="{5A8FC9E3-917F-4276-BFD5-27680B282527}" type="slidenum">
              <a:rPr lang="en-US" altLang="zh-CN"/>
              <a:pPr/>
              <a:t>45</a:t>
            </a:fld>
            <a:endParaRPr lang="en-US" altLang="zh-CN"/>
          </a:p>
        </p:txBody>
      </p:sp>
      <p:sp>
        <p:nvSpPr>
          <p:cNvPr id="12290" name="Rectangle 2">
            <a:extLst>
              <a:ext uri="{FF2B5EF4-FFF2-40B4-BE49-F238E27FC236}">
                <a16:creationId xmlns:a16="http://schemas.microsoft.com/office/drawing/2014/main" id="{0718A447-23E8-4D96-9B6A-967A52ED2E2D}"/>
              </a:ext>
            </a:extLst>
          </p:cNvPr>
          <p:cNvSpPr>
            <a:spLocks noGrp="1" noChangeArrowheads="1"/>
          </p:cNvSpPr>
          <p:nvPr>
            <p:ph type="title"/>
          </p:nvPr>
        </p:nvSpPr>
        <p:spPr>
          <a:xfrm>
            <a:off x="68262" y="-6309"/>
            <a:ext cx="7551738" cy="979487"/>
          </a:xfrm>
        </p:spPr>
        <p:txBody>
          <a:bodyPr/>
          <a:lstStyle/>
          <a:p>
            <a:pPr algn="l"/>
            <a:r>
              <a:rPr lang="en-US" altLang="zh-CN" b="1" dirty="0"/>
              <a:t>3.1 </a:t>
            </a:r>
            <a:r>
              <a:rPr lang="zh-CN" altLang="en-US" b="1" dirty="0"/>
              <a:t>广义逆的定义和性质</a:t>
            </a:r>
          </a:p>
        </p:txBody>
      </p:sp>
      <p:sp>
        <p:nvSpPr>
          <p:cNvPr id="12295" name="Rectangle 7">
            <a:extLst>
              <a:ext uri="{FF2B5EF4-FFF2-40B4-BE49-F238E27FC236}">
                <a16:creationId xmlns:a16="http://schemas.microsoft.com/office/drawing/2014/main" id="{532AEE2B-5169-469A-9B21-F7B06A0EC2E5}"/>
              </a:ext>
            </a:extLst>
          </p:cNvPr>
          <p:cNvSpPr>
            <a:spLocks noChangeArrowheads="1"/>
          </p:cNvSpPr>
          <p:nvPr/>
        </p:nvSpPr>
        <p:spPr bwMode="auto">
          <a:xfrm>
            <a:off x="68262" y="973178"/>
            <a:ext cx="8892480" cy="63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zh-CN" altLang="en-US" sz="2800" b="1" dirty="0">
                <a:solidFill>
                  <a:schemeClr val="accent1"/>
                </a:solidFill>
                <a:latin typeface="宋体" panose="02010600030101010101" pitchFamily="2" charset="-122"/>
              </a:rPr>
              <a:t>定理</a:t>
            </a:r>
            <a:r>
              <a:rPr kumimoji="1" lang="en-US" altLang="zh-CN" sz="2800" b="1" dirty="0">
                <a:solidFill>
                  <a:schemeClr val="accent1"/>
                </a:solidFill>
                <a:latin typeface="宋体" panose="02010600030101010101" pitchFamily="2" charset="-122"/>
              </a:rPr>
              <a:t> (</a:t>
            </a:r>
            <a:r>
              <a:rPr kumimoji="1" lang="en-US" altLang="zh-CN" sz="2800" b="1" dirty="0" err="1">
                <a:solidFill>
                  <a:schemeClr val="accent1"/>
                </a:solidFill>
                <a:latin typeface="宋体" panose="02010600030101010101" pitchFamily="2" charset="-122"/>
              </a:rPr>
              <a:t>n,m</a:t>
            </a:r>
            <a:r>
              <a:rPr kumimoji="1" lang="en-US" altLang="zh-CN" sz="2800" b="1" dirty="0">
                <a:solidFill>
                  <a:schemeClr val="accent1"/>
                </a:solidFill>
                <a:latin typeface="宋体" panose="02010600030101010101" pitchFamily="2" charset="-122"/>
              </a:rPr>
              <a:t>)</a:t>
            </a:r>
            <a:r>
              <a:rPr kumimoji="1" lang="zh-CN" altLang="en-US" sz="2800" b="1" dirty="0">
                <a:solidFill>
                  <a:schemeClr val="accent1"/>
                </a:solidFill>
                <a:latin typeface="宋体" panose="02010600030101010101" pitchFamily="2" charset="-122"/>
              </a:rPr>
              <a:t>矩阵</a:t>
            </a:r>
            <a:r>
              <a:rPr kumimoji="1" lang="en-US" altLang="zh-CN" sz="2800" b="1" dirty="0">
                <a:solidFill>
                  <a:schemeClr val="accent1"/>
                </a:solidFill>
                <a:latin typeface="宋体" panose="02010600030101010101" pitchFamily="2" charset="-122"/>
              </a:rPr>
              <a:t>A</a:t>
            </a:r>
            <a:r>
              <a:rPr kumimoji="1" lang="zh-CN" altLang="en-US" sz="2800" b="1" dirty="0">
                <a:solidFill>
                  <a:schemeClr val="accent1"/>
                </a:solidFill>
                <a:latin typeface="宋体" panose="02010600030101010101" pitchFamily="2" charset="-122"/>
              </a:rPr>
              <a:t>的加号逆存在且唯一。</a:t>
            </a:r>
            <a:endParaRPr kumimoji="1" lang="en-US" altLang="zh-CN" sz="2800" b="1" dirty="0">
              <a:solidFill>
                <a:schemeClr val="accent1"/>
              </a:solidFill>
              <a:latin typeface="宋体" panose="02010600030101010101" pitchFamily="2" charset="-122"/>
            </a:endParaRPr>
          </a:p>
        </p:txBody>
      </p:sp>
      <p:pic>
        <p:nvPicPr>
          <p:cNvPr id="3" name="图片 2">
            <a:extLst>
              <a:ext uri="{FF2B5EF4-FFF2-40B4-BE49-F238E27FC236}">
                <a16:creationId xmlns:a16="http://schemas.microsoft.com/office/drawing/2014/main" id="{9E0E1252-8CA3-433B-AB60-BD74F3DC657C}"/>
              </a:ext>
            </a:extLst>
          </p:cNvPr>
          <p:cNvPicPr>
            <a:picLocks noChangeAspect="1"/>
          </p:cNvPicPr>
          <p:nvPr/>
        </p:nvPicPr>
        <p:blipFill>
          <a:blip r:embed="rId2"/>
          <a:stretch>
            <a:fillRect/>
          </a:stretch>
        </p:blipFill>
        <p:spPr>
          <a:xfrm>
            <a:off x="285984" y="1876465"/>
            <a:ext cx="8625278" cy="3217720"/>
          </a:xfrm>
          <a:prstGeom prst="rect">
            <a:avLst/>
          </a:prstGeom>
        </p:spPr>
      </p:pic>
    </p:spTree>
    <p:extLst>
      <p:ext uri="{BB962C8B-B14F-4D97-AF65-F5344CB8AC3E}">
        <p14:creationId xmlns:p14="http://schemas.microsoft.com/office/powerpoint/2010/main" val="12188234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8A1290C-9583-41FF-9EA3-43BB4B75FFA7}"/>
              </a:ext>
            </a:extLst>
          </p:cNvPr>
          <p:cNvPicPr>
            <a:picLocks noChangeAspect="1"/>
          </p:cNvPicPr>
          <p:nvPr/>
        </p:nvPicPr>
        <p:blipFill>
          <a:blip r:embed="rId2"/>
          <a:stretch>
            <a:fillRect/>
          </a:stretch>
        </p:blipFill>
        <p:spPr>
          <a:xfrm>
            <a:off x="340187" y="1403775"/>
            <a:ext cx="6898479" cy="3301415"/>
          </a:xfrm>
          <a:prstGeom prst="rect">
            <a:avLst/>
          </a:prstGeom>
        </p:spPr>
      </p:pic>
    </p:spTree>
    <p:extLst>
      <p:ext uri="{BB962C8B-B14F-4D97-AF65-F5344CB8AC3E}">
        <p14:creationId xmlns:p14="http://schemas.microsoft.com/office/powerpoint/2010/main" val="1881778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50B29C-DE9B-43E2-9536-3C32812512EB}"/>
              </a:ext>
            </a:extLst>
          </p:cNvPr>
          <p:cNvSpPr>
            <a:spLocks noGrp="1"/>
          </p:cNvSpPr>
          <p:nvPr>
            <p:ph type="sldNum" sz="quarter" idx="12"/>
          </p:nvPr>
        </p:nvSpPr>
        <p:spPr/>
        <p:txBody>
          <a:bodyPr/>
          <a:lstStyle/>
          <a:p>
            <a:fld id="{5A8FC9E3-917F-4276-BFD5-27680B282527}" type="slidenum">
              <a:rPr lang="en-US" altLang="zh-CN"/>
              <a:pPr/>
              <a:t>47</a:t>
            </a:fld>
            <a:endParaRPr lang="en-US" altLang="zh-CN"/>
          </a:p>
        </p:txBody>
      </p:sp>
      <p:sp>
        <p:nvSpPr>
          <p:cNvPr id="12290" name="Rectangle 2">
            <a:extLst>
              <a:ext uri="{FF2B5EF4-FFF2-40B4-BE49-F238E27FC236}">
                <a16:creationId xmlns:a16="http://schemas.microsoft.com/office/drawing/2014/main" id="{0718A447-23E8-4D96-9B6A-967A52ED2E2D}"/>
              </a:ext>
            </a:extLst>
          </p:cNvPr>
          <p:cNvSpPr>
            <a:spLocks noGrp="1" noChangeArrowheads="1"/>
          </p:cNvSpPr>
          <p:nvPr>
            <p:ph type="title"/>
          </p:nvPr>
        </p:nvSpPr>
        <p:spPr>
          <a:xfrm>
            <a:off x="68262" y="-6309"/>
            <a:ext cx="7551738" cy="979487"/>
          </a:xfrm>
        </p:spPr>
        <p:txBody>
          <a:bodyPr/>
          <a:lstStyle/>
          <a:p>
            <a:pPr algn="l"/>
            <a:r>
              <a:rPr lang="en-US" altLang="zh-CN" b="1" dirty="0"/>
              <a:t>3.2 </a:t>
            </a:r>
            <a:r>
              <a:rPr lang="zh-CN" altLang="en-US" b="1" dirty="0"/>
              <a:t>叉积阵</a:t>
            </a:r>
          </a:p>
        </p:txBody>
      </p:sp>
      <p:sp>
        <p:nvSpPr>
          <p:cNvPr id="12295" name="Rectangle 7">
            <a:extLst>
              <a:ext uri="{FF2B5EF4-FFF2-40B4-BE49-F238E27FC236}">
                <a16:creationId xmlns:a16="http://schemas.microsoft.com/office/drawing/2014/main" id="{532AEE2B-5169-469A-9B21-F7B06A0EC2E5}"/>
              </a:ext>
            </a:extLst>
          </p:cNvPr>
          <p:cNvSpPr>
            <a:spLocks noChangeArrowheads="1"/>
          </p:cNvSpPr>
          <p:nvPr/>
        </p:nvSpPr>
        <p:spPr bwMode="auto">
          <a:xfrm>
            <a:off x="21902" y="983802"/>
            <a:ext cx="9144000" cy="1624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zh-CN" altLang="en-US" sz="3600" b="1" dirty="0">
                <a:solidFill>
                  <a:schemeClr val="accent1"/>
                </a:solidFill>
                <a:latin typeface="宋体" panose="02010600030101010101" pitchFamily="2" charset="-122"/>
              </a:rPr>
              <a:t>设</a:t>
            </a:r>
            <a:r>
              <a:rPr kumimoji="1" lang="en-US" altLang="zh-CN" sz="3600" b="1" dirty="0">
                <a:solidFill>
                  <a:schemeClr val="accent1"/>
                </a:solidFill>
                <a:latin typeface="宋体" panose="02010600030101010101" pitchFamily="2" charset="-122"/>
              </a:rPr>
              <a:t>A</a:t>
            </a:r>
            <a:r>
              <a:rPr kumimoji="1" lang="zh-CN" altLang="en-US" sz="3600" b="1" dirty="0">
                <a:solidFill>
                  <a:schemeClr val="accent1"/>
                </a:solidFill>
                <a:latin typeface="宋体" panose="02010600030101010101" pitchFamily="2" charset="-122"/>
              </a:rPr>
              <a:t>为</a:t>
            </a:r>
            <a:r>
              <a:rPr kumimoji="1" lang="en-US" altLang="zh-CN" sz="3600" b="1" dirty="0">
                <a:solidFill>
                  <a:schemeClr val="accent1"/>
                </a:solidFill>
                <a:latin typeface="宋体" panose="02010600030101010101" pitchFamily="2" charset="-122"/>
              </a:rPr>
              <a:t>(</a:t>
            </a:r>
            <a:r>
              <a:rPr kumimoji="1" lang="en-US" altLang="zh-CN" sz="3600" b="1" dirty="0" err="1">
                <a:solidFill>
                  <a:schemeClr val="accent1"/>
                </a:solidFill>
                <a:latin typeface="宋体" panose="02010600030101010101" pitchFamily="2" charset="-122"/>
              </a:rPr>
              <a:t>n,m</a:t>
            </a:r>
            <a:r>
              <a:rPr kumimoji="1" lang="en-US" altLang="zh-CN" sz="3600" b="1" dirty="0">
                <a:solidFill>
                  <a:schemeClr val="accent1"/>
                </a:solidFill>
                <a:latin typeface="宋体" panose="02010600030101010101" pitchFamily="2" charset="-122"/>
              </a:rPr>
              <a:t>)</a:t>
            </a:r>
            <a:r>
              <a:rPr kumimoji="1" lang="zh-CN" altLang="en-US" sz="3600" b="1" dirty="0">
                <a:solidFill>
                  <a:schemeClr val="accent1"/>
                </a:solidFill>
                <a:latin typeface="宋体" panose="02010600030101010101" pitchFamily="2" charset="-122"/>
              </a:rPr>
              <a:t>矩阵， </a:t>
            </a:r>
            <a:endParaRPr kumimoji="1" lang="en-US" altLang="zh-CN" sz="3600" b="1" dirty="0">
              <a:solidFill>
                <a:schemeClr val="accent1"/>
              </a:solidFill>
              <a:latin typeface="宋体" panose="02010600030101010101" pitchFamily="2" charset="-122"/>
            </a:endParaRPr>
          </a:p>
          <a:p>
            <a:pPr>
              <a:lnSpc>
                <a:spcPct val="150000"/>
              </a:lnSpc>
            </a:pPr>
            <a:r>
              <a:rPr kumimoji="1" lang="en-US" altLang="zh-CN" sz="3600" b="1" dirty="0">
                <a:solidFill>
                  <a:schemeClr val="accent1"/>
                </a:solidFill>
                <a:latin typeface="宋体" panose="02010600030101010101" pitchFamily="2" charset="-122"/>
              </a:rPr>
              <a:t>A</a:t>
            </a:r>
            <a:r>
              <a:rPr kumimoji="1" lang="en-US" altLang="zh-CN" sz="3600" b="1" baseline="30000" dirty="0">
                <a:solidFill>
                  <a:schemeClr val="accent1"/>
                </a:solidFill>
                <a:latin typeface="宋体" panose="02010600030101010101" pitchFamily="2" charset="-122"/>
              </a:rPr>
              <a:t>T</a:t>
            </a:r>
            <a:r>
              <a:rPr kumimoji="1" lang="en-US" altLang="zh-CN" sz="3600" b="1" dirty="0">
                <a:solidFill>
                  <a:schemeClr val="accent1"/>
                </a:solidFill>
                <a:latin typeface="宋体" panose="02010600030101010101" pitchFamily="2" charset="-122"/>
              </a:rPr>
              <a:t>A---</a:t>
            </a:r>
            <a:r>
              <a:rPr kumimoji="1" lang="zh-CN" altLang="en-US" sz="3600" b="1" dirty="0">
                <a:solidFill>
                  <a:schemeClr val="accent1"/>
                </a:solidFill>
                <a:latin typeface="宋体" panose="02010600030101010101" pitchFamily="2" charset="-122"/>
              </a:rPr>
              <a:t>线性模型的正规方程， 协方差阵估计</a:t>
            </a:r>
            <a:endParaRPr kumimoji="1" lang="en-US" altLang="zh-CN" sz="3600" b="1" dirty="0">
              <a:solidFill>
                <a:schemeClr val="accent1"/>
              </a:solidFill>
              <a:latin typeface="宋体" panose="02010600030101010101" pitchFamily="2" charset="-122"/>
            </a:endParaRPr>
          </a:p>
        </p:txBody>
      </p:sp>
      <p:pic>
        <p:nvPicPr>
          <p:cNvPr id="3" name="图片 2">
            <a:extLst>
              <a:ext uri="{FF2B5EF4-FFF2-40B4-BE49-F238E27FC236}">
                <a16:creationId xmlns:a16="http://schemas.microsoft.com/office/drawing/2014/main" id="{CBAAB99E-C610-4BD1-921B-CB12C13C7CD0}"/>
              </a:ext>
            </a:extLst>
          </p:cNvPr>
          <p:cNvPicPr>
            <a:picLocks noChangeAspect="1"/>
          </p:cNvPicPr>
          <p:nvPr/>
        </p:nvPicPr>
        <p:blipFill>
          <a:blip r:embed="rId2"/>
          <a:stretch>
            <a:fillRect/>
          </a:stretch>
        </p:blipFill>
        <p:spPr>
          <a:xfrm>
            <a:off x="69617" y="2933945"/>
            <a:ext cx="8739763" cy="2231929"/>
          </a:xfrm>
          <a:prstGeom prst="rect">
            <a:avLst/>
          </a:prstGeom>
        </p:spPr>
      </p:pic>
      <p:pic>
        <p:nvPicPr>
          <p:cNvPr id="5" name="图片 4">
            <a:extLst>
              <a:ext uri="{FF2B5EF4-FFF2-40B4-BE49-F238E27FC236}">
                <a16:creationId xmlns:a16="http://schemas.microsoft.com/office/drawing/2014/main" id="{3096741A-DC33-49A9-BD93-A29DD9EB1086}"/>
              </a:ext>
            </a:extLst>
          </p:cNvPr>
          <p:cNvPicPr>
            <a:picLocks noChangeAspect="1"/>
          </p:cNvPicPr>
          <p:nvPr/>
        </p:nvPicPr>
        <p:blipFill>
          <a:blip r:embed="rId3"/>
          <a:stretch>
            <a:fillRect/>
          </a:stretch>
        </p:blipFill>
        <p:spPr>
          <a:xfrm>
            <a:off x="21901" y="5491533"/>
            <a:ext cx="6762245" cy="568379"/>
          </a:xfrm>
          <a:prstGeom prst="rect">
            <a:avLst/>
          </a:prstGeom>
        </p:spPr>
      </p:pic>
    </p:spTree>
    <p:extLst>
      <p:ext uri="{BB962C8B-B14F-4D97-AF65-F5344CB8AC3E}">
        <p14:creationId xmlns:p14="http://schemas.microsoft.com/office/powerpoint/2010/main" val="4081924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50B29C-DE9B-43E2-9536-3C32812512EB}"/>
              </a:ext>
            </a:extLst>
          </p:cNvPr>
          <p:cNvSpPr>
            <a:spLocks noGrp="1"/>
          </p:cNvSpPr>
          <p:nvPr>
            <p:ph type="sldNum" sz="quarter" idx="12"/>
          </p:nvPr>
        </p:nvSpPr>
        <p:spPr/>
        <p:txBody>
          <a:bodyPr/>
          <a:lstStyle/>
          <a:p>
            <a:fld id="{5A8FC9E3-917F-4276-BFD5-27680B282527}" type="slidenum">
              <a:rPr lang="en-US" altLang="zh-CN"/>
              <a:pPr/>
              <a:t>48</a:t>
            </a:fld>
            <a:endParaRPr lang="en-US" altLang="zh-CN"/>
          </a:p>
        </p:txBody>
      </p:sp>
      <p:sp>
        <p:nvSpPr>
          <p:cNvPr id="12290" name="Rectangle 2">
            <a:extLst>
              <a:ext uri="{FF2B5EF4-FFF2-40B4-BE49-F238E27FC236}">
                <a16:creationId xmlns:a16="http://schemas.microsoft.com/office/drawing/2014/main" id="{0718A447-23E8-4D96-9B6A-967A52ED2E2D}"/>
              </a:ext>
            </a:extLst>
          </p:cNvPr>
          <p:cNvSpPr>
            <a:spLocks noGrp="1" noChangeArrowheads="1"/>
          </p:cNvSpPr>
          <p:nvPr>
            <p:ph type="title"/>
          </p:nvPr>
        </p:nvSpPr>
        <p:spPr>
          <a:xfrm>
            <a:off x="68262" y="-6309"/>
            <a:ext cx="7551738" cy="979487"/>
          </a:xfrm>
        </p:spPr>
        <p:txBody>
          <a:bodyPr/>
          <a:lstStyle/>
          <a:p>
            <a:pPr algn="l"/>
            <a:r>
              <a:rPr lang="en-US" altLang="zh-CN" b="1" dirty="0"/>
              <a:t>3.3 </a:t>
            </a:r>
            <a:r>
              <a:rPr lang="zh-CN" altLang="en-US" b="1" dirty="0"/>
              <a:t>正交投影</a:t>
            </a:r>
          </a:p>
        </p:txBody>
      </p:sp>
      <p:pic>
        <p:nvPicPr>
          <p:cNvPr id="3" name="图片 2">
            <a:extLst>
              <a:ext uri="{FF2B5EF4-FFF2-40B4-BE49-F238E27FC236}">
                <a16:creationId xmlns:a16="http://schemas.microsoft.com/office/drawing/2014/main" id="{09A8B76A-DDD3-4AA2-9043-CF722A4FDBF2}"/>
              </a:ext>
            </a:extLst>
          </p:cNvPr>
          <p:cNvPicPr>
            <a:picLocks noChangeAspect="1"/>
          </p:cNvPicPr>
          <p:nvPr/>
        </p:nvPicPr>
        <p:blipFill>
          <a:blip r:embed="rId2"/>
          <a:stretch>
            <a:fillRect/>
          </a:stretch>
        </p:blipFill>
        <p:spPr>
          <a:xfrm>
            <a:off x="68262" y="1168247"/>
            <a:ext cx="9075738" cy="2104349"/>
          </a:xfrm>
          <a:prstGeom prst="rect">
            <a:avLst/>
          </a:prstGeom>
        </p:spPr>
      </p:pic>
    </p:spTree>
    <p:extLst>
      <p:ext uri="{BB962C8B-B14F-4D97-AF65-F5344CB8AC3E}">
        <p14:creationId xmlns:p14="http://schemas.microsoft.com/office/powerpoint/2010/main" val="13829960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C6D7E51-1405-45C9-B3F6-D17BD6A17D79}"/>
              </a:ext>
            </a:extLst>
          </p:cNvPr>
          <p:cNvPicPr>
            <a:picLocks noChangeAspect="1"/>
          </p:cNvPicPr>
          <p:nvPr/>
        </p:nvPicPr>
        <p:blipFill>
          <a:blip r:embed="rId2"/>
          <a:stretch>
            <a:fillRect/>
          </a:stretch>
        </p:blipFill>
        <p:spPr>
          <a:xfrm>
            <a:off x="251520" y="1483416"/>
            <a:ext cx="8685965" cy="2497681"/>
          </a:xfrm>
          <a:prstGeom prst="rect">
            <a:avLst/>
          </a:prstGeom>
        </p:spPr>
      </p:pic>
      <p:sp>
        <p:nvSpPr>
          <p:cNvPr id="7" name="文本框 6">
            <a:extLst>
              <a:ext uri="{FF2B5EF4-FFF2-40B4-BE49-F238E27FC236}">
                <a16:creationId xmlns:a16="http://schemas.microsoft.com/office/drawing/2014/main" id="{E0A09BDD-F91E-4430-B37B-DA35CB19FD1D}"/>
              </a:ext>
            </a:extLst>
          </p:cNvPr>
          <p:cNvSpPr txBox="1"/>
          <p:nvPr/>
        </p:nvSpPr>
        <p:spPr>
          <a:xfrm>
            <a:off x="93700" y="4194085"/>
            <a:ext cx="8956599" cy="523220"/>
          </a:xfrm>
          <a:prstGeom prst="rect">
            <a:avLst/>
          </a:prstGeom>
          <a:noFill/>
          <a:ln w="25400">
            <a:solidFill>
              <a:srgbClr val="0070C0"/>
            </a:solidFill>
          </a:ln>
        </p:spPr>
        <p:txBody>
          <a:bodyPr wrap="square">
            <a:spAutoFit/>
          </a:bodyPr>
          <a:lstStyle/>
          <a:p>
            <a:pPr marL="285750" indent="-285750">
              <a:buFont typeface="Arial" panose="020B0604020202020204" pitchFamily="34" charset="0"/>
              <a:buChar char="•"/>
            </a:pPr>
            <a:r>
              <a:rPr lang="zh-CN" altLang="en-US" sz="2800" dirty="0"/>
              <a:t>设</a:t>
            </a:r>
            <a:r>
              <a:rPr lang="en-US" altLang="zh-CN" sz="2800" dirty="0"/>
              <a:t>P</a:t>
            </a:r>
            <a:r>
              <a:rPr lang="zh-CN" altLang="en-US" sz="2800" dirty="0"/>
              <a:t>为</a:t>
            </a:r>
            <a:r>
              <a:rPr lang="en-US" altLang="zh-CN" sz="2800" dirty="0"/>
              <a:t>n</a:t>
            </a:r>
            <a:r>
              <a:rPr lang="zh-CN" altLang="en-US" sz="2800" dirty="0"/>
              <a:t>阶实对称矩阵， 若</a:t>
            </a:r>
            <a:r>
              <a:rPr lang="en-US" altLang="zh-CN" sz="2800" dirty="0"/>
              <a:t>P=P</a:t>
            </a:r>
            <a:r>
              <a:rPr lang="en-US" altLang="zh-CN" sz="2800" baseline="30000" dirty="0"/>
              <a:t>2</a:t>
            </a:r>
            <a:r>
              <a:rPr lang="zh-CN" altLang="en-US" sz="2800" dirty="0"/>
              <a:t>， 则称</a:t>
            </a:r>
            <a:r>
              <a:rPr lang="en-US" altLang="zh-CN" sz="2800" dirty="0"/>
              <a:t>P</a:t>
            </a:r>
            <a:r>
              <a:rPr lang="zh-CN" altLang="en-US" sz="2800" b="1" dirty="0"/>
              <a:t>为对称幂等阵</a:t>
            </a:r>
            <a:endParaRPr lang="zh-CN" altLang="en-US" sz="2800" dirty="0"/>
          </a:p>
        </p:txBody>
      </p:sp>
      <p:pic>
        <p:nvPicPr>
          <p:cNvPr id="9" name="图片 8">
            <a:extLst>
              <a:ext uri="{FF2B5EF4-FFF2-40B4-BE49-F238E27FC236}">
                <a16:creationId xmlns:a16="http://schemas.microsoft.com/office/drawing/2014/main" id="{47A09ED6-18C6-4917-BE31-B829FEA3874B}"/>
              </a:ext>
            </a:extLst>
          </p:cNvPr>
          <p:cNvPicPr>
            <a:picLocks noChangeAspect="1"/>
          </p:cNvPicPr>
          <p:nvPr/>
        </p:nvPicPr>
        <p:blipFill>
          <a:blip r:embed="rId3"/>
          <a:stretch>
            <a:fillRect/>
          </a:stretch>
        </p:blipFill>
        <p:spPr>
          <a:xfrm>
            <a:off x="251520" y="5112974"/>
            <a:ext cx="6295520" cy="523220"/>
          </a:xfrm>
          <a:prstGeom prst="rect">
            <a:avLst/>
          </a:prstGeom>
        </p:spPr>
      </p:pic>
    </p:spTree>
    <p:extLst>
      <p:ext uri="{BB962C8B-B14F-4D97-AF65-F5344CB8AC3E}">
        <p14:creationId xmlns:p14="http://schemas.microsoft.com/office/powerpoint/2010/main" val="28971777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1.4 </a:t>
            </a:r>
            <a:r>
              <a:rPr lang="zh-CN" altLang="en-US" dirty="0"/>
              <a:t>统计图形</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363771" y="1443841"/>
            <a:ext cx="8416458"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en-US" altLang="zh-CN" sz="3600" b="1" i="0" dirty="0">
                <a:solidFill>
                  <a:schemeClr val="accent1"/>
                </a:solidFill>
                <a:effectLst/>
                <a:latin typeface="Helvetica Neue"/>
              </a:rPr>
              <a:t>1.4.1 </a:t>
            </a:r>
            <a:r>
              <a:rPr lang="zh-CN" altLang="en-US" sz="3600" b="1" i="0" dirty="0">
                <a:solidFill>
                  <a:schemeClr val="accent1"/>
                </a:solidFill>
                <a:effectLst/>
                <a:latin typeface="Helvetica Neue"/>
              </a:rPr>
              <a:t>直方图</a:t>
            </a:r>
            <a:endParaRPr lang="en-US" altLang="zh-CN" sz="3600" b="1" i="0" dirty="0">
              <a:solidFill>
                <a:schemeClr val="accent1"/>
              </a:solidFill>
              <a:effectLst/>
              <a:latin typeface="Helvetica Neue"/>
            </a:endParaRPr>
          </a:p>
          <a:p>
            <a:pPr algn="l"/>
            <a:r>
              <a:rPr lang="en-US" altLang="zh-CN" sz="3600" b="1" i="0" dirty="0">
                <a:solidFill>
                  <a:schemeClr val="accent1"/>
                </a:solidFill>
                <a:effectLst/>
                <a:latin typeface="Helvetica Neue"/>
              </a:rPr>
              <a:t>1.4.2 </a:t>
            </a:r>
            <a:r>
              <a:rPr lang="zh-CN" altLang="en-US" sz="3600" b="1" i="0" dirty="0">
                <a:solidFill>
                  <a:schemeClr val="accent1"/>
                </a:solidFill>
                <a:effectLst/>
                <a:latin typeface="Helvetica Neue"/>
              </a:rPr>
              <a:t>核密度估计</a:t>
            </a:r>
            <a:endParaRPr lang="en-US" altLang="zh-CN" sz="3600" b="1" i="0" dirty="0">
              <a:solidFill>
                <a:schemeClr val="accent1"/>
              </a:solidFill>
              <a:effectLst/>
              <a:latin typeface="Helvetica Neue"/>
            </a:endParaRPr>
          </a:p>
          <a:p>
            <a:pPr algn="l"/>
            <a:r>
              <a:rPr lang="en-US" altLang="zh-CN" sz="3600" b="1" i="0" dirty="0">
                <a:solidFill>
                  <a:schemeClr val="accent1"/>
                </a:solidFill>
                <a:effectLst/>
                <a:latin typeface="Helvetica Neue"/>
              </a:rPr>
              <a:t>1.4.3 </a:t>
            </a:r>
            <a:r>
              <a:rPr lang="zh-CN" altLang="en-US" sz="3600" b="1" i="0" dirty="0">
                <a:solidFill>
                  <a:schemeClr val="accent1"/>
                </a:solidFill>
                <a:effectLst/>
                <a:latin typeface="Helvetica Neue"/>
              </a:rPr>
              <a:t>盒形图</a:t>
            </a:r>
            <a:endParaRPr lang="en-US" altLang="zh-CN" sz="3600" b="1" i="0" dirty="0">
              <a:solidFill>
                <a:schemeClr val="accent1"/>
              </a:solidFill>
              <a:effectLst/>
              <a:latin typeface="Helvetica Neue"/>
            </a:endParaRPr>
          </a:p>
          <a:p>
            <a:pPr algn="l"/>
            <a:r>
              <a:rPr lang="en-US" altLang="zh-CN" sz="3600" b="1" dirty="0">
                <a:solidFill>
                  <a:schemeClr val="accent1"/>
                </a:solidFill>
                <a:latin typeface="Helvetica Neue"/>
              </a:rPr>
              <a:t>1.4.4 </a:t>
            </a:r>
            <a:r>
              <a:rPr lang="zh-CN" altLang="en-US" sz="3600" b="1" dirty="0">
                <a:solidFill>
                  <a:schemeClr val="accent1"/>
                </a:solidFill>
                <a:latin typeface="Helvetica Neue"/>
              </a:rPr>
              <a:t>茎叶图</a:t>
            </a:r>
            <a:endParaRPr lang="en-US" altLang="zh-CN" sz="3600" b="1" dirty="0">
              <a:solidFill>
                <a:schemeClr val="accent1"/>
              </a:solidFill>
              <a:latin typeface="Helvetica Neue"/>
            </a:endParaRPr>
          </a:p>
          <a:p>
            <a:r>
              <a:rPr lang="en-US" altLang="zh-CN" sz="3600" b="1" dirty="0">
                <a:solidFill>
                  <a:schemeClr val="accent1"/>
                </a:solidFill>
                <a:latin typeface="Helvetica Neue"/>
              </a:rPr>
              <a:t>1.4.5 </a:t>
            </a:r>
            <a:r>
              <a:rPr lang="zh-CN" altLang="en-US" sz="3600" b="1" dirty="0">
                <a:solidFill>
                  <a:schemeClr val="accent1"/>
                </a:solidFill>
                <a:latin typeface="Helvetica Neue"/>
              </a:rPr>
              <a:t>正态</a:t>
            </a:r>
            <a:r>
              <a:rPr lang="en-US" altLang="zh-CN" sz="3600" b="1" dirty="0">
                <a:solidFill>
                  <a:schemeClr val="accent1"/>
                </a:solidFill>
                <a:latin typeface="Helvetica Neue"/>
              </a:rPr>
              <a:t>QQ</a:t>
            </a:r>
            <a:r>
              <a:rPr lang="zh-CN" altLang="en-US" sz="3600" b="1" dirty="0">
                <a:solidFill>
                  <a:schemeClr val="accent1"/>
                </a:solidFill>
                <a:latin typeface="Helvetica Neue"/>
              </a:rPr>
              <a:t>图和正态概率图</a:t>
            </a:r>
            <a:endParaRPr lang="zh-CN" altLang="en-US" sz="3600" b="1" i="0" dirty="0">
              <a:solidFill>
                <a:schemeClr val="accent1"/>
              </a:solidFill>
              <a:effectLst/>
              <a:latin typeface="Helvetica Neue"/>
            </a:endParaRPr>
          </a:p>
          <a:p>
            <a:r>
              <a:rPr lang="en-US" altLang="zh-CN" sz="3600" b="1" dirty="0">
                <a:solidFill>
                  <a:schemeClr val="accent1"/>
                </a:solidFill>
                <a:latin typeface="Helvetica Neue"/>
              </a:rPr>
              <a:t>1.4.6 </a:t>
            </a:r>
            <a:r>
              <a:rPr lang="zh-CN" altLang="en-US" sz="3600" b="1" dirty="0">
                <a:solidFill>
                  <a:schemeClr val="accent1"/>
                </a:solidFill>
                <a:latin typeface="Helvetica Neue"/>
              </a:rPr>
              <a:t>散点图和曲线图</a:t>
            </a:r>
            <a:endParaRPr lang="zh-CN" altLang="en-US" sz="3600" b="1" i="0" dirty="0">
              <a:solidFill>
                <a:schemeClr val="accent1"/>
              </a:solidFill>
              <a:effectLst/>
              <a:latin typeface="Helvetica Neue"/>
            </a:endParaRPr>
          </a:p>
          <a:p>
            <a:r>
              <a:rPr lang="en-US" altLang="zh-CN" sz="3600" b="1" dirty="0">
                <a:solidFill>
                  <a:schemeClr val="accent1"/>
                </a:solidFill>
                <a:latin typeface="Helvetica Neue"/>
              </a:rPr>
              <a:t>1.4.7</a:t>
            </a:r>
            <a:r>
              <a:rPr lang="zh-CN" altLang="en-US" sz="3600" b="1" dirty="0">
                <a:solidFill>
                  <a:schemeClr val="accent1"/>
                </a:solidFill>
                <a:latin typeface="Helvetica Neue"/>
              </a:rPr>
              <a:t>散点图矩阵</a:t>
            </a:r>
            <a:endParaRPr lang="zh-CN" altLang="en-US" sz="3600" b="1" i="0" dirty="0">
              <a:solidFill>
                <a:schemeClr val="accent1"/>
              </a:solidFill>
              <a:effectLst/>
              <a:latin typeface="Helvetica Neue"/>
            </a:endParaRPr>
          </a:p>
        </p:txBody>
      </p:sp>
    </p:spTree>
    <p:extLst>
      <p:ext uri="{BB962C8B-B14F-4D97-AF65-F5344CB8AC3E}">
        <p14:creationId xmlns:p14="http://schemas.microsoft.com/office/powerpoint/2010/main" val="38539091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B80A49-A3EB-433E-919D-70D0515F178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AF1E785-321A-498F-B897-F488A56B6BA9}"/>
              </a:ext>
            </a:extLst>
          </p:cNvPr>
          <p:cNvSpPr>
            <a:spLocks noGrp="1"/>
          </p:cNvSpPr>
          <p:nvPr>
            <p:ph idx="1"/>
          </p:nvPr>
        </p:nvSpPr>
        <p:spPr/>
        <p:txBody>
          <a:bodyPr/>
          <a:lstStyle/>
          <a:p>
            <a:endParaRPr lang="zh-CN" altLang="en-US"/>
          </a:p>
        </p:txBody>
      </p:sp>
      <p:pic>
        <p:nvPicPr>
          <p:cNvPr id="31746" name="Picture 2">
            <a:extLst>
              <a:ext uri="{FF2B5EF4-FFF2-40B4-BE49-F238E27FC236}">
                <a16:creationId xmlns:a16="http://schemas.microsoft.com/office/drawing/2014/main" id="{DD72C6E0-ABDA-4587-8416-6909C58125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513"/>
            <a:ext cx="9144000" cy="653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3806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a:extLst>
              <a:ext uri="{FF2B5EF4-FFF2-40B4-BE49-F238E27FC236}">
                <a16:creationId xmlns:a16="http://schemas.microsoft.com/office/drawing/2014/main" id="{365AB9B6-8687-4D1D-8652-D72322BC4E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513"/>
            <a:ext cx="9144000" cy="653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12247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a:extLst>
              <a:ext uri="{FF2B5EF4-FFF2-40B4-BE49-F238E27FC236}">
                <a16:creationId xmlns:a16="http://schemas.microsoft.com/office/drawing/2014/main" id="{4847DA88-AA18-4026-8794-6189F31DF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513"/>
            <a:ext cx="9144000" cy="653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8588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0A3897-B6C5-47AF-90F5-75DED98506E5}"/>
              </a:ext>
            </a:extLst>
          </p:cNvPr>
          <p:cNvSpPr>
            <a:spLocks noGrp="1"/>
          </p:cNvSpPr>
          <p:nvPr>
            <p:ph type="title"/>
          </p:nvPr>
        </p:nvSpPr>
        <p:spPr/>
        <p:txBody>
          <a:bodyPr/>
          <a:lstStyle/>
          <a:p>
            <a:r>
              <a:rPr lang="zh-CN" altLang="en-US" b="0" i="0" dirty="0">
                <a:solidFill>
                  <a:srgbClr val="333333"/>
                </a:solidFill>
                <a:effectLst/>
                <a:latin typeface="Helvetica Neue"/>
              </a:rPr>
              <a:t>盒形图</a:t>
            </a:r>
            <a:endParaRPr lang="zh-CN" altLang="en-US" dirty="0"/>
          </a:p>
        </p:txBody>
      </p:sp>
      <p:pic>
        <p:nvPicPr>
          <p:cNvPr id="4" name="图片 3">
            <a:extLst>
              <a:ext uri="{FF2B5EF4-FFF2-40B4-BE49-F238E27FC236}">
                <a16:creationId xmlns:a16="http://schemas.microsoft.com/office/drawing/2014/main" id="{872E78C6-B70E-4CEA-9BA8-7925F366F1CC}"/>
              </a:ext>
            </a:extLst>
          </p:cNvPr>
          <p:cNvPicPr>
            <a:picLocks noChangeAspect="1"/>
          </p:cNvPicPr>
          <p:nvPr/>
        </p:nvPicPr>
        <p:blipFill>
          <a:blip r:embed="rId2"/>
          <a:stretch>
            <a:fillRect/>
          </a:stretch>
        </p:blipFill>
        <p:spPr>
          <a:xfrm>
            <a:off x="3941930" y="998730"/>
            <a:ext cx="1712318" cy="5136954"/>
          </a:xfrm>
          <a:prstGeom prst="rect">
            <a:avLst/>
          </a:prstGeom>
        </p:spPr>
      </p:pic>
    </p:spTree>
    <p:extLst>
      <p:ext uri="{BB962C8B-B14F-4D97-AF65-F5344CB8AC3E}">
        <p14:creationId xmlns:p14="http://schemas.microsoft.com/office/powerpoint/2010/main" val="30871807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0A3897-B6C5-47AF-90F5-75DED98506E5}"/>
              </a:ext>
            </a:extLst>
          </p:cNvPr>
          <p:cNvSpPr>
            <a:spLocks noGrp="1"/>
          </p:cNvSpPr>
          <p:nvPr>
            <p:ph type="title"/>
          </p:nvPr>
        </p:nvSpPr>
        <p:spPr/>
        <p:txBody>
          <a:bodyPr/>
          <a:lstStyle/>
          <a:p>
            <a:r>
              <a:rPr lang="zh-CN" altLang="en-US" b="0" i="0" dirty="0">
                <a:solidFill>
                  <a:srgbClr val="333333"/>
                </a:solidFill>
                <a:effectLst/>
                <a:latin typeface="Helvetica Neue"/>
              </a:rPr>
              <a:t>正态样本的正态</a:t>
            </a:r>
            <a:r>
              <a:rPr lang="en-US" altLang="zh-CN" b="0" i="0" dirty="0">
                <a:solidFill>
                  <a:srgbClr val="333333"/>
                </a:solidFill>
                <a:effectLst/>
                <a:latin typeface="Helvetica Neue"/>
              </a:rPr>
              <a:t>QQ</a:t>
            </a:r>
            <a:r>
              <a:rPr lang="zh-CN" altLang="en-US" b="0" i="0" dirty="0">
                <a:solidFill>
                  <a:srgbClr val="333333"/>
                </a:solidFill>
                <a:effectLst/>
                <a:latin typeface="Helvetica Neue"/>
              </a:rPr>
              <a:t>图</a:t>
            </a:r>
            <a:endParaRPr lang="zh-CN" altLang="en-US" dirty="0"/>
          </a:p>
        </p:txBody>
      </p:sp>
      <p:pic>
        <p:nvPicPr>
          <p:cNvPr id="3" name="图片 2">
            <a:extLst>
              <a:ext uri="{FF2B5EF4-FFF2-40B4-BE49-F238E27FC236}">
                <a16:creationId xmlns:a16="http://schemas.microsoft.com/office/drawing/2014/main" id="{DC73E1E7-8F45-4B99-BEEA-49EF03A09DDA}"/>
              </a:ext>
            </a:extLst>
          </p:cNvPr>
          <p:cNvPicPr>
            <a:picLocks noChangeAspect="1"/>
          </p:cNvPicPr>
          <p:nvPr/>
        </p:nvPicPr>
        <p:blipFill>
          <a:blip r:embed="rId2"/>
          <a:stretch>
            <a:fillRect/>
          </a:stretch>
        </p:blipFill>
        <p:spPr>
          <a:xfrm>
            <a:off x="1039107" y="1088740"/>
            <a:ext cx="7065785" cy="5046990"/>
          </a:xfrm>
          <a:prstGeom prst="rect">
            <a:avLst/>
          </a:prstGeom>
        </p:spPr>
      </p:pic>
    </p:spTree>
    <p:extLst>
      <p:ext uri="{BB962C8B-B14F-4D97-AF65-F5344CB8AC3E}">
        <p14:creationId xmlns:p14="http://schemas.microsoft.com/office/powerpoint/2010/main" val="18630021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0A3897-B6C5-47AF-90F5-75DED98506E5}"/>
              </a:ext>
            </a:extLst>
          </p:cNvPr>
          <p:cNvSpPr>
            <a:spLocks noGrp="1"/>
          </p:cNvSpPr>
          <p:nvPr>
            <p:ph type="title"/>
          </p:nvPr>
        </p:nvSpPr>
        <p:spPr/>
        <p:txBody>
          <a:bodyPr/>
          <a:lstStyle/>
          <a:p>
            <a:r>
              <a:rPr lang="zh-CN" altLang="en-US" b="0" i="0" dirty="0">
                <a:solidFill>
                  <a:srgbClr val="333333"/>
                </a:solidFill>
                <a:effectLst/>
                <a:latin typeface="Helvetica Neue"/>
              </a:rPr>
              <a:t>对数正态样本的正态</a:t>
            </a:r>
            <a:r>
              <a:rPr lang="en-US" altLang="zh-CN" b="0" i="0" dirty="0">
                <a:solidFill>
                  <a:srgbClr val="333333"/>
                </a:solidFill>
                <a:effectLst/>
                <a:latin typeface="Helvetica Neue"/>
              </a:rPr>
              <a:t>QQ</a:t>
            </a:r>
            <a:r>
              <a:rPr lang="zh-CN" altLang="en-US" b="0" i="0" dirty="0">
                <a:solidFill>
                  <a:srgbClr val="333333"/>
                </a:solidFill>
                <a:effectLst/>
                <a:latin typeface="Helvetica Neue"/>
              </a:rPr>
              <a:t>图</a:t>
            </a:r>
            <a:endParaRPr lang="zh-CN" altLang="en-US" dirty="0"/>
          </a:p>
        </p:txBody>
      </p:sp>
      <p:pic>
        <p:nvPicPr>
          <p:cNvPr id="4" name="图片 3">
            <a:extLst>
              <a:ext uri="{FF2B5EF4-FFF2-40B4-BE49-F238E27FC236}">
                <a16:creationId xmlns:a16="http://schemas.microsoft.com/office/drawing/2014/main" id="{14ECE1CF-43BB-442A-A2FE-F2F896CCF56B}"/>
              </a:ext>
            </a:extLst>
          </p:cNvPr>
          <p:cNvPicPr>
            <a:picLocks noChangeAspect="1"/>
          </p:cNvPicPr>
          <p:nvPr/>
        </p:nvPicPr>
        <p:blipFill>
          <a:blip r:embed="rId2"/>
          <a:stretch>
            <a:fillRect/>
          </a:stretch>
        </p:blipFill>
        <p:spPr>
          <a:xfrm>
            <a:off x="914400" y="1072113"/>
            <a:ext cx="6912260" cy="4937329"/>
          </a:xfrm>
          <a:prstGeom prst="rect">
            <a:avLst/>
          </a:prstGeom>
        </p:spPr>
      </p:pic>
    </p:spTree>
    <p:extLst>
      <p:ext uri="{BB962C8B-B14F-4D97-AF65-F5344CB8AC3E}">
        <p14:creationId xmlns:p14="http://schemas.microsoft.com/office/powerpoint/2010/main" val="33468048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0A3897-B6C5-47AF-90F5-75DED98506E5}"/>
              </a:ext>
            </a:extLst>
          </p:cNvPr>
          <p:cNvSpPr>
            <a:spLocks noGrp="1"/>
          </p:cNvSpPr>
          <p:nvPr>
            <p:ph type="title"/>
          </p:nvPr>
        </p:nvSpPr>
        <p:spPr/>
        <p:txBody>
          <a:bodyPr/>
          <a:lstStyle/>
          <a:p>
            <a:r>
              <a:rPr lang="en-US" altLang="zh-CN" b="0" i="0" dirty="0">
                <a:solidFill>
                  <a:srgbClr val="333333"/>
                </a:solidFill>
                <a:effectLst/>
                <a:latin typeface="Helvetica Neue"/>
              </a:rPr>
              <a:t>t</a:t>
            </a:r>
            <a:r>
              <a:rPr lang="zh-CN" altLang="en-US" b="0" i="0" dirty="0">
                <a:solidFill>
                  <a:srgbClr val="333333"/>
                </a:solidFill>
                <a:effectLst/>
                <a:latin typeface="Helvetica Neue"/>
              </a:rPr>
              <a:t>分布样本的正态</a:t>
            </a:r>
            <a:r>
              <a:rPr lang="en-US" altLang="zh-CN" b="0" i="0" dirty="0">
                <a:solidFill>
                  <a:srgbClr val="333333"/>
                </a:solidFill>
                <a:effectLst/>
                <a:latin typeface="Helvetica Neue"/>
              </a:rPr>
              <a:t>QQ</a:t>
            </a:r>
            <a:r>
              <a:rPr lang="zh-CN" altLang="en-US" b="0" i="0" dirty="0">
                <a:solidFill>
                  <a:srgbClr val="333333"/>
                </a:solidFill>
                <a:effectLst/>
                <a:latin typeface="Helvetica Neue"/>
              </a:rPr>
              <a:t>图</a:t>
            </a:r>
            <a:endParaRPr lang="zh-CN" altLang="en-US" dirty="0"/>
          </a:p>
        </p:txBody>
      </p:sp>
      <p:pic>
        <p:nvPicPr>
          <p:cNvPr id="3" name="图片 2">
            <a:extLst>
              <a:ext uri="{FF2B5EF4-FFF2-40B4-BE49-F238E27FC236}">
                <a16:creationId xmlns:a16="http://schemas.microsoft.com/office/drawing/2014/main" id="{01265ACB-D547-4EAA-9B82-8FB0F5B21E8A}"/>
              </a:ext>
            </a:extLst>
          </p:cNvPr>
          <p:cNvPicPr>
            <a:picLocks noChangeAspect="1"/>
          </p:cNvPicPr>
          <p:nvPr/>
        </p:nvPicPr>
        <p:blipFill>
          <a:blip r:embed="rId2"/>
          <a:stretch>
            <a:fillRect/>
          </a:stretch>
        </p:blipFill>
        <p:spPr>
          <a:xfrm>
            <a:off x="829733" y="1043735"/>
            <a:ext cx="7272300" cy="5194500"/>
          </a:xfrm>
          <a:prstGeom prst="rect">
            <a:avLst/>
          </a:prstGeom>
        </p:spPr>
      </p:pic>
    </p:spTree>
    <p:extLst>
      <p:ext uri="{BB962C8B-B14F-4D97-AF65-F5344CB8AC3E}">
        <p14:creationId xmlns:p14="http://schemas.microsoft.com/office/powerpoint/2010/main" val="14264644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988D4-F741-4871-BC1B-CAE523018450}"/>
              </a:ext>
            </a:extLst>
          </p:cNvPr>
          <p:cNvSpPr>
            <a:spLocks noGrp="1"/>
          </p:cNvSpPr>
          <p:nvPr>
            <p:ph type="title"/>
          </p:nvPr>
        </p:nvSpPr>
        <p:spPr>
          <a:xfrm>
            <a:off x="116505" y="1223755"/>
            <a:ext cx="8229600" cy="642938"/>
          </a:xfrm>
        </p:spPr>
        <p:txBody>
          <a:bodyPr/>
          <a:lstStyle/>
          <a:p>
            <a:r>
              <a:rPr lang="zh-CN" altLang="en-US" dirty="0"/>
              <a:t>三种不同的鸢尾花的</a:t>
            </a:r>
            <a:r>
              <a:rPr lang="en-US" altLang="zh-CN" dirty="0"/>
              <a:t>150</a:t>
            </a:r>
            <a:r>
              <a:rPr lang="zh-CN" altLang="en-US" dirty="0"/>
              <a:t>个样品的花瓣、花萼长、宽的数据的散点图矩阵</a:t>
            </a:r>
            <a:r>
              <a:rPr lang="en-US" altLang="zh-CN" dirty="0"/>
              <a:t>:</a:t>
            </a:r>
            <a:endParaRPr lang="zh-CN" altLang="en-US" dirty="0"/>
          </a:p>
        </p:txBody>
      </p:sp>
      <p:pic>
        <p:nvPicPr>
          <p:cNvPr id="4" name="图片 3">
            <a:extLst>
              <a:ext uri="{FF2B5EF4-FFF2-40B4-BE49-F238E27FC236}">
                <a16:creationId xmlns:a16="http://schemas.microsoft.com/office/drawing/2014/main" id="{48EB6F26-0915-498B-AD24-BFFF3AE81F57}"/>
              </a:ext>
            </a:extLst>
          </p:cNvPr>
          <p:cNvPicPr>
            <a:picLocks noChangeAspect="1"/>
          </p:cNvPicPr>
          <p:nvPr/>
        </p:nvPicPr>
        <p:blipFill>
          <a:blip r:embed="rId2"/>
          <a:stretch>
            <a:fillRect/>
          </a:stretch>
        </p:blipFill>
        <p:spPr>
          <a:xfrm>
            <a:off x="1219127" y="2123855"/>
            <a:ext cx="6705745" cy="4262254"/>
          </a:xfrm>
          <a:prstGeom prst="rect">
            <a:avLst/>
          </a:prstGeom>
        </p:spPr>
      </p:pic>
    </p:spTree>
    <p:extLst>
      <p:ext uri="{BB962C8B-B14F-4D97-AF65-F5344CB8AC3E}">
        <p14:creationId xmlns:p14="http://schemas.microsoft.com/office/powerpoint/2010/main" val="3677687305"/>
      </p:ext>
    </p:extLst>
  </p:cSld>
  <p:clrMapOvr>
    <a:masterClrMapping/>
  </p:clrMapOvr>
</p:sld>
</file>

<file path=ppt/theme/theme1.xml><?xml version="1.0" encoding="utf-8"?>
<a:theme xmlns:a="http://schemas.openxmlformats.org/drawingml/2006/main" name="1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25400"/>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25400">
          <a:tailEnd type="triangle"/>
        </a:ln>
      </a:spPr>
      <a:bodyPr/>
      <a:lstStyle/>
      <a:style>
        <a:lnRef idx="1">
          <a:schemeClr val="accent1"/>
        </a:lnRef>
        <a:fillRef idx="0">
          <a:schemeClr val="accent1"/>
        </a:fillRef>
        <a:effectRef idx="0">
          <a:schemeClr val="accent1"/>
        </a:effectRef>
        <a:fontRef idx="minor">
          <a:schemeClr val="tx1"/>
        </a:fontRef>
      </a:style>
    </a:lnDef>
    <a:txDef>
      <a:spPr>
        <a:noFill/>
        <a:ln w="25400">
          <a:solidFill>
            <a:srgbClr val="0070C0"/>
          </a:solidFill>
        </a:ln>
      </a:spPr>
      <a:bodyPr wrap="square" rtlCol="0">
        <a:spAutoFit/>
      </a:bodyP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16069</TotalTime>
  <Words>2807</Words>
  <Application>Microsoft Office PowerPoint</Application>
  <PresentationFormat>全屏显示(4:3)</PresentationFormat>
  <Paragraphs>797</Paragraphs>
  <Slides>58</Slides>
  <Notes>1</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3</vt:i4>
      </vt:variant>
      <vt:variant>
        <vt:lpstr>幻灯片标题</vt:lpstr>
      </vt:variant>
      <vt:variant>
        <vt:i4>58</vt:i4>
      </vt:variant>
    </vt:vector>
  </HeadingPairs>
  <TitlesOfParts>
    <vt:vector size="78" baseType="lpstr">
      <vt:lpstr>Helvetica Neue</vt:lpstr>
      <vt:lpstr>等线</vt:lpstr>
      <vt:lpstr>等线 Light</vt:lpstr>
      <vt:lpstr>宋体</vt:lpstr>
      <vt:lpstr>Arial</vt:lpstr>
      <vt:lpstr>Calibri</vt:lpstr>
      <vt:lpstr>Calibri Light</vt:lpstr>
      <vt:lpstr>Cambria</vt:lpstr>
      <vt:lpstr>Cambria Math</vt:lpstr>
      <vt:lpstr>Times New Roman</vt:lpstr>
      <vt:lpstr>Verdana</vt:lpstr>
      <vt:lpstr>Wingdings</vt:lpstr>
      <vt:lpstr>Wingdings 2</vt:lpstr>
      <vt:lpstr>1_主题1</vt:lpstr>
      <vt:lpstr>1_自定义设计方案</vt:lpstr>
      <vt:lpstr>自定义设计方案</vt:lpstr>
      <vt:lpstr>HDOfficeLightV0</vt:lpstr>
      <vt:lpstr>公式</vt:lpstr>
      <vt:lpstr>Equation.3</vt:lpstr>
      <vt:lpstr>Equation</vt:lpstr>
      <vt:lpstr> </vt:lpstr>
      <vt:lpstr>1.1 探索性数据分析</vt:lpstr>
      <vt:lpstr>1.1 探索性数据分析</vt:lpstr>
      <vt:lpstr>1.1 探索性数据分析</vt:lpstr>
      <vt:lpstr>探索性数据分析的四大主题</vt:lpstr>
      <vt:lpstr>1.1 探索性数据分析</vt:lpstr>
      <vt:lpstr>1.1 探索性数据分析</vt:lpstr>
      <vt:lpstr>1.1 探索性数据分析</vt:lpstr>
      <vt:lpstr>PowerPoint 演示文稿</vt:lpstr>
      <vt:lpstr>1.2 概率统计</vt:lpstr>
      <vt:lpstr>1.2 概率统计：统计量</vt:lpstr>
      <vt:lpstr>1.2 概率统计</vt:lpstr>
      <vt:lpstr>1.2 概率统计</vt:lpstr>
      <vt:lpstr>1.3 矩阵代数</vt:lpstr>
      <vt:lpstr>1 正交-三角分解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奇异值分解（SVD）</vt:lpstr>
      <vt:lpstr>方阵对角化变换（特征值分解）</vt:lpstr>
      <vt:lpstr>方阵还原</vt:lpstr>
      <vt:lpstr>思考?</vt:lpstr>
      <vt:lpstr>SVD简介</vt:lpstr>
      <vt:lpstr>SVD分解(1)</vt:lpstr>
      <vt:lpstr>SVD分解(2)</vt:lpstr>
      <vt:lpstr>SVD分解(2)</vt:lpstr>
      <vt:lpstr>SVD分解(3)</vt:lpstr>
      <vt:lpstr>SVD算法解析</vt:lpstr>
      <vt:lpstr>SVD矩阵近似（1）</vt:lpstr>
      <vt:lpstr>SVD矩阵近似（2）</vt:lpstr>
      <vt:lpstr>SVD应用—推荐算法</vt:lpstr>
      <vt:lpstr>SVD——矩阵变换</vt:lpstr>
      <vt:lpstr>SVD——求奇异值</vt:lpstr>
      <vt:lpstr>SVD——右奇异向量解析</vt:lpstr>
      <vt:lpstr>SVD——左奇异向量解析</vt:lpstr>
      <vt:lpstr>SVD——模型打分（1）</vt:lpstr>
      <vt:lpstr>SVD——模型打分（2）</vt:lpstr>
      <vt:lpstr>SVD结果简要测评</vt:lpstr>
      <vt:lpstr>3 矩阵的广义逆</vt:lpstr>
      <vt:lpstr>3.1 广义逆的定义和性质</vt:lpstr>
      <vt:lpstr>3.1 广义逆的定义和性质</vt:lpstr>
      <vt:lpstr>PowerPoint 演示文稿</vt:lpstr>
      <vt:lpstr>3.2 叉积阵</vt:lpstr>
      <vt:lpstr>3.3 正交投影</vt:lpstr>
      <vt:lpstr>PowerPoint 演示文稿</vt:lpstr>
      <vt:lpstr>1.4 统计图形</vt:lpstr>
      <vt:lpstr>PowerPoint 演示文稿</vt:lpstr>
      <vt:lpstr>PowerPoint 演示文稿</vt:lpstr>
      <vt:lpstr>PowerPoint 演示文稿</vt:lpstr>
      <vt:lpstr>盒形图</vt:lpstr>
      <vt:lpstr>正态样本的正态QQ图</vt:lpstr>
      <vt:lpstr>对数正态样本的正态QQ图</vt:lpstr>
      <vt:lpstr>t分布样本的正态QQ图</vt:lpstr>
      <vt:lpstr>三种不同的鸢尾花的150个样品的花瓣、花萼长、宽的数据的散点图矩阵: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f</cp:lastModifiedBy>
  <cp:revision>407</cp:revision>
  <cp:lastPrinted>1601-01-01T00:00:00Z</cp:lastPrinted>
  <dcterms:created xsi:type="dcterms:W3CDTF">1601-01-01T00:00:00Z</dcterms:created>
  <dcterms:modified xsi:type="dcterms:W3CDTF">2024-08-27T12:36:34Z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