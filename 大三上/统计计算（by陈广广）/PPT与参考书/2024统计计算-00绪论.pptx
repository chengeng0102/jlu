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theme/theme3.xml" ContentType="application/vnd.openxmlformats-officedocument.theme+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4764" r:id="rId1"/>
    <p:sldMasterId id="2147484864" r:id="rId2"/>
    <p:sldMasterId id="2147484852" r:id="rId3"/>
    <p:sldMasterId id="2147484840" r:id="rId4"/>
  </p:sldMasterIdLst>
  <p:notesMasterIdLst>
    <p:notesMasterId r:id="rId37"/>
  </p:notesMasterIdLst>
  <p:handoutMasterIdLst>
    <p:handoutMasterId r:id="rId38"/>
  </p:handoutMasterIdLst>
  <p:sldIdLst>
    <p:sldId id="328" r:id="rId5"/>
    <p:sldId id="524" r:id="rId6"/>
    <p:sldId id="550" r:id="rId7"/>
    <p:sldId id="266" r:id="rId8"/>
    <p:sldId id="337" r:id="rId9"/>
    <p:sldId id="551" r:id="rId10"/>
    <p:sldId id="275" r:id="rId11"/>
    <p:sldId id="317" r:id="rId12"/>
    <p:sldId id="318" r:id="rId13"/>
    <p:sldId id="552" r:id="rId14"/>
    <p:sldId id="324" r:id="rId15"/>
    <p:sldId id="320" r:id="rId16"/>
    <p:sldId id="321" r:id="rId17"/>
    <p:sldId id="322" r:id="rId18"/>
    <p:sldId id="323" r:id="rId19"/>
    <p:sldId id="325" r:id="rId20"/>
    <p:sldId id="326" r:id="rId21"/>
    <p:sldId id="330" r:id="rId22"/>
    <p:sldId id="331" r:id="rId23"/>
    <p:sldId id="563" r:id="rId24"/>
    <p:sldId id="564" r:id="rId25"/>
    <p:sldId id="353" r:id="rId26"/>
    <p:sldId id="553" r:id="rId27"/>
    <p:sldId id="554" r:id="rId28"/>
    <p:sldId id="555" r:id="rId29"/>
    <p:sldId id="556" r:id="rId30"/>
    <p:sldId id="557" r:id="rId31"/>
    <p:sldId id="558" r:id="rId32"/>
    <p:sldId id="559" r:id="rId33"/>
    <p:sldId id="560" r:id="rId34"/>
    <p:sldId id="561" r:id="rId35"/>
    <p:sldId id="562" r:id="rId36"/>
  </p:sldIdLst>
  <p:sldSz cx="9144000" cy="6858000" type="screen4x3"/>
  <p:notesSz cx="7099300" cy="10234613"/>
  <p:defaultTextStyle>
    <a:defPPr>
      <a:defRPr lang="zh-CN"/>
    </a:defPPr>
    <a:lvl1pPr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224">
          <p15:clr>
            <a:srgbClr val="A4A3A4"/>
          </p15:clr>
        </p15:guide>
        <p15:guide id="2" pos="2236">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00"/>
    <a:srgbClr val="100AF6"/>
    <a:srgbClr val="00E4A8"/>
    <a:srgbClr val="05FF76"/>
    <a:srgbClr val="FFFF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41" autoAdjust="0"/>
    <p:restoredTop sz="79926" autoAdjust="0"/>
  </p:normalViewPr>
  <p:slideViewPr>
    <p:cSldViewPr>
      <p:cViewPr varScale="1">
        <p:scale>
          <a:sx n="63" d="100"/>
          <a:sy n="63" d="100"/>
        </p:scale>
        <p:origin x="1845" y="27"/>
      </p:cViewPr>
      <p:guideLst>
        <p:guide orient="horz" pos="2160"/>
        <p:guide pos="2880"/>
      </p:guideLst>
    </p:cSldViewPr>
  </p:slideViewPr>
  <p:outlineViewPr>
    <p:cViewPr>
      <p:scale>
        <a:sx n="33" d="100"/>
        <a:sy n="33" d="100"/>
      </p:scale>
      <p:origin x="0" y="0"/>
    </p:cViewPr>
  </p:outlineViewPr>
  <p:notesTextViewPr>
    <p:cViewPr>
      <p:scale>
        <a:sx n="3" d="2"/>
        <a:sy n="3" d="2"/>
      </p:scale>
      <p:origin x="0" y="0"/>
    </p:cViewPr>
  </p:notesTextViewPr>
  <p:sorterViewPr>
    <p:cViewPr>
      <p:scale>
        <a:sx n="66" d="100"/>
        <a:sy n="66" d="100"/>
      </p:scale>
      <p:origin x="0" y="846"/>
    </p:cViewPr>
  </p:sorterViewPr>
  <p:notesViewPr>
    <p:cSldViewPr>
      <p:cViewPr varScale="1">
        <p:scale>
          <a:sx n="53" d="100"/>
          <a:sy n="53" d="100"/>
        </p:scale>
        <p:origin x="-1926" y="-96"/>
      </p:cViewPr>
      <p:guideLst>
        <p:guide orient="horz" pos="3224"/>
        <p:guide pos="2236"/>
      </p:guideLst>
    </p:cSldViewPr>
  </p:notesViewPr>
  <p:gridSpacing cx="45005" cy="45005"/>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presProps" Target="presProps.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tableStyles" Target="tableStyles.xml"/><Relationship Id="rId7" Type="http://schemas.openxmlformats.org/officeDocument/2006/relationships/slide" Target="slides/slide3.xml"/><Relationship Id="rId2" Type="http://schemas.openxmlformats.org/officeDocument/2006/relationships/slideMaster" Target="slideMasters/slideMaster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notesMaster" Target="notesMasters/notesMaster1.xml"/><Relationship Id="rId40"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8" Type="http://schemas.openxmlformats.org/officeDocument/2006/relationships/slide" Target="slides/slide4.xml"/><Relationship Id="rId3" Type="http://schemas.openxmlformats.org/officeDocument/2006/relationships/slideMaster" Target="slideMasters/slideMaster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8674" name="Rectangle 2">
            <a:extLst>
              <a:ext uri="{FF2B5EF4-FFF2-40B4-BE49-F238E27FC236}">
                <a16:creationId xmlns:a16="http://schemas.microsoft.com/office/drawing/2014/main" id="{8B107B2A-DAC5-4416-974E-078E8DBB782B}"/>
              </a:ext>
            </a:extLst>
          </p:cNvPr>
          <p:cNvSpPr>
            <a:spLocks noGrp="1" noChangeArrowheads="1"/>
          </p:cNvSpPr>
          <p:nvPr>
            <p:ph type="hdr" sz="quarter"/>
          </p:nvPr>
        </p:nvSpPr>
        <p:spPr bwMode="auto">
          <a:xfrm>
            <a:off x="0" y="0"/>
            <a:ext cx="3076575" cy="511175"/>
          </a:xfrm>
          <a:prstGeom prst="rect">
            <a:avLst/>
          </a:prstGeom>
          <a:noFill/>
          <a:ln>
            <a:noFill/>
          </a:ln>
          <a:effectLst/>
        </p:spPr>
        <p:txBody>
          <a:bodyPr vert="horz" wrap="square" lIns="99048" tIns="49524" rIns="99048" bIns="49524" numCol="1" anchor="t" anchorCtr="0" compatLnSpc="1">
            <a:prstTxWarp prst="textNoShape">
              <a:avLst/>
            </a:prstTxWarp>
          </a:bodyPr>
          <a:lstStyle>
            <a:lvl1pPr eaLnBrk="1" hangingPunct="1">
              <a:defRPr sz="1300">
                <a:latin typeface="Arial" charset="0"/>
                <a:ea typeface="宋体" pitchFamily="2" charset="-122"/>
              </a:defRPr>
            </a:lvl1pPr>
          </a:lstStyle>
          <a:p>
            <a:pPr>
              <a:defRPr/>
            </a:pPr>
            <a:endParaRPr lang="en-US" altLang="zh-CN"/>
          </a:p>
        </p:txBody>
      </p:sp>
      <p:sp>
        <p:nvSpPr>
          <p:cNvPr id="28675" name="Rectangle 3">
            <a:extLst>
              <a:ext uri="{FF2B5EF4-FFF2-40B4-BE49-F238E27FC236}">
                <a16:creationId xmlns:a16="http://schemas.microsoft.com/office/drawing/2014/main" id="{F8823D40-50F4-4203-B225-423B948F35BD}"/>
              </a:ext>
            </a:extLst>
          </p:cNvPr>
          <p:cNvSpPr>
            <a:spLocks noGrp="1" noChangeArrowheads="1"/>
          </p:cNvSpPr>
          <p:nvPr>
            <p:ph type="dt" sz="quarter" idx="1"/>
          </p:nvPr>
        </p:nvSpPr>
        <p:spPr bwMode="auto">
          <a:xfrm>
            <a:off x="4021138" y="0"/>
            <a:ext cx="3076575" cy="511175"/>
          </a:xfrm>
          <a:prstGeom prst="rect">
            <a:avLst/>
          </a:prstGeom>
          <a:noFill/>
          <a:ln>
            <a:noFill/>
          </a:ln>
          <a:effectLst/>
        </p:spPr>
        <p:txBody>
          <a:bodyPr vert="horz" wrap="square" lIns="99048" tIns="49524" rIns="99048" bIns="49524" numCol="1" anchor="t" anchorCtr="0" compatLnSpc="1">
            <a:prstTxWarp prst="textNoShape">
              <a:avLst/>
            </a:prstTxWarp>
          </a:bodyPr>
          <a:lstStyle>
            <a:lvl1pPr algn="r" eaLnBrk="1" hangingPunct="1">
              <a:defRPr sz="1300">
                <a:latin typeface="Arial" charset="0"/>
                <a:ea typeface="宋体" pitchFamily="2" charset="-122"/>
              </a:defRPr>
            </a:lvl1pPr>
          </a:lstStyle>
          <a:p>
            <a:pPr>
              <a:defRPr/>
            </a:pPr>
            <a:endParaRPr lang="en-US" altLang="zh-CN"/>
          </a:p>
        </p:txBody>
      </p:sp>
      <p:sp>
        <p:nvSpPr>
          <p:cNvPr id="28676" name="Rectangle 4">
            <a:extLst>
              <a:ext uri="{FF2B5EF4-FFF2-40B4-BE49-F238E27FC236}">
                <a16:creationId xmlns:a16="http://schemas.microsoft.com/office/drawing/2014/main" id="{DA6B86F3-BAD2-4843-9058-D4A47376990D}"/>
              </a:ext>
            </a:extLst>
          </p:cNvPr>
          <p:cNvSpPr>
            <a:spLocks noGrp="1" noChangeArrowheads="1"/>
          </p:cNvSpPr>
          <p:nvPr>
            <p:ph type="ftr" sz="quarter" idx="2"/>
          </p:nvPr>
        </p:nvSpPr>
        <p:spPr bwMode="auto">
          <a:xfrm>
            <a:off x="0" y="9721850"/>
            <a:ext cx="3076575" cy="511175"/>
          </a:xfrm>
          <a:prstGeom prst="rect">
            <a:avLst/>
          </a:prstGeom>
          <a:noFill/>
          <a:ln>
            <a:noFill/>
          </a:ln>
          <a:effectLst/>
        </p:spPr>
        <p:txBody>
          <a:bodyPr vert="horz" wrap="square" lIns="99048" tIns="49524" rIns="99048" bIns="49524" numCol="1" anchor="b" anchorCtr="0" compatLnSpc="1">
            <a:prstTxWarp prst="textNoShape">
              <a:avLst/>
            </a:prstTxWarp>
          </a:bodyPr>
          <a:lstStyle>
            <a:lvl1pPr eaLnBrk="1" hangingPunct="1">
              <a:defRPr sz="1300">
                <a:latin typeface="Arial" charset="0"/>
                <a:ea typeface="宋体" pitchFamily="2" charset="-122"/>
              </a:defRPr>
            </a:lvl1pPr>
          </a:lstStyle>
          <a:p>
            <a:pPr>
              <a:defRPr/>
            </a:pPr>
            <a:endParaRPr lang="en-US" altLang="zh-CN"/>
          </a:p>
        </p:txBody>
      </p:sp>
      <p:sp>
        <p:nvSpPr>
          <p:cNvPr id="28677" name="Rectangle 5">
            <a:extLst>
              <a:ext uri="{FF2B5EF4-FFF2-40B4-BE49-F238E27FC236}">
                <a16:creationId xmlns:a16="http://schemas.microsoft.com/office/drawing/2014/main" id="{EEE122FC-8C0E-435B-8E52-C01A804A9B37}"/>
              </a:ext>
            </a:extLst>
          </p:cNvPr>
          <p:cNvSpPr>
            <a:spLocks noGrp="1" noChangeArrowheads="1"/>
          </p:cNvSpPr>
          <p:nvPr>
            <p:ph type="sldNum" sz="quarter" idx="3"/>
          </p:nvPr>
        </p:nvSpPr>
        <p:spPr bwMode="auto">
          <a:xfrm>
            <a:off x="4021138" y="9721850"/>
            <a:ext cx="3076575" cy="511175"/>
          </a:xfrm>
          <a:prstGeom prst="rect">
            <a:avLst/>
          </a:prstGeom>
          <a:noFill/>
          <a:ln>
            <a:noFill/>
          </a:ln>
          <a:effectLst/>
        </p:spPr>
        <p:txBody>
          <a:bodyPr vert="horz" wrap="square" lIns="99048" tIns="49524" rIns="99048" bIns="49524" numCol="1" anchor="b" anchorCtr="0" compatLnSpc="1">
            <a:prstTxWarp prst="textNoShape">
              <a:avLst/>
            </a:prstTxWarp>
          </a:bodyPr>
          <a:lstStyle>
            <a:lvl1pPr algn="r" eaLnBrk="1" hangingPunct="1">
              <a:defRPr sz="1300" smtClean="0"/>
            </a:lvl1pPr>
          </a:lstStyle>
          <a:p>
            <a:pPr>
              <a:defRPr/>
            </a:pPr>
            <a:fld id="{43E1ABD5-734C-45E3-8E59-EA2CFC9A04A5}" type="slidenum">
              <a:rPr lang="en-US" altLang="zh-CN"/>
              <a:pPr>
                <a:defRPr/>
              </a:pPr>
              <a:t>‹#›</a:t>
            </a:fld>
            <a:endParaRPr lang="en-US" altLang="zh-CN"/>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2770" name="Rectangle 2">
            <a:extLst>
              <a:ext uri="{FF2B5EF4-FFF2-40B4-BE49-F238E27FC236}">
                <a16:creationId xmlns:a16="http://schemas.microsoft.com/office/drawing/2014/main" id="{1E04FAA8-1251-4724-A213-F4314383DCCE}"/>
              </a:ext>
            </a:extLst>
          </p:cNvPr>
          <p:cNvSpPr>
            <a:spLocks noGrp="1" noChangeArrowheads="1"/>
          </p:cNvSpPr>
          <p:nvPr>
            <p:ph type="hdr" sz="quarter"/>
          </p:nvPr>
        </p:nvSpPr>
        <p:spPr bwMode="auto">
          <a:xfrm>
            <a:off x="0" y="0"/>
            <a:ext cx="3076575" cy="511175"/>
          </a:xfrm>
          <a:prstGeom prst="rect">
            <a:avLst/>
          </a:prstGeom>
          <a:noFill/>
          <a:ln>
            <a:noFill/>
          </a:ln>
          <a:effectLst/>
        </p:spPr>
        <p:txBody>
          <a:bodyPr vert="horz" wrap="square" lIns="99048" tIns="49524" rIns="99048" bIns="49524" numCol="1" anchor="t" anchorCtr="0" compatLnSpc="1">
            <a:prstTxWarp prst="textNoShape">
              <a:avLst/>
            </a:prstTxWarp>
          </a:bodyPr>
          <a:lstStyle>
            <a:lvl1pPr eaLnBrk="1" hangingPunct="1">
              <a:defRPr sz="1300">
                <a:latin typeface="Arial" charset="0"/>
                <a:ea typeface="宋体" pitchFamily="2" charset="-122"/>
              </a:defRPr>
            </a:lvl1pPr>
          </a:lstStyle>
          <a:p>
            <a:pPr>
              <a:defRPr/>
            </a:pPr>
            <a:endParaRPr lang="en-US" altLang="zh-CN"/>
          </a:p>
        </p:txBody>
      </p:sp>
      <p:sp>
        <p:nvSpPr>
          <p:cNvPr id="32771" name="Rectangle 3">
            <a:extLst>
              <a:ext uri="{FF2B5EF4-FFF2-40B4-BE49-F238E27FC236}">
                <a16:creationId xmlns:a16="http://schemas.microsoft.com/office/drawing/2014/main" id="{C7FE1E47-3890-4A19-BF22-ABD056D1609A}"/>
              </a:ext>
            </a:extLst>
          </p:cNvPr>
          <p:cNvSpPr>
            <a:spLocks noGrp="1" noChangeArrowheads="1"/>
          </p:cNvSpPr>
          <p:nvPr>
            <p:ph type="dt" idx="1"/>
          </p:nvPr>
        </p:nvSpPr>
        <p:spPr bwMode="auto">
          <a:xfrm>
            <a:off x="4021138" y="0"/>
            <a:ext cx="3076575" cy="511175"/>
          </a:xfrm>
          <a:prstGeom prst="rect">
            <a:avLst/>
          </a:prstGeom>
          <a:noFill/>
          <a:ln>
            <a:noFill/>
          </a:ln>
          <a:effectLst/>
        </p:spPr>
        <p:txBody>
          <a:bodyPr vert="horz" wrap="square" lIns="99048" tIns="49524" rIns="99048" bIns="49524" numCol="1" anchor="t" anchorCtr="0" compatLnSpc="1">
            <a:prstTxWarp prst="textNoShape">
              <a:avLst/>
            </a:prstTxWarp>
          </a:bodyPr>
          <a:lstStyle>
            <a:lvl1pPr algn="r" eaLnBrk="1" hangingPunct="1">
              <a:defRPr sz="1300">
                <a:latin typeface="Arial" charset="0"/>
                <a:ea typeface="宋体" pitchFamily="2" charset="-122"/>
              </a:defRPr>
            </a:lvl1pPr>
          </a:lstStyle>
          <a:p>
            <a:pPr>
              <a:defRPr/>
            </a:pPr>
            <a:endParaRPr lang="en-US" altLang="zh-CN"/>
          </a:p>
        </p:txBody>
      </p:sp>
      <p:sp>
        <p:nvSpPr>
          <p:cNvPr id="28676" name="Rectangle 4">
            <a:extLst>
              <a:ext uri="{FF2B5EF4-FFF2-40B4-BE49-F238E27FC236}">
                <a16:creationId xmlns:a16="http://schemas.microsoft.com/office/drawing/2014/main" id="{C360BA55-EA8A-4F4B-84B3-69CF6A8F7EA3}"/>
              </a:ext>
            </a:extLst>
          </p:cNvPr>
          <p:cNvSpPr>
            <a:spLocks noGrp="1" noRot="1" noChangeAspect="1" noChangeArrowheads="1" noTextEdit="1"/>
          </p:cNvSpPr>
          <p:nvPr>
            <p:ph type="sldImg" idx="2"/>
          </p:nvPr>
        </p:nvSpPr>
        <p:spPr bwMode="auto">
          <a:xfrm>
            <a:off x="992188" y="768350"/>
            <a:ext cx="5114925" cy="3836988"/>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3" name="Rectangle 5">
            <a:extLst>
              <a:ext uri="{FF2B5EF4-FFF2-40B4-BE49-F238E27FC236}">
                <a16:creationId xmlns:a16="http://schemas.microsoft.com/office/drawing/2014/main" id="{CFB93E25-B75C-4792-AFE7-5CBE769FE4B0}"/>
              </a:ext>
            </a:extLst>
          </p:cNvPr>
          <p:cNvSpPr>
            <a:spLocks noGrp="1" noChangeArrowheads="1"/>
          </p:cNvSpPr>
          <p:nvPr>
            <p:ph type="body" sz="quarter" idx="3"/>
          </p:nvPr>
        </p:nvSpPr>
        <p:spPr bwMode="auto">
          <a:xfrm>
            <a:off x="709613" y="4860925"/>
            <a:ext cx="5680075" cy="4605338"/>
          </a:xfrm>
          <a:prstGeom prst="rect">
            <a:avLst/>
          </a:prstGeom>
          <a:noFill/>
          <a:ln>
            <a:noFill/>
          </a:ln>
          <a:effectLst/>
        </p:spPr>
        <p:txBody>
          <a:bodyPr vert="horz" wrap="square" lIns="99048" tIns="49524" rIns="99048" bIns="49524" numCol="1" anchor="t" anchorCtr="0" compatLnSpc="1">
            <a:prstTxWarp prst="textNoShape">
              <a:avLst/>
            </a:prstTxWarp>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32774" name="Rectangle 6">
            <a:extLst>
              <a:ext uri="{FF2B5EF4-FFF2-40B4-BE49-F238E27FC236}">
                <a16:creationId xmlns:a16="http://schemas.microsoft.com/office/drawing/2014/main" id="{D790EB04-C85D-4D5C-A1A5-0531589EE258}"/>
              </a:ext>
            </a:extLst>
          </p:cNvPr>
          <p:cNvSpPr>
            <a:spLocks noGrp="1" noChangeArrowheads="1"/>
          </p:cNvSpPr>
          <p:nvPr>
            <p:ph type="ftr" sz="quarter" idx="4"/>
          </p:nvPr>
        </p:nvSpPr>
        <p:spPr bwMode="auto">
          <a:xfrm>
            <a:off x="0" y="9721850"/>
            <a:ext cx="3076575" cy="511175"/>
          </a:xfrm>
          <a:prstGeom prst="rect">
            <a:avLst/>
          </a:prstGeom>
          <a:noFill/>
          <a:ln>
            <a:noFill/>
          </a:ln>
          <a:effectLst/>
        </p:spPr>
        <p:txBody>
          <a:bodyPr vert="horz" wrap="square" lIns="99048" tIns="49524" rIns="99048" bIns="49524" numCol="1" anchor="b" anchorCtr="0" compatLnSpc="1">
            <a:prstTxWarp prst="textNoShape">
              <a:avLst/>
            </a:prstTxWarp>
          </a:bodyPr>
          <a:lstStyle>
            <a:lvl1pPr eaLnBrk="1" hangingPunct="1">
              <a:defRPr sz="1300">
                <a:latin typeface="Arial" charset="0"/>
                <a:ea typeface="宋体" pitchFamily="2" charset="-122"/>
              </a:defRPr>
            </a:lvl1pPr>
          </a:lstStyle>
          <a:p>
            <a:pPr>
              <a:defRPr/>
            </a:pPr>
            <a:endParaRPr lang="en-US" altLang="zh-CN"/>
          </a:p>
        </p:txBody>
      </p:sp>
      <p:sp>
        <p:nvSpPr>
          <p:cNvPr id="32775" name="Rectangle 7">
            <a:extLst>
              <a:ext uri="{FF2B5EF4-FFF2-40B4-BE49-F238E27FC236}">
                <a16:creationId xmlns:a16="http://schemas.microsoft.com/office/drawing/2014/main" id="{3953FBA4-B32F-45E3-99B1-1CBCA21ED888}"/>
              </a:ext>
            </a:extLst>
          </p:cNvPr>
          <p:cNvSpPr>
            <a:spLocks noGrp="1" noChangeArrowheads="1"/>
          </p:cNvSpPr>
          <p:nvPr>
            <p:ph type="sldNum" sz="quarter" idx="5"/>
          </p:nvPr>
        </p:nvSpPr>
        <p:spPr bwMode="auto">
          <a:xfrm>
            <a:off x="4021138" y="9721850"/>
            <a:ext cx="3076575" cy="511175"/>
          </a:xfrm>
          <a:prstGeom prst="rect">
            <a:avLst/>
          </a:prstGeom>
          <a:noFill/>
          <a:ln>
            <a:noFill/>
          </a:ln>
          <a:effectLst/>
        </p:spPr>
        <p:txBody>
          <a:bodyPr vert="horz" wrap="square" lIns="99048" tIns="49524" rIns="99048" bIns="49524" numCol="1" anchor="b" anchorCtr="0" compatLnSpc="1">
            <a:prstTxWarp prst="textNoShape">
              <a:avLst/>
            </a:prstTxWarp>
          </a:bodyPr>
          <a:lstStyle>
            <a:lvl1pPr algn="r" eaLnBrk="1" hangingPunct="1">
              <a:defRPr sz="1300" smtClean="0"/>
            </a:lvl1pPr>
          </a:lstStyle>
          <a:p>
            <a:pPr>
              <a:defRPr/>
            </a:pPr>
            <a:fld id="{614EFBFF-6306-4FE3-969F-1673B60D7622}" type="slidenum">
              <a:rPr lang="en-US" altLang="zh-CN"/>
              <a:pPr>
                <a:defRPr/>
              </a:pPr>
              <a:t>‹#›</a:t>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宋体" pitchFamily="2" charset="-122"/>
        <a:cs typeface="+mn-cs"/>
      </a:defRPr>
    </a:lvl1pPr>
    <a:lvl2pPr marL="457200" algn="l" rtl="0" eaLnBrk="0" fontAlgn="base" hangingPunct="0">
      <a:spcBef>
        <a:spcPct val="30000"/>
      </a:spcBef>
      <a:spcAft>
        <a:spcPct val="0"/>
      </a:spcAft>
      <a:defRPr sz="1200" kern="1200">
        <a:solidFill>
          <a:schemeClr val="tx1"/>
        </a:solidFill>
        <a:latin typeface="Arial" charset="0"/>
        <a:ea typeface="宋体" pitchFamily="2" charset="-122"/>
        <a:cs typeface="+mn-cs"/>
      </a:defRPr>
    </a:lvl2pPr>
    <a:lvl3pPr marL="914400" algn="l" rtl="0" eaLnBrk="0" fontAlgn="base" hangingPunct="0">
      <a:spcBef>
        <a:spcPct val="30000"/>
      </a:spcBef>
      <a:spcAft>
        <a:spcPct val="0"/>
      </a:spcAft>
      <a:defRPr sz="1200" kern="1200">
        <a:solidFill>
          <a:schemeClr val="tx1"/>
        </a:solidFill>
        <a:latin typeface="Arial" charset="0"/>
        <a:ea typeface="宋体" pitchFamily="2" charset="-122"/>
        <a:cs typeface="+mn-cs"/>
      </a:defRPr>
    </a:lvl3pPr>
    <a:lvl4pPr marL="1371600" algn="l" rtl="0" eaLnBrk="0" fontAlgn="base" hangingPunct="0">
      <a:spcBef>
        <a:spcPct val="30000"/>
      </a:spcBef>
      <a:spcAft>
        <a:spcPct val="0"/>
      </a:spcAft>
      <a:defRPr sz="1200" kern="1200">
        <a:solidFill>
          <a:schemeClr val="tx1"/>
        </a:solidFill>
        <a:latin typeface="Arial" charset="0"/>
        <a:ea typeface="宋体" pitchFamily="2" charset="-122"/>
        <a:cs typeface="+mn-cs"/>
      </a:defRPr>
    </a:lvl4pPr>
    <a:lvl5pPr marL="1828800" algn="l" rtl="0" eaLnBrk="0" fontAlgn="base" hangingPunct="0">
      <a:spcBef>
        <a:spcPct val="30000"/>
      </a:spcBef>
      <a:spcAft>
        <a:spcPct val="0"/>
      </a:spcAft>
      <a:defRPr sz="1200" kern="1200">
        <a:solidFill>
          <a:schemeClr val="tx1"/>
        </a:solidFill>
        <a:latin typeface="Arial"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614EFBFF-6306-4FE3-969F-1673B60D7622}" type="slidenum">
              <a:rPr lang="en-US" altLang="zh-CN" smtClean="0"/>
              <a:pPr>
                <a:defRPr/>
              </a:pPr>
              <a:t>5</a:t>
            </a:fld>
            <a:endParaRPr lang="en-US" altLang="zh-CN"/>
          </a:p>
        </p:txBody>
      </p:sp>
    </p:spTree>
    <p:extLst>
      <p:ext uri="{BB962C8B-B14F-4D97-AF65-F5344CB8AC3E}">
        <p14:creationId xmlns:p14="http://schemas.microsoft.com/office/powerpoint/2010/main" val="72491255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cxnSp>
        <p:nvCxnSpPr>
          <p:cNvPr id="4" name="直接连接符 3">
            <a:extLst>
              <a:ext uri="{FF2B5EF4-FFF2-40B4-BE49-F238E27FC236}">
                <a16:creationId xmlns:a16="http://schemas.microsoft.com/office/drawing/2014/main" id="{199B7588-F61D-4FBF-BD50-AEEE32F421A6}"/>
              </a:ext>
            </a:extLst>
          </p:cNvPr>
          <p:cNvCxnSpPr/>
          <p:nvPr/>
        </p:nvCxnSpPr>
        <p:spPr>
          <a:xfrm>
            <a:off x="0" y="857250"/>
            <a:ext cx="9144000" cy="1588"/>
          </a:xfrm>
          <a:prstGeom prst="line">
            <a:avLst/>
          </a:prstGeom>
          <a:ln w="63500" cap="flat" cmpd="thickThin"/>
        </p:spPr>
        <p:style>
          <a:lnRef idx="1">
            <a:schemeClr val="accent1"/>
          </a:lnRef>
          <a:fillRef idx="0">
            <a:schemeClr val="accent1"/>
          </a:fillRef>
          <a:effectRef idx="0">
            <a:schemeClr val="accent1"/>
          </a:effectRef>
          <a:fontRef idx="minor">
            <a:schemeClr val="tx1"/>
          </a:fontRef>
        </p:style>
      </p:cxnSp>
      <p:cxnSp>
        <p:nvCxnSpPr>
          <p:cNvPr id="5" name="直接连接符 4">
            <a:extLst>
              <a:ext uri="{FF2B5EF4-FFF2-40B4-BE49-F238E27FC236}">
                <a16:creationId xmlns:a16="http://schemas.microsoft.com/office/drawing/2014/main" id="{9336F078-05E8-4905-BDCC-FC8A529469EC}"/>
              </a:ext>
            </a:extLst>
          </p:cNvPr>
          <p:cNvCxnSpPr/>
          <p:nvPr/>
        </p:nvCxnSpPr>
        <p:spPr>
          <a:xfrm>
            <a:off x="0" y="6286500"/>
            <a:ext cx="9144000" cy="1588"/>
          </a:xfrm>
          <a:prstGeom prst="line">
            <a:avLst/>
          </a:prstGeom>
          <a:ln w="63500" cmpd="thinThick"/>
        </p:spPr>
        <p:style>
          <a:lnRef idx="1">
            <a:schemeClr val="accent1"/>
          </a:lnRef>
          <a:fillRef idx="0">
            <a:schemeClr val="accent1"/>
          </a:fillRef>
          <a:effectRef idx="0">
            <a:schemeClr val="accent1"/>
          </a:effectRef>
          <a:fontRef idx="minor">
            <a:schemeClr val="tx1"/>
          </a:fontRef>
        </p:style>
      </p:cxnSp>
      <p:pic>
        <p:nvPicPr>
          <p:cNvPr id="6" name="图片 10" descr="0691001310289278.jpg">
            <a:extLst>
              <a:ext uri="{FF2B5EF4-FFF2-40B4-BE49-F238E27FC236}">
                <a16:creationId xmlns:a16="http://schemas.microsoft.com/office/drawing/2014/main" id="{87A677AA-60BD-4CEE-BDB4-F2111884B9F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39688"/>
            <a:ext cx="4000500" cy="746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p:cNvSpPr>
            <a:spLocks noGrp="1"/>
          </p:cNvSpPr>
          <p:nvPr>
            <p:ph type="ctrTitle"/>
          </p:nvPr>
        </p:nvSpPr>
        <p:spPr>
          <a:xfrm>
            <a:off x="685801" y="2130441"/>
            <a:ext cx="7772400" cy="1470025"/>
          </a:xfrm>
        </p:spPr>
        <p:txBody>
          <a:bodyPr/>
          <a:lstStyle/>
          <a:p>
            <a:r>
              <a:rPr lang="zh-CN" altLang="en-US"/>
              <a:t>单击此处编辑母版标题样式</a:t>
            </a:r>
          </a:p>
        </p:txBody>
      </p:sp>
      <p:sp>
        <p:nvSpPr>
          <p:cNvPr id="3" name="副标题 2"/>
          <p:cNvSpPr>
            <a:spLocks noGrp="1"/>
          </p:cNvSpPr>
          <p:nvPr>
            <p:ph type="subTitle" idx="1"/>
          </p:nvPr>
        </p:nvSpPr>
        <p:spPr>
          <a:xfrm>
            <a:off x="1371601" y="3886203"/>
            <a:ext cx="6400800" cy="1752600"/>
          </a:xfrm>
        </p:spPr>
        <p:txBody>
          <a:bodyPr/>
          <a:lstStyle>
            <a:lvl1pPr marL="0" indent="0" algn="ctr">
              <a:buNone/>
              <a:defRPr>
                <a:solidFill>
                  <a:schemeClr val="tx1">
                    <a:tint val="75000"/>
                  </a:schemeClr>
                </a:solidFill>
              </a:defRPr>
            </a:lvl1pPr>
            <a:lvl2pPr marL="257175" indent="0" algn="ctr">
              <a:buNone/>
              <a:defRPr>
                <a:solidFill>
                  <a:schemeClr val="tx1">
                    <a:tint val="75000"/>
                  </a:schemeClr>
                </a:solidFill>
              </a:defRPr>
            </a:lvl2pPr>
            <a:lvl3pPr marL="514350" indent="0" algn="ctr">
              <a:buNone/>
              <a:defRPr>
                <a:solidFill>
                  <a:schemeClr val="tx1">
                    <a:tint val="75000"/>
                  </a:schemeClr>
                </a:solidFill>
              </a:defRPr>
            </a:lvl3pPr>
            <a:lvl4pPr marL="771525" indent="0" algn="ctr">
              <a:buNone/>
              <a:defRPr>
                <a:solidFill>
                  <a:schemeClr val="tx1">
                    <a:tint val="75000"/>
                  </a:schemeClr>
                </a:solidFill>
              </a:defRPr>
            </a:lvl4pPr>
            <a:lvl5pPr marL="1028700" indent="0" algn="ctr">
              <a:buNone/>
              <a:defRPr>
                <a:solidFill>
                  <a:schemeClr val="tx1">
                    <a:tint val="75000"/>
                  </a:schemeClr>
                </a:solidFill>
              </a:defRPr>
            </a:lvl5pPr>
            <a:lvl6pPr marL="1285875" indent="0" algn="ctr">
              <a:buNone/>
              <a:defRPr>
                <a:solidFill>
                  <a:schemeClr val="tx1">
                    <a:tint val="75000"/>
                  </a:schemeClr>
                </a:solidFill>
              </a:defRPr>
            </a:lvl6pPr>
            <a:lvl7pPr marL="1543050" indent="0" algn="ctr">
              <a:buNone/>
              <a:defRPr>
                <a:solidFill>
                  <a:schemeClr val="tx1">
                    <a:tint val="75000"/>
                  </a:schemeClr>
                </a:solidFill>
              </a:defRPr>
            </a:lvl7pPr>
            <a:lvl8pPr marL="1800225" indent="0" algn="ctr">
              <a:buNone/>
              <a:defRPr>
                <a:solidFill>
                  <a:schemeClr val="tx1">
                    <a:tint val="75000"/>
                  </a:schemeClr>
                </a:solidFill>
              </a:defRPr>
            </a:lvl8pPr>
            <a:lvl9pPr marL="2057400" indent="0" algn="ctr">
              <a:buNone/>
              <a:defRPr>
                <a:solidFill>
                  <a:schemeClr val="tx1">
                    <a:tint val="75000"/>
                  </a:schemeClr>
                </a:solidFill>
              </a:defRPr>
            </a:lvl9pPr>
          </a:lstStyle>
          <a:p>
            <a:r>
              <a:rPr lang="zh-CN" altLang="en-US"/>
              <a:t>单击此处编辑母版副标题样式</a:t>
            </a:r>
          </a:p>
        </p:txBody>
      </p:sp>
      <p:sp>
        <p:nvSpPr>
          <p:cNvPr id="7" name="日期占位符 3">
            <a:extLst>
              <a:ext uri="{FF2B5EF4-FFF2-40B4-BE49-F238E27FC236}">
                <a16:creationId xmlns:a16="http://schemas.microsoft.com/office/drawing/2014/main" id="{C52C1BED-A9D5-487F-B245-D82DB0F65121}"/>
              </a:ext>
            </a:extLst>
          </p:cNvPr>
          <p:cNvSpPr>
            <a:spLocks noGrp="1"/>
          </p:cNvSpPr>
          <p:nvPr>
            <p:ph type="dt" sz="half" idx="10"/>
          </p:nvPr>
        </p:nvSpPr>
        <p:spPr/>
        <p:txBody>
          <a:bodyPr/>
          <a:lstStyle>
            <a:lvl1pPr algn="l" defTabSz="914400">
              <a:defRPr sz="675">
                <a:solidFill>
                  <a:prstClr val="black">
                    <a:tint val="75000"/>
                  </a:prstClr>
                </a:solidFill>
              </a:defRPr>
            </a:lvl1pPr>
          </a:lstStyle>
          <a:p>
            <a:pPr>
              <a:defRPr/>
            </a:pPr>
            <a:fld id="{91F8C692-78CC-4A5C-8E3A-3B26FFA232EB}" type="datetime3">
              <a:rPr lang="zh-CN" altLang="en-US"/>
              <a:pPr>
                <a:defRPr/>
              </a:pPr>
              <a:t>2024年8月27日星期二</a:t>
            </a:fld>
            <a:endParaRPr lang="zh-CN" altLang="en-US"/>
          </a:p>
        </p:txBody>
      </p:sp>
      <p:sp>
        <p:nvSpPr>
          <p:cNvPr id="8" name="页脚占位符 4">
            <a:extLst>
              <a:ext uri="{FF2B5EF4-FFF2-40B4-BE49-F238E27FC236}">
                <a16:creationId xmlns:a16="http://schemas.microsoft.com/office/drawing/2014/main" id="{ADFCEED8-F8D6-4C1A-9326-78157CD41178}"/>
              </a:ext>
            </a:extLst>
          </p:cNvPr>
          <p:cNvSpPr>
            <a:spLocks noGrp="1"/>
          </p:cNvSpPr>
          <p:nvPr>
            <p:ph type="ftr" sz="quarter" idx="11"/>
          </p:nvPr>
        </p:nvSpPr>
        <p:spPr/>
        <p:txBody>
          <a:bodyPr/>
          <a:lstStyle>
            <a:lvl1pPr marL="0" marR="0" indent="0" algn="ctr" defTabSz="513715" rtl="0" eaLnBrk="1" fontAlgn="auto" latinLnBrk="0" hangingPunct="1">
              <a:lnSpc>
                <a:spcPct val="100000"/>
              </a:lnSpc>
              <a:spcBef>
                <a:spcPts val="0"/>
              </a:spcBef>
              <a:spcAft>
                <a:spcPts val="0"/>
              </a:spcAft>
              <a:buClrTx/>
              <a:buSzTx/>
              <a:buFontTx/>
              <a:buNone/>
              <a:defRPr sz="675">
                <a:solidFill>
                  <a:prstClr val="black">
                    <a:tint val="75000"/>
                  </a:prstClr>
                </a:solidFill>
              </a:defRPr>
            </a:lvl1pPr>
          </a:lstStyle>
          <a:p>
            <a:pPr>
              <a:defRPr/>
            </a:pPr>
            <a:endParaRPr lang="zh-CN" altLang="en-US"/>
          </a:p>
        </p:txBody>
      </p:sp>
      <p:sp>
        <p:nvSpPr>
          <p:cNvPr id="9" name="灯片编号占位符 5">
            <a:extLst>
              <a:ext uri="{FF2B5EF4-FFF2-40B4-BE49-F238E27FC236}">
                <a16:creationId xmlns:a16="http://schemas.microsoft.com/office/drawing/2014/main" id="{E2DB5669-4509-450F-9BA5-7E020A67A3F2}"/>
              </a:ext>
            </a:extLst>
          </p:cNvPr>
          <p:cNvSpPr>
            <a:spLocks noGrp="1"/>
          </p:cNvSpPr>
          <p:nvPr>
            <p:ph type="sldNum" sz="quarter" idx="12"/>
          </p:nvPr>
        </p:nvSpPr>
        <p:spPr/>
        <p:txBody>
          <a:bodyPr/>
          <a:lstStyle>
            <a:lvl1pPr defTabSz="914400">
              <a:defRPr sz="600" smtClean="0"/>
            </a:lvl1pPr>
          </a:lstStyle>
          <a:p>
            <a:pPr>
              <a:defRPr/>
            </a:pPr>
            <a:fld id="{BBD64506-A720-4F77-BB14-E2358CD98F74}" type="slidenum">
              <a:rPr lang="zh-CN" altLang="en-US"/>
              <a:pPr>
                <a:defRPr/>
              </a:pPr>
              <a:t>‹#›</a:t>
            </a:fld>
            <a:endParaRPr lang="zh-CN" altLang="en-US"/>
          </a:p>
        </p:txBody>
      </p:sp>
    </p:spTree>
    <p:extLst>
      <p:ext uri="{BB962C8B-B14F-4D97-AF65-F5344CB8AC3E}">
        <p14:creationId xmlns:p14="http://schemas.microsoft.com/office/powerpoint/2010/main" val="37464299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marL="0" marR="0" indent="0" algn="ctr" defTabSz="513715" rtl="0" eaLnBrk="1" fontAlgn="auto" latinLnBrk="0" hangingPunct="1">
              <a:lnSpc>
                <a:spcPct val="100000"/>
              </a:lnSpc>
              <a:spcBef>
                <a:spcPct val="0"/>
              </a:spcBef>
              <a:spcAft>
                <a:spcPts val="0"/>
              </a:spcAft>
              <a:buClrTx/>
              <a:buSzTx/>
              <a:buFontTx/>
              <a:buNone/>
              <a:defRPr sz="3600"/>
            </a:lvl1pPr>
          </a:lstStyle>
          <a:p>
            <a:r>
              <a:rPr lang="zh-CN" altLang="en-US" dirty="0"/>
              <a:t>单击此处编辑母版标题样式</a:t>
            </a:r>
          </a:p>
        </p:txBody>
      </p:sp>
      <p:sp>
        <p:nvSpPr>
          <p:cNvPr id="3" name="内容占位符 2"/>
          <p:cNvSpPr>
            <a:spLocks noGrp="1"/>
          </p:cNvSpPr>
          <p:nvPr>
            <p:ph idx="1"/>
          </p:nvPr>
        </p:nvSpPr>
        <p:spPr/>
        <p:txBody>
          <a:bodyPr>
            <a:normAutofit/>
          </a:bodyPr>
          <a:lstStyle>
            <a:lvl1pPr>
              <a:defRPr sz="2800"/>
            </a:lvl1pPr>
            <a:lvl2pPr>
              <a:defRPr sz="2000"/>
            </a:lvl2pPr>
            <a:lvl3pPr>
              <a:defRPr sz="1800"/>
            </a:lvl3pPr>
            <a:lvl4pPr>
              <a:defRPr sz="1600"/>
            </a:lvl4pPr>
            <a:lvl5pPr>
              <a:defRPr sz="1600"/>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a:extLst>
              <a:ext uri="{FF2B5EF4-FFF2-40B4-BE49-F238E27FC236}">
                <a16:creationId xmlns:a16="http://schemas.microsoft.com/office/drawing/2014/main" id="{889EA28C-2B03-44EC-A5A1-E0F94F3899A1}"/>
              </a:ext>
            </a:extLst>
          </p:cNvPr>
          <p:cNvSpPr>
            <a:spLocks noGrp="1"/>
          </p:cNvSpPr>
          <p:nvPr>
            <p:ph type="dt" sz="half" idx="10"/>
          </p:nvPr>
        </p:nvSpPr>
        <p:spPr/>
        <p:txBody>
          <a:bodyPr/>
          <a:lstStyle>
            <a:lvl1pPr defTabSz="914400">
              <a:defRPr/>
            </a:lvl1pPr>
          </a:lstStyle>
          <a:p>
            <a:pPr>
              <a:defRPr/>
            </a:pPr>
            <a:fld id="{190714F0-0A52-4543-921E-29D684DC90F9}" type="datetime3">
              <a:rPr lang="zh-CN" altLang="en-US"/>
              <a:pPr>
                <a:defRPr/>
              </a:pPr>
              <a:t>2024年8月27日星期二</a:t>
            </a:fld>
            <a:endParaRPr lang="zh-CN" altLang="en-US"/>
          </a:p>
        </p:txBody>
      </p:sp>
      <p:sp>
        <p:nvSpPr>
          <p:cNvPr id="5" name="页脚占位符 4">
            <a:extLst>
              <a:ext uri="{FF2B5EF4-FFF2-40B4-BE49-F238E27FC236}">
                <a16:creationId xmlns:a16="http://schemas.microsoft.com/office/drawing/2014/main" id="{6E8C1009-EE1C-4451-B851-10BDB25F7A9D}"/>
              </a:ext>
            </a:extLst>
          </p:cNvPr>
          <p:cNvSpPr>
            <a:spLocks noGrp="1"/>
          </p:cNvSpPr>
          <p:nvPr>
            <p:ph type="ftr" sz="quarter" idx="11"/>
          </p:nvPr>
        </p:nvSpPr>
        <p:spPr/>
        <p:txBody>
          <a:bodyPr/>
          <a:lstStyle>
            <a:lvl1pPr defTabSz="914400">
              <a:defRPr/>
            </a:lvl1pPr>
          </a:lstStyle>
          <a:p>
            <a:pPr>
              <a:defRPr/>
            </a:pPr>
            <a:endParaRPr lang="zh-CN" altLang="en-US"/>
          </a:p>
        </p:txBody>
      </p:sp>
      <p:sp>
        <p:nvSpPr>
          <p:cNvPr id="6" name="灯片编号占位符 5">
            <a:extLst>
              <a:ext uri="{FF2B5EF4-FFF2-40B4-BE49-F238E27FC236}">
                <a16:creationId xmlns:a16="http://schemas.microsoft.com/office/drawing/2014/main" id="{431C439A-DE39-41CC-A007-2783D0C1D080}"/>
              </a:ext>
            </a:extLst>
          </p:cNvPr>
          <p:cNvSpPr>
            <a:spLocks noGrp="1"/>
          </p:cNvSpPr>
          <p:nvPr>
            <p:ph type="sldNum" sz="quarter" idx="12"/>
          </p:nvPr>
        </p:nvSpPr>
        <p:spPr/>
        <p:txBody>
          <a:bodyPr/>
          <a:lstStyle>
            <a:lvl1pPr defTabSz="914400">
              <a:defRPr smtClean="0"/>
            </a:lvl1pPr>
          </a:lstStyle>
          <a:p>
            <a:pPr>
              <a:defRPr/>
            </a:pPr>
            <a:fld id="{F2B8B70F-C0AF-4288-9A78-E3AF0CF2610D}" type="slidenum">
              <a:rPr lang="zh-CN" altLang="en-US"/>
              <a:pPr>
                <a:defRPr/>
              </a:pPr>
              <a:t>‹#›</a:t>
            </a:fld>
            <a:endParaRPr lang="zh-CN" altLang="en-US"/>
          </a:p>
        </p:txBody>
      </p:sp>
    </p:spTree>
    <p:extLst>
      <p:ext uri="{BB962C8B-B14F-4D97-AF65-F5344CB8AC3E}">
        <p14:creationId xmlns:p14="http://schemas.microsoft.com/office/powerpoint/2010/main" val="13832514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BAFB8D77-F557-44E2-AF66-400251FA7100}"/>
              </a:ext>
            </a:extLst>
          </p:cNvPr>
          <p:cNvSpPr txBox="1">
            <a:spLocks noChangeArrowheads="1"/>
          </p:cNvSpPr>
          <p:nvPr userDrawn="1"/>
        </p:nvSpPr>
        <p:spPr bwMode="auto">
          <a:xfrm>
            <a:off x="0" y="549275"/>
            <a:ext cx="9144000" cy="765175"/>
          </a:xfrm>
          <a:prstGeom prst="rect">
            <a:avLst/>
          </a:prstGeom>
          <a:solidFill>
            <a:schemeClr val="bg1"/>
          </a:solidFill>
          <a:ln>
            <a:noFill/>
          </a:ln>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defRPr/>
            </a:pPr>
            <a:endParaRPr lang="zh-CN" altLang="en-US"/>
          </a:p>
        </p:txBody>
      </p:sp>
      <p:sp>
        <p:nvSpPr>
          <p:cNvPr id="5" name="文本框 4">
            <a:extLst>
              <a:ext uri="{FF2B5EF4-FFF2-40B4-BE49-F238E27FC236}">
                <a16:creationId xmlns:a16="http://schemas.microsoft.com/office/drawing/2014/main" id="{87D39AC3-A9D3-4C8F-A909-778BEB73A75D}"/>
              </a:ext>
            </a:extLst>
          </p:cNvPr>
          <p:cNvSpPr txBox="1">
            <a:spLocks noChangeArrowheads="1"/>
          </p:cNvSpPr>
          <p:nvPr userDrawn="1"/>
        </p:nvSpPr>
        <p:spPr bwMode="auto">
          <a:xfrm>
            <a:off x="0" y="5768975"/>
            <a:ext cx="9144000" cy="765175"/>
          </a:xfrm>
          <a:prstGeom prst="rect">
            <a:avLst/>
          </a:prstGeom>
          <a:solidFill>
            <a:schemeClr val="bg1"/>
          </a:solidFill>
          <a:ln>
            <a:noFill/>
          </a:ln>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defRPr/>
            </a:pPr>
            <a:endParaRPr lang="zh-CN" altLang="en-US"/>
          </a:p>
        </p:txBody>
      </p:sp>
      <p:cxnSp>
        <p:nvCxnSpPr>
          <p:cNvPr id="6" name="直接连接符 5">
            <a:extLst>
              <a:ext uri="{FF2B5EF4-FFF2-40B4-BE49-F238E27FC236}">
                <a16:creationId xmlns:a16="http://schemas.microsoft.com/office/drawing/2014/main" id="{23BCCB5E-52A0-44D9-9A29-B48BB2EA53BD}"/>
              </a:ext>
            </a:extLst>
          </p:cNvPr>
          <p:cNvCxnSpPr/>
          <p:nvPr userDrawn="1"/>
        </p:nvCxnSpPr>
        <p:spPr>
          <a:xfrm>
            <a:off x="0" y="3294063"/>
            <a:ext cx="9144000" cy="0"/>
          </a:xfrm>
          <a:prstGeom prst="line">
            <a:avLst/>
          </a:prstGeom>
          <a:ln w="63500" cmpd="thickThin">
            <a:tailEnd type="none"/>
          </a:ln>
        </p:spPr>
        <p:style>
          <a:lnRef idx="1">
            <a:schemeClr val="accent1"/>
          </a:lnRef>
          <a:fillRef idx="0">
            <a:schemeClr val="accent1"/>
          </a:fillRef>
          <a:effectRef idx="0">
            <a:schemeClr val="accent1"/>
          </a:effectRef>
          <a:fontRef idx="minor">
            <a:schemeClr val="tx1"/>
          </a:fontRef>
        </p:style>
      </p:cxnSp>
      <p:sp>
        <p:nvSpPr>
          <p:cNvPr id="2" name="标题 1"/>
          <p:cNvSpPr>
            <a:spLocks noGrp="1"/>
          </p:cNvSpPr>
          <p:nvPr>
            <p:ph type="title"/>
          </p:nvPr>
        </p:nvSpPr>
        <p:spPr>
          <a:xfrm>
            <a:off x="791580" y="3963097"/>
            <a:ext cx="7772400" cy="1362076"/>
          </a:xfrm>
        </p:spPr>
        <p:txBody>
          <a:bodyPr anchor="t"/>
          <a:lstStyle>
            <a:lvl1pPr algn="l">
              <a:defRPr sz="2250" b="1" cap="all"/>
            </a:lvl1pPr>
          </a:lstStyle>
          <a:p>
            <a:r>
              <a:rPr lang="zh-CN" altLang="en-US"/>
              <a:t>单击此处编辑母版标题样式</a:t>
            </a:r>
          </a:p>
        </p:txBody>
      </p:sp>
      <p:sp>
        <p:nvSpPr>
          <p:cNvPr id="3" name="文本占位符 2"/>
          <p:cNvSpPr>
            <a:spLocks noGrp="1"/>
          </p:cNvSpPr>
          <p:nvPr>
            <p:ph type="body" idx="1"/>
          </p:nvPr>
        </p:nvSpPr>
        <p:spPr>
          <a:xfrm>
            <a:off x="721519" y="1553781"/>
            <a:ext cx="7772400" cy="1500187"/>
          </a:xfrm>
        </p:spPr>
        <p:txBody>
          <a:bodyPr anchor="b"/>
          <a:lstStyle>
            <a:lvl1pPr marL="0" indent="0">
              <a:buNone/>
              <a:defRPr sz="1125">
                <a:solidFill>
                  <a:schemeClr val="tx1">
                    <a:tint val="75000"/>
                  </a:schemeClr>
                </a:solidFill>
              </a:defRPr>
            </a:lvl1pPr>
            <a:lvl2pPr marL="257175" indent="0">
              <a:buNone/>
              <a:defRPr sz="1015">
                <a:solidFill>
                  <a:schemeClr val="tx1">
                    <a:tint val="75000"/>
                  </a:schemeClr>
                </a:solidFill>
              </a:defRPr>
            </a:lvl2pPr>
            <a:lvl3pPr marL="514350" indent="0">
              <a:buNone/>
              <a:defRPr sz="900">
                <a:solidFill>
                  <a:schemeClr val="tx1">
                    <a:tint val="75000"/>
                  </a:schemeClr>
                </a:solidFill>
              </a:defRPr>
            </a:lvl3pPr>
            <a:lvl4pPr marL="771525" indent="0">
              <a:buNone/>
              <a:defRPr sz="790">
                <a:solidFill>
                  <a:schemeClr val="tx1">
                    <a:tint val="75000"/>
                  </a:schemeClr>
                </a:solidFill>
              </a:defRPr>
            </a:lvl4pPr>
            <a:lvl5pPr marL="1028700" indent="0">
              <a:buNone/>
              <a:defRPr sz="790">
                <a:solidFill>
                  <a:schemeClr val="tx1">
                    <a:tint val="75000"/>
                  </a:schemeClr>
                </a:solidFill>
              </a:defRPr>
            </a:lvl5pPr>
            <a:lvl6pPr marL="1285875" indent="0">
              <a:buNone/>
              <a:defRPr sz="790">
                <a:solidFill>
                  <a:schemeClr val="tx1">
                    <a:tint val="75000"/>
                  </a:schemeClr>
                </a:solidFill>
              </a:defRPr>
            </a:lvl6pPr>
            <a:lvl7pPr marL="1543050" indent="0">
              <a:buNone/>
              <a:defRPr sz="790">
                <a:solidFill>
                  <a:schemeClr val="tx1">
                    <a:tint val="75000"/>
                  </a:schemeClr>
                </a:solidFill>
              </a:defRPr>
            </a:lvl7pPr>
            <a:lvl8pPr marL="1800225" indent="0">
              <a:buNone/>
              <a:defRPr sz="790">
                <a:solidFill>
                  <a:schemeClr val="tx1">
                    <a:tint val="75000"/>
                  </a:schemeClr>
                </a:solidFill>
              </a:defRPr>
            </a:lvl8pPr>
            <a:lvl9pPr marL="2057400" indent="0">
              <a:buNone/>
              <a:defRPr sz="790">
                <a:solidFill>
                  <a:schemeClr val="tx1">
                    <a:tint val="75000"/>
                  </a:schemeClr>
                </a:solidFill>
              </a:defRPr>
            </a:lvl9pPr>
          </a:lstStyle>
          <a:p>
            <a:pPr lvl="0"/>
            <a:r>
              <a:rPr lang="zh-CN" altLang="en-US"/>
              <a:t>单击此处编辑母版文本样式</a:t>
            </a:r>
          </a:p>
        </p:txBody>
      </p:sp>
      <p:sp>
        <p:nvSpPr>
          <p:cNvPr id="7" name="日期占位符 3">
            <a:extLst>
              <a:ext uri="{FF2B5EF4-FFF2-40B4-BE49-F238E27FC236}">
                <a16:creationId xmlns:a16="http://schemas.microsoft.com/office/drawing/2014/main" id="{B222140A-53D5-4AEA-A851-215B07C8BF96}"/>
              </a:ext>
            </a:extLst>
          </p:cNvPr>
          <p:cNvSpPr>
            <a:spLocks noGrp="1"/>
          </p:cNvSpPr>
          <p:nvPr>
            <p:ph type="dt" sz="half" idx="10"/>
          </p:nvPr>
        </p:nvSpPr>
        <p:spPr/>
        <p:txBody>
          <a:bodyPr/>
          <a:lstStyle>
            <a:lvl1pPr defTabSz="914400">
              <a:defRPr/>
            </a:lvl1pPr>
          </a:lstStyle>
          <a:p>
            <a:pPr>
              <a:defRPr/>
            </a:pPr>
            <a:fld id="{B3A1E49F-3F5C-4EB8-B440-B70F45292FCD}" type="datetime3">
              <a:rPr lang="zh-CN" altLang="en-US"/>
              <a:pPr>
                <a:defRPr/>
              </a:pPr>
              <a:t>2024年8月27日星期二</a:t>
            </a:fld>
            <a:endParaRPr lang="zh-CN" altLang="en-US" dirty="0"/>
          </a:p>
        </p:txBody>
      </p:sp>
      <p:sp>
        <p:nvSpPr>
          <p:cNvPr id="8" name="页脚占位符 4">
            <a:extLst>
              <a:ext uri="{FF2B5EF4-FFF2-40B4-BE49-F238E27FC236}">
                <a16:creationId xmlns:a16="http://schemas.microsoft.com/office/drawing/2014/main" id="{6BBBF34C-B3BA-497F-A823-C0996FD443D5}"/>
              </a:ext>
            </a:extLst>
          </p:cNvPr>
          <p:cNvSpPr>
            <a:spLocks noGrp="1"/>
          </p:cNvSpPr>
          <p:nvPr>
            <p:ph type="ftr" sz="quarter" idx="11"/>
          </p:nvPr>
        </p:nvSpPr>
        <p:spPr/>
        <p:txBody>
          <a:bodyPr/>
          <a:lstStyle>
            <a:lvl1pPr defTabSz="914400">
              <a:defRPr/>
            </a:lvl1pPr>
          </a:lstStyle>
          <a:p>
            <a:pPr>
              <a:defRPr/>
            </a:pPr>
            <a:endParaRPr lang="zh-CN" altLang="en-US"/>
          </a:p>
        </p:txBody>
      </p:sp>
      <p:sp>
        <p:nvSpPr>
          <p:cNvPr id="9" name="灯片编号占位符 5">
            <a:extLst>
              <a:ext uri="{FF2B5EF4-FFF2-40B4-BE49-F238E27FC236}">
                <a16:creationId xmlns:a16="http://schemas.microsoft.com/office/drawing/2014/main" id="{9C951869-CCF7-4012-B19F-989FAC63EAF0}"/>
              </a:ext>
            </a:extLst>
          </p:cNvPr>
          <p:cNvSpPr>
            <a:spLocks noGrp="1"/>
          </p:cNvSpPr>
          <p:nvPr>
            <p:ph type="sldNum" sz="quarter" idx="12"/>
          </p:nvPr>
        </p:nvSpPr>
        <p:spPr/>
        <p:txBody>
          <a:bodyPr/>
          <a:lstStyle>
            <a:lvl1pPr defTabSz="914400">
              <a:defRPr smtClean="0"/>
            </a:lvl1pPr>
          </a:lstStyle>
          <a:p>
            <a:pPr>
              <a:defRPr/>
            </a:pPr>
            <a:fld id="{08D58DA5-E232-42F2-88E3-F4284D350D37}" type="slidenum">
              <a:rPr lang="zh-CN" altLang="en-US"/>
              <a:pPr>
                <a:defRPr/>
              </a:pPr>
              <a:t>‹#›</a:t>
            </a:fld>
            <a:endParaRPr lang="zh-CN" altLang="en-US"/>
          </a:p>
        </p:txBody>
      </p:sp>
    </p:spTree>
    <p:extLst>
      <p:ext uri="{BB962C8B-B14F-4D97-AF65-F5344CB8AC3E}">
        <p14:creationId xmlns:p14="http://schemas.microsoft.com/office/powerpoint/2010/main" val="358754488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sz="3600"/>
            </a:lvl1pPr>
          </a:lstStyle>
          <a:p>
            <a:r>
              <a:rPr lang="zh-CN" altLang="en-US" dirty="0"/>
              <a:t>单击此处编辑母版标题样式</a:t>
            </a:r>
          </a:p>
        </p:txBody>
      </p:sp>
      <p:sp>
        <p:nvSpPr>
          <p:cNvPr id="3" name="内容占位符 2"/>
          <p:cNvSpPr>
            <a:spLocks noGrp="1"/>
          </p:cNvSpPr>
          <p:nvPr>
            <p:ph sz="half" idx="1"/>
          </p:nvPr>
        </p:nvSpPr>
        <p:spPr>
          <a:xfrm>
            <a:off x="457201" y="973667"/>
            <a:ext cx="4038600" cy="5152503"/>
          </a:xfrm>
        </p:spPr>
        <p:txBody>
          <a:bodyPr>
            <a:normAutofit/>
          </a:bodyPr>
          <a:lstStyle>
            <a:lvl1pPr>
              <a:defRPr sz="2000"/>
            </a:lvl1pPr>
            <a:lvl2pPr>
              <a:defRPr sz="1800"/>
            </a:lvl2pPr>
            <a:lvl3pPr>
              <a:defRPr sz="1600"/>
            </a:lvl3pPr>
            <a:lvl4pPr>
              <a:defRPr sz="1200"/>
            </a:lvl4pPr>
            <a:lvl5pPr>
              <a:defRPr sz="1200"/>
            </a:lvl5pPr>
            <a:lvl6pPr>
              <a:defRPr sz="1015"/>
            </a:lvl6pPr>
            <a:lvl7pPr>
              <a:defRPr sz="1015"/>
            </a:lvl7pPr>
            <a:lvl8pPr>
              <a:defRPr sz="1015"/>
            </a:lvl8pPr>
            <a:lvl9pPr>
              <a:defRPr sz="1015"/>
            </a:lvl9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内容占位符 3"/>
          <p:cNvSpPr>
            <a:spLocks noGrp="1"/>
          </p:cNvSpPr>
          <p:nvPr>
            <p:ph sz="half" idx="2"/>
          </p:nvPr>
        </p:nvSpPr>
        <p:spPr>
          <a:xfrm>
            <a:off x="4648201" y="973667"/>
            <a:ext cx="4038600" cy="5152503"/>
          </a:xfrm>
        </p:spPr>
        <p:txBody>
          <a:bodyPr>
            <a:normAutofit/>
          </a:bodyPr>
          <a:lstStyle>
            <a:lvl1pPr>
              <a:defRPr sz="2000"/>
            </a:lvl1pPr>
            <a:lvl2pPr>
              <a:defRPr sz="1800"/>
            </a:lvl2pPr>
            <a:lvl3pPr>
              <a:defRPr sz="1600"/>
            </a:lvl3pPr>
            <a:lvl4pPr>
              <a:defRPr sz="1200"/>
            </a:lvl4pPr>
            <a:lvl5pPr>
              <a:defRPr sz="1200"/>
            </a:lvl5pPr>
            <a:lvl6pPr>
              <a:defRPr sz="1015"/>
            </a:lvl6pPr>
            <a:lvl7pPr>
              <a:defRPr sz="1015"/>
            </a:lvl7pPr>
            <a:lvl8pPr>
              <a:defRPr sz="1015"/>
            </a:lvl8pPr>
            <a:lvl9pPr>
              <a:defRPr sz="1015"/>
            </a:lvl9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日期占位符 4">
            <a:extLst>
              <a:ext uri="{FF2B5EF4-FFF2-40B4-BE49-F238E27FC236}">
                <a16:creationId xmlns:a16="http://schemas.microsoft.com/office/drawing/2014/main" id="{D802E7AE-C1E8-4C47-9179-DDFAC68263B1}"/>
              </a:ext>
            </a:extLst>
          </p:cNvPr>
          <p:cNvSpPr>
            <a:spLocks noGrp="1"/>
          </p:cNvSpPr>
          <p:nvPr>
            <p:ph type="dt" sz="half" idx="10"/>
          </p:nvPr>
        </p:nvSpPr>
        <p:spPr/>
        <p:txBody>
          <a:bodyPr/>
          <a:lstStyle>
            <a:lvl1pPr defTabSz="914400">
              <a:defRPr/>
            </a:lvl1pPr>
          </a:lstStyle>
          <a:p>
            <a:pPr>
              <a:defRPr/>
            </a:pPr>
            <a:fld id="{20627A07-DE92-4294-8CED-C8D0C812451B}" type="datetime3">
              <a:rPr lang="zh-CN" altLang="en-US"/>
              <a:pPr>
                <a:defRPr/>
              </a:pPr>
              <a:t>2024年8月27日星期二</a:t>
            </a:fld>
            <a:endParaRPr lang="zh-CN" altLang="en-US"/>
          </a:p>
        </p:txBody>
      </p:sp>
      <p:sp>
        <p:nvSpPr>
          <p:cNvPr id="6" name="页脚占位符 5">
            <a:extLst>
              <a:ext uri="{FF2B5EF4-FFF2-40B4-BE49-F238E27FC236}">
                <a16:creationId xmlns:a16="http://schemas.microsoft.com/office/drawing/2014/main" id="{2FD07632-9899-4FAD-B326-82D52BE36604}"/>
              </a:ext>
            </a:extLst>
          </p:cNvPr>
          <p:cNvSpPr>
            <a:spLocks noGrp="1"/>
          </p:cNvSpPr>
          <p:nvPr>
            <p:ph type="ftr" sz="quarter" idx="11"/>
          </p:nvPr>
        </p:nvSpPr>
        <p:spPr/>
        <p:txBody>
          <a:bodyPr/>
          <a:lstStyle>
            <a:lvl1pPr defTabSz="914400">
              <a:defRPr/>
            </a:lvl1pPr>
          </a:lstStyle>
          <a:p>
            <a:pPr>
              <a:defRPr/>
            </a:pPr>
            <a:endParaRPr lang="zh-CN" altLang="en-US"/>
          </a:p>
        </p:txBody>
      </p:sp>
      <p:sp>
        <p:nvSpPr>
          <p:cNvPr id="7" name="灯片编号占位符 6">
            <a:extLst>
              <a:ext uri="{FF2B5EF4-FFF2-40B4-BE49-F238E27FC236}">
                <a16:creationId xmlns:a16="http://schemas.microsoft.com/office/drawing/2014/main" id="{98F49870-1F38-4C81-BA09-B9F343680306}"/>
              </a:ext>
            </a:extLst>
          </p:cNvPr>
          <p:cNvSpPr>
            <a:spLocks noGrp="1"/>
          </p:cNvSpPr>
          <p:nvPr>
            <p:ph type="sldNum" sz="quarter" idx="12"/>
          </p:nvPr>
        </p:nvSpPr>
        <p:spPr/>
        <p:txBody>
          <a:bodyPr/>
          <a:lstStyle>
            <a:lvl1pPr defTabSz="914400">
              <a:defRPr smtClean="0"/>
            </a:lvl1pPr>
          </a:lstStyle>
          <a:p>
            <a:pPr>
              <a:defRPr/>
            </a:pPr>
            <a:fld id="{AE760AA2-1141-4C1B-A925-C1EBF4CEDFD2}" type="slidenum">
              <a:rPr lang="zh-CN" altLang="en-US"/>
              <a:pPr>
                <a:defRPr/>
              </a:pPr>
              <a:t>‹#›</a:t>
            </a:fld>
            <a:endParaRPr lang="zh-CN" altLang="en-US"/>
          </a:p>
        </p:txBody>
      </p:sp>
    </p:spTree>
    <p:extLst>
      <p:ext uri="{BB962C8B-B14F-4D97-AF65-F5344CB8AC3E}">
        <p14:creationId xmlns:p14="http://schemas.microsoft.com/office/powerpoint/2010/main" val="3525587627"/>
      </p:ext>
    </p:extLst>
  </p:cSld>
  <p:clrMapOvr>
    <a:overrideClrMapping bg1="lt1" tx1="dk1" bg2="lt2" tx2="dk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sz="3600"/>
            </a:lvl1pPr>
          </a:lstStyle>
          <a:p>
            <a:r>
              <a:rPr lang="zh-CN" altLang="en-US" dirty="0"/>
              <a:t>单击此处编辑母版标题样式</a:t>
            </a:r>
          </a:p>
        </p:txBody>
      </p:sp>
      <p:sp>
        <p:nvSpPr>
          <p:cNvPr id="3" name="日期占位符 2">
            <a:extLst>
              <a:ext uri="{FF2B5EF4-FFF2-40B4-BE49-F238E27FC236}">
                <a16:creationId xmlns:a16="http://schemas.microsoft.com/office/drawing/2014/main" id="{9076733B-6547-44A7-B608-CEB9D17A1286}"/>
              </a:ext>
            </a:extLst>
          </p:cNvPr>
          <p:cNvSpPr>
            <a:spLocks noGrp="1"/>
          </p:cNvSpPr>
          <p:nvPr>
            <p:ph type="dt" sz="half" idx="10"/>
          </p:nvPr>
        </p:nvSpPr>
        <p:spPr/>
        <p:txBody>
          <a:bodyPr/>
          <a:lstStyle>
            <a:lvl1pPr defTabSz="914400">
              <a:defRPr/>
            </a:lvl1pPr>
          </a:lstStyle>
          <a:p>
            <a:pPr>
              <a:defRPr/>
            </a:pPr>
            <a:fld id="{CE42BBF5-BC2F-4E43-BF7B-41B4CC4E56E3}" type="datetime3">
              <a:rPr lang="zh-CN" altLang="en-US"/>
              <a:pPr>
                <a:defRPr/>
              </a:pPr>
              <a:t>2024年8月27日星期二</a:t>
            </a:fld>
            <a:endParaRPr lang="zh-CN" altLang="en-US"/>
          </a:p>
        </p:txBody>
      </p:sp>
      <p:sp>
        <p:nvSpPr>
          <p:cNvPr id="4" name="页脚占位符 3">
            <a:extLst>
              <a:ext uri="{FF2B5EF4-FFF2-40B4-BE49-F238E27FC236}">
                <a16:creationId xmlns:a16="http://schemas.microsoft.com/office/drawing/2014/main" id="{5F280BD1-74FF-4CB5-84CE-5C491B701162}"/>
              </a:ext>
            </a:extLst>
          </p:cNvPr>
          <p:cNvSpPr>
            <a:spLocks noGrp="1"/>
          </p:cNvSpPr>
          <p:nvPr>
            <p:ph type="ftr" sz="quarter" idx="11"/>
          </p:nvPr>
        </p:nvSpPr>
        <p:spPr/>
        <p:txBody>
          <a:bodyPr/>
          <a:lstStyle>
            <a:lvl1pPr defTabSz="914400">
              <a:defRPr/>
            </a:lvl1pPr>
          </a:lstStyle>
          <a:p>
            <a:pPr>
              <a:defRPr/>
            </a:pPr>
            <a:endParaRPr lang="zh-CN" altLang="en-US"/>
          </a:p>
        </p:txBody>
      </p:sp>
      <p:sp>
        <p:nvSpPr>
          <p:cNvPr id="5" name="灯片编号占位符 4">
            <a:extLst>
              <a:ext uri="{FF2B5EF4-FFF2-40B4-BE49-F238E27FC236}">
                <a16:creationId xmlns:a16="http://schemas.microsoft.com/office/drawing/2014/main" id="{EF6E1661-3E1E-4B9A-A5C9-C020361CBF75}"/>
              </a:ext>
            </a:extLst>
          </p:cNvPr>
          <p:cNvSpPr>
            <a:spLocks noGrp="1"/>
          </p:cNvSpPr>
          <p:nvPr>
            <p:ph type="sldNum" sz="quarter" idx="12"/>
          </p:nvPr>
        </p:nvSpPr>
        <p:spPr/>
        <p:txBody>
          <a:bodyPr/>
          <a:lstStyle>
            <a:lvl1pPr defTabSz="914400">
              <a:defRPr smtClean="0"/>
            </a:lvl1pPr>
          </a:lstStyle>
          <a:p>
            <a:pPr>
              <a:defRPr/>
            </a:pPr>
            <a:fld id="{1ECD70D9-16E4-4FE9-833B-8BFCF9EDA198}" type="slidenum">
              <a:rPr lang="zh-CN" altLang="en-US"/>
              <a:pPr>
                <a:defRPr/>
              </a:pPr>
              <a:t>‹#›</a:t>
            </a:fld>
            <a:endParaRPr lang="zh-CN" altLang="en-US"/>
          </a:p>
        </p:txBody>
      </p:sp>
    </p:spTree>
    <p:extLst>
      <p:ext uri="{BB962C8B-B14F-4D97-AF65-F5344CB8AC3E}">
        <p14:creationId xmlns:p14="http://schemas.microsoft.com/office/powerpoint/2010/main" val="15332216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空白">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zh-CN" altLang="en-US"/>
              <a:t>单击此处编辑母版标题样式</a:t>
            </a:r>
          </a:p>
        </p:txBody>
      </p:sp>
    </p:spTree>
    <p:extLst>
      <p:ext uri="{BB962C8B-B14F-4D97-AF65-F5344CB8AC3E}">
        <p14:creationId xmlns:p14="http://schemas.microsoft.com/office/powerpoint/2010/main" val="74520506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3">
            <a:extLst>
              <a:ext uri="{FF2B5EF4-FFF2-40B4-BE49-F238E27FC236}">
                <a16:creationId xmlns:a16="http://schemas.microsoft.com/office/drawing/2014/main" id="{049728CE-7CE6-47BA-853F-D959469092E9}"/>
              </a:ext>
            </a:extLst>
          </p:cNvPr>
          <p:cNvSpPr>
            <a:spLocks noGrp="1"/>
          </p:cNvSpPr>
          <p:nvPr>
            <p:ph type="dt" sz="half" idx="10"/>
          </p:nvPr>
        </p:nvSpPr>
        <p:spPr/>
        <p:txBody>
          <a:bodyPr/>
          <a:lstStyle>
            <a:lvl1pPr>
              <a:defRPr/>
            </a:lvl1pPr>
          </a:lstStyle>
          <a:p>
            <a:pPr>
              <a:defRPr/>
            </a:pPr>
            <a:fld id="{77C5E40D-24BA-4E15-BD41-499559628162}" type="datetime3">
              <a:rPr lang="zh-CN" altLang="en-US"/>
              <a:pPr>
                <a:defRPr/>
              </a:pPr>
              <a:t>2024年8月27日星期二</a:t>
            </a:fld>
            <a:endParaRPr lang="zh-CN" altLang="en-US"/>
          </a:p>
        </p:txBody>
      </p:sp>
      <p:sp>
        <p:nvSpPr>
          <p:cNvPr id="4" name="页脚占位符 4">
            <a:extLst>
              <a:ext uri="{FF2B5EF4-FFF2-40B4-BE49-F238E27FC236}">
                <a16:creationId xmlns:a16="http://schemas.microsoft.com/office/drawing/2014/main" id="{6AD406E9-4CF5-4597-B0F6-DB1FD12F5D07}"/>
              </a:ext>
            </a:extLst>
          </p:cNvPr>
          <p:cNvSpPr>
            <a:spLocks noGrp="1"/>
          </p:cNvSpPr>
          <p:nvPr>
            <p:ph type="ftr" sz="quarter" idx="11"/>
          </p:nvPr>
        </p:nvSpPr>
        <p:spPr/>
        <p:txBody>
          <a:bodyPr/>
          <a:lstStyle>
            <a:lvl1pPr>
              <a:defRPr/>
            </a:lvl1pPr>
          </a:lstStyle>
          <a:p>
            <a:pPr>
              <a:defRPr/>
            </a:pPr>
            <a:endParaRPr lang="zh-CN" altLang="en-US"/>
          </a:p>
        </p:txBody>
      </p:sp>
      <p:sp>
        <p:nvSpPr>
          <p:cNvPr id="5" name="灯片编号占位符 5">
            <a:extLst>
              <a:ext uri="{FF2B5EF4-FFF2-40B4-BE49-F238E27FC236}">
                <a16:creationId xmlns:a16="http://schemas.microsoft.com/office/drawing/2014/main" id="{597181E3-9186-4707-AEF2-62DB7780BC2B}"/>
              </a:ext>
            </a:extLst>
          </p:cNvPr>
          <p:cNvSpPr>
            <a:spLocks noGrp="1"/>
          </p:cNvSpPr>
          <p:nvPr>
            <p:ph type="sldNum" sz="quarter" idx="12"/>
          </p:nvPr>
        </p:nvSpPr>
        <p:spPr/>
        <p:txBody>
          <a:bodyPr/>
          <a:lstStyle>
            <a:lvl1pPr>
              <a:defRPr/>
            </a:lvl1pPr>
          </a:lstStyle>
          <a:p>
            <a:pPr>
              <a:defRPr/>
            </a:pPr>
            <a:fld id="{ED28D15B-FD18-4205-96D0-BFA47647FE9A}" type="slidenum">
              <a:rPr lang="zh-CN" altLang="en-US"/>
              <a:pPr>
                <a:defRPr/>
              </a:pPr>
              <a:t>‹#›</a:t>
            </a:fld>
            <a:endParaRPr lang="zh-CN" altLang="en-US"/>
          </a:p>
        </p:txBody>
      </p:sp>
    </p:spTree>
    <p:extLst>
      <p:ext uri="{BB962C8B-B14F-4D97-AF65-F5344CB8AC3E}">
        <p14:creationId xmlns:p14="http://schemas.microsoft.com/office/powerpoint/2010/main" val="34053010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7" y="273051"/>
            <a:ext cx="3008313" cy="1162050"/>
          </a:xfrm>
        </p:spPr>
        <p:txBody>
          <a:bodyPr anchor="b"/>
          <a:lstStyle>
            <a:lvl1pPr algn="l">
              <a:defRPr sz="1125" b="1"/>
            </a:lvl1pPr>
          </a:lstStyle>
          <a:p>
            <a:r>
              <a:rPr lang="zh-CN" altLang="en-US"/>
              <a:t>单击此处编辑母版标题样式</a:t>
            </a:r>
          </a:p>
        </p:txBody>
      </p:sp>
      <p:sp>
        <p:nvSpPr>
          <p:cNvPr id="3" name="内容占位符 2"/>
          <p:cNvSpPr>
            <a:spLocks noGrp="1"/>
          </p:cNvSpPr>
          <p:nvPr>
            <p:ph idx="1"/>
          </p:nvPr>
        </p:nvSpPr>
        <p:spPr>
          <a:xfrm>
            <a:off x="3575050" y="273063"/>
            <a:ext cx="5111750" cy="5853113"/>
          </a:xfrm>
        </p:spPr>
        <p:txBody>
          <a:bodyPr/>
          <a:lstStyle>
            <a:lvl1pPr>
              <a:defRPr sz="1800"/>
            </a:lvl1pPr>
            <a:lvl2pPr>
              <a:defRPr sz="1575"/>
            </a:lvl2pPr>
            <a:lvl3pPr>
              <a:defRPr sz="1350"/>
            </a:lvl3pPr>
            <a:lvl4pPr>
              <a:defRPr sz="1125"/>
            </a:lvl4pPr>
            <a:lvl5pPr>
              <a:defRPr sz="1125"/>
            </a:lvl5pPr>
            <a:lvl6pPr>
              <a:defRPr sz="1125"/>
            </a:lvl6pPr>
            <a:lvl7pPr>
              <a:defRPr sz="1125"/>
            </a:lvl7pPr>
            <a:lvl8pPr>
              <a:defRPr sz="1125"/>
            </a:lvl8pPr>
            <a:lvl9pPr>
              <a:defRPr sz="1125"/>
            </a:lvl9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文本占位符 3"/>
          <p:cNvSpPr>
            <a:spLocks noGrp="1"/>
          </p:cNvSpPr>
          <p:nvPr>
            <p:ph type="body" sz="half" idx="2"/>
          </p:nvPr>
        </p:nvSpPr>
        <p:spPr>
          <a:xfrm>
            <a:off x="457207" y="1435104"/>
            <a:ext cx="3008313" cy="4691063"/>
          </a:xfrm>
        </p:spPr>
        <p:txBody>
          <a:bodyPr/>
          <a:lstStyle>
            <a:lvl1pPr marL="0" indent="0">
              <a:buNone/>
              <a:defRPr sz="790"/>
            </a:lvl1pPr>
            <a:lvl2pPr marL="257175" indent="0">
              <a:buNone/>
              <a:defRPr sz="675"/>
            </a:lvl2pPr>
            <a:lvl3pPr marL="514350" indent="0">
              <a:buNone/>
              <a:defRPr sz="565"/>
            </a:lvl3pPr>
            <a:lvl4pPr marL="771525" indent="0">
              <a:buNone/>
              <a:defRPr sz="505"/>
            </a:lvl4pPr>
            <a:lvl5pPr marL="1028700" indent="0">
              <a:buNone/>
              <a:defRPr sz="505"/>
            </a:lvl5pPr>
            <a:lvl6pPr marL="1285875" indent="0">
              <a:buNone/>
              <a:defRPr sz="505"/>
            </a:lvl6pPr>
            <a:lvl7pPr marL="1543050" indent="0">
              <a:buNone/>
              <a:defRPr sz="505"/>
            </a:lvl7pPr>
            <a:lvl8pPr marL="1800225" indent="0">
              <a:buNone/>
              <a:defRPr sz="505"/>
            </a:lvl8pPr>
            <a:lvl9pPr marL="2057400" indent="0">
              <a:buNone/>
              <a:defRPr sz="505"/>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F63C7F3E-A740-476F-9EA6-D3A82668A826}"/>
              </a:ext>
            </a:extLst>
          </p:cNvPr>
          <p:cNvSpPr>
            <a:spLocks noGrp="1"/>
          </p:cNvSpPr>
          <p:nvPr>
            <p:ph type="dt" sz="half" idx="10"/>
          </p:nvPr>
        </p:nvSpPr>
        <p:spPr/>
        <p:txBody>
          <a:bodyPr/>
          <a:lstStyle>
            <a:lvl1pPr defTabSz="914400">
              <a:defRPr/>
            </a:lvl1pPr>
          </a:lstStyle>
          <a:p>
            <a:pPr>
              <a:defRPr/>
            </a:pPr>
            <a:fld id="{DC9F1015-6586-4D57-87A6-BA5FB8061056}" type="datetime3">
              <a:rPr lang="zh-CN" altLang="en-US"/>
              <a:pPr>
                <a:defRPr/>
              </a:pPr>
              <a:t>2024年8月27日星期二</a:t>
            </a:fld>
            <a:endParaRPr lang="zh-CN" altLang="en-US"/>
          </a:p>
        </p:txBody>
      </p:sp>
      <p:sp>
        <p:nvSpPr>
          <p:cNvPr id="6" name="页脚占位符 5">
            <a:extLst>
              <a:ext uri="{FF2B5EF4-FFF2-40B4-BE49-F238E27FC236}">
                <a16:creationId xmlns:a16="http://schemas.microsoft.com/office/drawing/2014/main" id="{F1A016B3-6882-47BC-A79A-2109F9F46C62}"/>
              </a:ext>
            </a:extLst>
          </p:cNvPr>
          <p:cNvSpPr>
            <a:spLocks noGrp="1"/>
          </p:cNvSpPr>
          <p:nvPr>
            <p:ph type="ftr" sz="quarter" idx="11"/>
          </p:nvPr>
        </p:nvSpPr>
        <p:spPr/>
        <p:txBody>
          <a:bodyPr/>
          <a:lstStyle>
            <a:lvl1pPr defTabSz="914400">
              <a:defRPr/>
            </a:lvl1pPr>
          </a:lstStyle>
          <a:p>
            <a:pPr>
              <a:defRPr/>
            </a:pPr>
            <a:endParaRPr lang="zh-CN" altLang="en-US"/>
          </a:p>
        </p:txBody>
      </p:sp>
      <p:sp>
        <p:nvSpPr>
          <p:cNvPr id="7" name="灯片编号占位符 6">
            <a:extLst>
              <a:ext uri="{FF2B5EF4-FFF2-40B4-BE49-F238E27FC236}">
                <a16:creationId xmlns:a16="http://schemas.microsoft.com/office/drawing/2014/main" id="{34F796CB-9ABF-42E1-9B02-1A823DE3FA82}"/>
              </a:ext>
            </a:extLst>
          </p:cNvPr>
          <p:cNvSpPr>
            <a:spLocks noGrp="1"/>
          </p:cNvSpPr>
          <p:nvPr>
            <p:ph type="sldNum" sz="quarter" idx="12"/>
          </p:nvPr>
        </p:nvSpPr>
        <p:spPr/>
        <p:txBody>
          <a:bodyPr/>
          <a:lstStyle>
            <a:lvl1pPr defTabSz="914400">
              <a:defRPr smtClean="0"/>
            </a:lvl1pPr>
          </a:lstStyle>
          <a:p>
            <a:pPr>
              <a:defRPr/>
            </a:pPr>
            <a:fld id="{DAB4FB95-A800-481C-B74F-FBF028691E53}" type="slidenum">
              <a:rPr lang="zh-CN" altLang="en-US"/>
              <a:pPr>
                <a:defRPr/>
              </a:pPr>
              <a:t>‹#›</a:t>
            </a:fld>
            <a:endParaRPr lang="zh-CN" altLang="en-US"/>
          </a:p>
        </p:txBody>
      </p:sp>
    </p:spTree>
    <p:extLst>
      <p:ext uri="{BB962C8B-B14F-4D97-AF65-F5344CB8AC3E}">
        <p14:creationId xmlns:p14="http://schemas.microsoft.com/office/powerpoint/2010/main" val="11362611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2"/>
            <a:ext cx="5486400" cy="566738"/>
          </a:xfrm>
        </p:spPr>
        <p:txBody>
          <a:bodyPr anchor="b"/>
          <a:lstStyle>
            <a:lvl1pPr algn="l">
              <a:defRPr sz="14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rtlCol="0">
            <a:normAutofit/>
          </a:bodyPr>
          <a:lstStyle>
            <a:lvl1pPr marL="0" indent="0">
              <a:buNone/>
              <a:defRPr sz="2400"/>
            </a:lvl1pPr>
            <a:lvl2pPr marL="257175" indent="0">
              <a:buNone/>
              <a:defRPr sz="1575"/>
            </a:lvl2pPr>
            <a:lvl3pPr marL="514350" indent="0">
              <a:buNone/>
              <a:defRPr sz="1350"/>
            </a:lvl3pPr>
            <a:lvl4pPr marL="771525" indent="0">
              <a:buNone/>
              <a:defRPr sz="1125"/>
            </a:lvl4pPr>
            <a:lvl5pPr marL="1028700" indent="0">
              <a:buNone/>
              <a:defRPr sz="1125"/>
            </a:lvl5pPr>
            <a:lvl6pPr marL="1285875" indent="0">
              <a:buNone/>
              <a:defRPr sz="1125"/>
            </a:lvl6pPr>
            <a:lvl7pPr marL="1543050" indent="0">
              <a:buNone/>
              <a:defRPr sz="1125"/>
            </a:lvl7pPr>
            <a:lvl8pPr marL="1800225" indent="0">
              <a:buNone/>
              <a:defRPr sz="1125"/>
            </a:lvl8pPr>
            <a:lvl9pPr marL="2057400" indent="0">
              <a:buNone/>
              <a:defRPr sz="1125"/>
            </a:lvl9pPr>
          </a:lstStyle>
          <a:p>
            <a:pPr lvl="0"/>
            <a:r>
              <a:rPr lang="zh-CN" altLang="en-US" noProof="0"/>
              <a:t>单击图标添加图片</a:t>
            </a:r>
          </a:p>
        </p:txBody>
      </p:sp>
      <p:sp>
        <p:nvSpPr>
          <p:cNvPr id="4" name="文本占位符 3"/>
          <p:cNvSpPr>
            <a:spLocks noGrp="1"/>
          </p:cNvSpPr>
          <p:nvPr>
            <p:ph type="body" sz="half" idx="2"/>
          </p:nvPr>
        </p:nvSpPr>
        <p:spPr>
          <a:xfrm>
            <a:off x="1792288" y="5367338"/>
            <a:ext cx="5486400" cy="804862"/>
          </a:xfrm>
        </p:spPr>
        <p:txBody>
          <a:bodyPr>
            <a:normAutofit/>
          </a:bodyPr>
          <a:lstStyle>
            <a:lvl1pPr marL="0" indent="0">
              <a:buNone/>
              <a:defRPr sz="900"/>
            </a:lvl1pPr>
            <a:lvl2pPr marL="257175" indent="0">
              <a:buNone/>
              <a:defRPr sz="675"/>
            </a:lvl2pPr>
            <a:lvl3pPr marL="514350" indent="0">
              <a:buNone/>
              <a:defRPr sz="565"/>
            </a:lvl3pPr>
            <a:lvl4pPr marL="771525" indent="0">
              <a:buNone/>
              <a:defRPr sz="505"/>
            </a:lvl4pPr>
            <a:lvl5pPr marL="1028700" indent="0">
              <a:buNone/>
              <a:defRPr sz="505"/>
            </a:lvl5pPr>
            <a:lvl6pPr marL="1285875" indent="0">
              <a:buNone/>
              <a:defRPr sz="505"/>
            </a:lvl6pPr>
            <a:lvl7pPr marL="1543050" indent="0">
              <a:buNone/>
              <a:defRPr sz="505"/>
            </a:lvl7pPr>
            <a:lvl8pPr marL="1800225" indent="0">
              <a:buNone/>
              <a:defRPr sz="505"/>
            </a:lvl8pPr>
            <a:lvl9pPr marL="2057400" indent="0">
              <a:buNone/>
              <a:defRPr sz="505"/>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95640433-328B-4B0A-A9B7-07FA292AC282}"/>
              </a:ext>
            </a:extLst>
          </p:cNvPr>
          <p:cNvSpPr>
            <a:spLocks noGrp="1"/>
          </p:cNvSpPr>
          <p:nvPr>
            <p:ph type="dt" sz="half" idx="10"/>
          </p:nvPr>
        </p:nvSpPr>
        <p:spPr/>
        <p:txBody>
          <a:bodyPr/>
          <a:lstStyle>
            <a:lvl1pPr defTabSz="914400">
              <a:defRPr/>
            </a:lvl1pPr>
          </a:lstStyle>
          <a:p>
            <a:pPr>
              <a:defRPr/>
            </a:pPr>
            <a:fld id="{4E13F777-3DAF-4980-B2BE-5DF4D9261F87}" type="datetime3">
              <a:rPr lang="zh-CN" altLang="en-US"/>
              <a:pPr>
                <a:defRPr/>
              </a:pPr>
              <a:t>2024年8月27日星期二</a:t>
            </a:fld>
            <a:endParaRPr lang="zh-CN" altLang="en-US"/>
          </a:p>
        </p:txBody>
      </p:sp>
      <p:sp>
        <p:nvSpPr>
          <p:cNvPr id="6" name="页脚占位符 5">
            <a:extLst>
              <a:ext uri="{FF2B5EF4-FFF2-40B4-BE49-F238E27FC236}">
                <a16:creationId xmlns:a16="http://schemas.microsoft.com/office/drawing/2014/main" id="{6D8CBEB9-0FE3-40A1-AD0A-72F01AE317CC}"/>
              </a:ext>
            </a:extLst>
          </p:cNvPr>
          <p:cNvSpPr>
            <a:spLocks noGrp="1"/>
          </p:cNvSpPr>
          <p:nvPr>
            <p:ph type="ftr" sz="quarter" idx="11"/>
          </p:nvPr>
        </p:nvSpPr>
        <p:spPr/>
        <p:txBody>
          <a:bodyPr/>
          <a:lstStyle>
            <a:lvl1pPr defTabSz="914400">
              <a:defRPr/>
            </a:lvl1pPr>
          </a:lstStyle>
          <a:p>
            <a:pPr>
              <a:defRPr/>
            </a:pPr>
            <a:endParaRPr lang="zh-CN" altLang="en-US"/>
          </a:p>
        </p:txBody>
      </p:sp>
      <p:sp>
        <p:nvSpPr>
          <p:cNvPr id="7" name="灯片编号占位符 6">
            <a:extLst>
              <a:ext uri="{FF2B5EF4-FFF2-40B4-BE49-F238E27FC236}">
                <a16:creationId xmlns:a16="http://schemas.microsoft.com/office/drawing/2014/main" id="{97AFAF30-AFF2-4B56-A34C-AB78759B053A}"/>
              </a:ext>
            </a:extLst>
          </p:cNvPr>
          <p:cNvSpPr>
            <a:spLocks noGrp="1"/>
          </p:cNvSpPr>
          <p:nvPr>
            <p:ph type="sldNum" sz="quarter" idx="12"/>
          </p:nvPr>
        </p:nvSpPr>
        <p:spPr/>
        <p:txBody>
          <a:bodyPr/>
          <a:lstStyle>
            <a:lvl1pPr defTabSz="914400">
              <a:defRPr smtClean="0"/>
            </a:lvl1pPr>
          </a:lstStyle>
          <a:p>
            <a:pPr>
              <a:defRPr/>
            </a:pPr>
            <a:fld id="{989EE299-5CD5-47D5-86A0-1455F51845A2}" type="slidenum">
              <a:rPr lang="zh-CN" altLang="en-US"/>
              <a:pPr>
                <a:defRPr/>
              </a:pPr>
              <a:t>‹#›</a:t>
            </a:fld>
            <a:endParaRPr lang="zh-CN" altLang="en-US"/>
          </a:p>
        </p:txBody>
      </p:sp>
    </p:spTree>
    <p:extLst>
      <p:ext uri="{BB962C8B-B14F-4D97-AF65-F5344CB8AC3E}">
        <p14:creationId xmlns:p14="http://schemas.microsoft.com/office/powerpoint/2010/main" val="291019792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sz="3600"/>
            </a:lvl1pPr>
          </a:lstStyle>
          <a:p>
            <a:r>
              <a:rPr lang="zh-CN" altLang="en-US" dirty="0"/>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51ED1C37-E44D-442F-A524-2B0CC91626CA}"/>
              </a:ext>
            </a:extLst>
          </p:cNvPr>
          <p:cNvSpPr>
            <a:spLocks noGrp="1"/>
          </p:cNvSpPr>
          <p:nvPr>
            <p:ph type="dt" sz="half" idx="10"/>
          </p:nvPr>
        </p:nvSpPr>
        <p:spPr/>
        <p:txBody>
          <a:bodyPr/>
          <a:lstStyle>
            <a:lvl1pPr defTabSz="914400">
              <a:defRPr/>
            </a:lvl1pPr>
          </a:lstStyle>
          <a:p>
            <a:pPr>
              <a:defRPr/>
            </a:pPr>
            <a:fld id="{2D9EDD0A-F19E-4B68-845E-06AD1900E8C7}" type="datetime3">
              <a:rPr lang="zh-CN" altLang="en-US"/>
              <a:pPr>
                <a:defRPr/>
              </a:pPr>
              <a:t>2024年8月27日星期二</a:t>
            </a:fld>
            <a:endParaRPr lang="zh-CN" altLang="en-US"/>
          </a:p>
        </p:txBody>
      </p:sp>
      <p:sp>
        <p:nvSpPr>
          <p:cNvPr id="5" name="页脚占位符 4">
            <a:extLst>
              <a:ext uri="{FF2B5EF4-FFF2-40B4-BE49-F238E27FC236}">
                <a16:creationId xmlns:a16="http://schemas.microsoft.com/office/drawing/2014/main" id="{DF180729-F4B8-40E4-B08B-7ACB3226009B}"/>
              </a:ext>
            </a:extLst>
          </p:cNvPr>
          <p:cNvSpPr>
            <a:spLocks noGrp="1"/>
          </p:cNvSpPr>
          <p:nvPr>
            <p:ph type="ftr" sz="quarter" idx="11"/>
          </p:nvPr>
        </p:nvSpPr>
        <p:spPr/>
        <p:txBody>
          <a:bodyPr/>
          <a:lstStyle>
            <a:lvl1pPr defTabSz="914400">
              <a:defRPr/>
            </a:lvl1pPr>
          </a:lstStyle>
          <a:p>
            <a:pPr>
              <a:defRPr/>
            </a:pPr>
            <a:endParaRPr lang="zh-CN" altLang="en-US"/>
          </a:p>
        </p:txBody>
      </p:sp>
      <p:sp>
        <p:nvSpPr>
          <p:cNvPr id="6" name="灯片编号占位符 5">
            <a:extLst>
              <a:ext uri="{FF2B5EF4-FFF2-40B4-BE49-F238E27FC236}">
                <a16:creationId xmlns:a16="http://schemas.microsoft.com/office/drawing/2014/main" id="{746DAB40-5DA0-4B06-93AA-9DD10C8D70E3}"/>
              </a:ext>
            </a:extLst>
          </p:cNvPr>
          <p:cNvSpPr>
            <a:spLocks noGrp="1"/>
          </p:cNvSpPr>
          <p:nvPr>
            <p:ph type="sldNum" sz="quarter" idx="12"/>
          </p:nvPr>
        </p:nvSpPr>
        <p:spPr/>
        <p:txBody>
          <a:bodyPr/>
          <a:lstStyle>
            <a:lvl1pPr defTabSz="914400">
              <a:defRPr smtClean="0"/>
            </a:lvl1pPr>
          </a:lstStyle>
          <a:p>
            <a:pPr>
              <a:defRPr/>
            </a:pPr>
            <a:fld id="{CC901749-B3AA-4CF1-8517-5C9AAF68D0BA}" type="slidenum">
              <a:rPr lang="zh-CN" altLang="en-US"/>
              <a:pPr>
                <a:defRPr/>
              </a:pPr>
              <a:t>‹#›</a:t>
            </a:fld>
            <a:endParaRPr lang="zh-CN" altLang="en-US"/>
          </a:p>
        </p:txBody>
      </p:sp>
    </p:spTree>
    <p:extLst>
      <p:ext uri="{BB962C8B-B14F-4D97-AF65-F5344CB8AC3E}">
        <p14:creationId xmlns:p14="http://schemas.microsoft.com/office/powerpoint/2010/main" val="35933734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53"/>
            <a:ext cx="2057400" cy="5851525"/>
          </a:xfrm>
        </p:spPr>
        <p:txBody>
          <a:bodyPr vert="eaVert"/>
          <a:lstStyle>
            <a:lvl1pPr>
              <a:defRPr sz="3600"/>
            </a:lvl1pPr>
          </a:lstStyle>
          <a:p>
            <a:r>
              <a:rPr lang="zh-CN" altLang="en-US" dirty="0"/>
              <a:t>单击此处编辑母版标题样式</a:t>
            </a:r>
          </a:p>
        </p:txBody>
      </p:sp>
      <p:sp>
        <p:nvSpPr>
          <p:cNvPr id="3" name="竖排文字占位符 2"/>
          <p:cNvSpPr>
            <a:spLocks noGrp="1"/>
          </p:cNvSpPr>
          <p:nvPr>
            <p:ph type="body" orient="vert" idx="1"/>
          </p:nvPr>
        </p:nvSpPr>
        <p:spPr>
          <a:xfrm>
            <a:off x="457202" y="274653"/>
            <a:ext cx="60198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307EAFEE-2AED-4036-B26B-3E98E7F8E0E2}"/>
              </a:ext>
            </a:extLst>
          </p:cNvPr>
          <p:cNvSpPr>
            <a:spLocks noGrp="1"/>
          </p:cNvSpPr>
          <p:nvPr>
            <p:ph type="dt" sz="half" idx="10"/>
          </p:nvPr>
        </p:nvSpPr>
        <p:spPr/>
        <p:txBody>
          <a:bodyPr/>
          <a:lstStyle>
            <a:lvl1pPr defTabSz="914400">
              <a:defRPr/>
            </a:lvl1pPr>
          </a:lstStyle>
          <a:p>
            <a:pPr>
              <a:defRPr/>
            </a:pPr>
            <a:fld id="{D2C9375E-6690-4556-ACFD-6BDFB3EA1D3F}" type="datetime3">
              <a:rPr lang="zh-CN" altLang="en-US"/>
              <a:pPr>
                <a:defRPr/>
              </a:pPr>
              <a:t>2024年8月27日星期二</a:t>
            </a:fld>
            <a:endParaRPr lang="zh-CN" altLang="en-US"/>
          </a:p>
        </p:txBody>
      </p:sp>
      <p:sp>
        <p:nvSpPr>
          <p:cNvPr id="5" name="页脚占位符 4">
            <a:extLst>
              <a:ext uri="{FF2B5EF4-FFF2-40B4-BE49-F238E27FC236}">
                <a16:creationId xmlns:a16="http://schemas.microsoft.com/office/drawing/2014/main" id="{91C2A883-DF10-4966-B647-50E3C652979F}"/>
              </a:ext>
            </a:extLst>
          </p:cNvPr>
          <p:cNvSpPr>
            <a:spLocks noGrp="1"/>
          </p:cNvSpPr>
          <p:nvPr>
            <p:ph type="ftr" sz="quarter" idx="11"/>
          </p:nvPr>
        </p:nvSpPr>
        <p:spPr/>
        <p:txBody>
          <a:bodyPr/>
          <a:lstStyle>
            <a:lvl1pPr defTabSz="914400">
              <a:defRPr/>
            </a:lvl1pPr>
          </a:lstStyle>
          <a:p>
            <a:pPr>
              <a:defRPr/>
            </a:pPr>
            <a:endParaRPr lang="zh-CN" altLang="en-US"/>
          </a:p>
        </p:txBody>
      </p:sp>
      <p:sp>
        <p:nvSpPr>
          <p:cNvPr id="6" name="灯片编号占位符 5">
            <a:extLst>
              <a:ext uri="{FF2B5EF4-FFF2-40B4-BE49-F238E27FC236}">
                <a16:creationId xmlns:a16="http://schemas.microsoft.com/office/drawing/2014/main" id="{E6E39B4D-11DB-4679-AAD6-935072A522CA}"/>
              </a:ext>
            </a:extLst>
          </p:cNvPr>
          <p:cNvSpPr>
            <a:spLocks noGrp="1"/>
          </p:cNvSpPr>
          <p:nvPr>
            <p:ph type="sldNum" sz="quarter" idx="12"/>
          </p:nvPr>
        </p:nvSpPr>
        <p:spPr/>
        <p:txBody>
          <a:bodyPr/>
          <a:lstStyle>
            <a:lvl1pPr defTabSz="914400">
              <a:defRPr smtClean="0"/>
            </a:lvl1pPr>
          </a:lstStyle>
          <a:p>
            <a:pPr>
              <a:defRPr/>
            </a:pPr>
            <a:fld id="{3ABE0CA0-36AA-41A8-B719-90D21FD379D3}" type="slidenum">
              <a:rPr lang="zh-CN" altLang="en-US"/>
              <a:pPr>
                <a:defRPr/>
              </a:pPr>
              <a:t>‹#›</a:t>
            </a:fld>
            <a:endParaRPr lang="zh-CN" altLang="en-US"/>
          </a:p>
        </p:txBody>
      </p:sp>
    </p:spTree>
    <p:extLst>
      <p:ext uri="{BB962C8B-B14F-4D97-AF65-F5344CB8AC3E}">
        <p14:creationId xmlns:p14="http://schemas.microsoft.com/office/powerpoint/2010/main" val="123849208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755650" y="260350"/>
            <a:ext cx="7924800" cy="1143000"/>
          </a:xfrm>
        </p:spPr>
        <p:txBody>
          <a:bodyPr/>
          <a:lstStyle/>
          <a:p>
            <a:r>
              <a:rPr lang="zh-CN" altLang="en-US"/>
              <a:t>单击此处编辑母版标题样式</a:t>
            </a:r>
          </a:p>
        </p:txBody>
      </p:sp>
      <p:sp>
        <p:nvSpPr>
          <p:cNvPr id="3" name="表格占位符 2"/>
          <p:cNvSpPr>
            <a:spLocks noGrp="1"/>
          </p:cNvSpPr>
          <p:nvPr>
            <p:ph type="tbl" idx="1"/>
          </p:nvPr>
        </p:nvSpPr>
        <p:spPr>
          <a:xfrm>
            <a:off x="744538" y="1943100"/>
            <a:ext cx="8013700" cy="4132263"/>
          </a:xfrm>
        </p:spPr>
        <p:txBody>
          <a:bodyPr rtlCol="0">
            <a:normAutofit/>
          </a:bodyPr>
          <a:lstStyle/>
          <a:p>
            <a:pPr lvl="0"/>
            <a:endParaRPr lang="zh-CN" altLang="en-US" noProof="0"/>
          </a:p>
        </p:txBody>
      </p:sp>
      <p:sp>
        <p:nvSpPr>
          <p:cNvPr id="4" name="Rectangle 10">
            <a:extLst>
              <a:ext uri="{FF2B5EF4-FFF2-40B4-BE49-F238E27FC236}">
                <a16:creationId xmlns:a16="http://schemas.microsoft.com/office/drawing/2014/main" id="{4AFE91BA-F00D-4AD4-B0BA-3DD924CF58E0}"/>
              </a:ext>
            </a:extLst>
          </p:cNvPr>
          <p:cNvSpPr>
            <a:spLocks noGrp="1" noChangeArrowheads="1"/>
          </p:cNvSpPr>
          <p:nvPr>
            <p:ph type="dt" sz="half" idx="10"/>
          </p:nvPr>
        </p:nvSpPr>
        <p:spPr/>
        <p:txBody>
          <a:bodyPr/>
          <a:lstStyle>
            <a:lvl1pPr defTabSz="914400">
              <a:defRPr/>
            </a:lvl1pPr>
          </a:lstStyle>
          <a:p>
            <a:pPr>
              <a:defRPr/>
            </a:pPr>
            <a:fld id="{1E2A2476-27F5-4020-B096-A51AF3BE902A}" type="datetime3">
              <a:rPr lang="zh-CN" altLang="en-US"/>
              <a:pPr>
                <a:defRPr/>
              </a:pPr>
              <a:t>2024年8月27日星期二</a:t>
            </a:fld>
            <a:endParaRPr lang="en-US" altLang="zh-CN"/>
          </a:p>
        </p:txBody>
      </p:sp>
      <p:sp>
        <p:nvSpPr>
          <p:cNvPr id="5" name="Rectangle 11">
            <a:extLst>
              <a:ext uri="{FF2B5EF4-FFF2-40B4-BE49-F238E27FC236}">
                <a16:creationId xmlns:a16="http://schemas.microsoft.com/office/drawing/2014/main" id="{A144ED91-250A-4121-A971-42F29F3CCA1A}"/>
              </a:ext>
            </a:extLst>
          </p:cNvPr>
          <p:cNvSpPr>
            <a:spLocks noGrp="1" noChangeArrowheads="1"/>
          </p:cNvSpPr>
          <p:nvPr>
            <p:ph type="ftr" sz="quarter" idx="11"/>
          </p:nvPr>
        </p:nvSpPr>
        <p:spPr/>
        <p:txBody>
          <a:bodyPr/>
          <a:lstStyle>
            <a:lvl1pPr defTabSz="914400">
              <a:defRPr/>
            </a:lvl1pPr>
          </a:lstStyle>
          <a:p>
            <a:pPr>
              <a:defRPr/>
            </a:pPr>
            <a:endParaRPr lang="en-US" altLang="zh-CN"/>
          </a:p>
        </p:txBody>
      </p:sp>
      <p:sp>
        <p:nvSpPr>
          <p:cNvPr id="6" name="Rectangle 12">
            <a:extLst>
              <a:ext uri="{FF2B5EF4-FFF2-40B4-BE49-F238E27FC236}">
                <a16:creationId xmlns:a16="http://schemas.microsoft.com/office/drawing/2014/main" id="{66F7EBAB-EC2E-4AD3-9972-DB20B0E0718C}"/>
              </a:ext>
            </a:extLst>
          </p:cNvPr>
          <p:cNvSpPr>
            <a:spLocks noGrp="1" noChangeArrowheads="1"/>
          </p:cNvSpPr>
          <p:nvPr>
            <p:ph type="sldNum" sz="quarter" idx="12"/>
          </p:nvPr>
        </p:nvSpPr>
        <p:spPr/>
        <p:txBody>
          <a:bodyPr/>
          <a:lstStyle>
            <a:lvl1pPr defTabSz="914400">
              <a:defRPr smtClean="0"/>
            </a:lvl1pPr>
          </a:lstStyle>
          <a:p>
            <a:pPr>
              <a:defRPr/>
            </a:pPr>
            <a:fld id="{7233D89C-9E50-400E-9713-24DCDF395A0D}" type="slidenum">
              <a:rPr lang="en-US" altLang="zh-CN"/>
              <a:pPr>
                <a:defRPr/>
              </a:pPr>
              <a:t>‹#›</a:t>
            </a:fld>
            <a:endParaRPr lang="en-US" altLang="zh-CN"/>
          </a:p>
        </p:txBody>
      </p:sp>
    </p:spTree>
    <p:extLst>
      <p:ext uri="{BB962C8B-B14F-4D97-AF65-F5344CB8AC3E}">
        <p14:creationId xmlns:p14="http://schemas.microsoft.com/office/powerpoint/2010/main" val="50193693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cSld name="1_空白">
    <p:spTree>
      <p:nvGrpSpPr>
        <p:cNvPr id="1" name=""/>
        <p:cNvGrpSpPr/>
        <p:nvPr/>
      </p:nvGrpSpPr>
      <p:grpSpPr>
        <a:xfrm>
          <a:off x="0" y="0"/>
          <a:ext cx="0" cy="0"/>
          <a:chOff x="0" y="0"/>
          <a:chExt cx="0" cy="0"/>
        </a:xfrm>
      </p:grpSpPr>
      <p:sp>
        <p:nvSpPr>
          <p:cNvPr id="2" name="Rectangle 47">
            <a:extLst>
              <a:ext uri="{FF2B5EF4-FFF2-40B4-BE49-F238E27FC236}">
                <a16:creationId xmlns:a16="http://schemas.microsoft.com/office/drawing/2014/main" id="{6A6CEE1C-B1E6-49A4-AC1B-9746BD606974}"/>
              </a:ext>
            </a:extLst>
          </p:cNvPr>
          <p:cNvSpPr>
            <a:spLocks noGrp="1" noChangeArrowheads="1"/>
          </p:cNvSpPr>
          <p:nvPr>
            <p:ph type="dt" sz="half" idx="10"/>
          </p:nvPr>
        </p:nvSpPr>
        <p:spPr/>
        <p:txBody>
          <a:bodyPr/>
          <a:lstStyle>
            <a:lvl1pPr>
              <a:defRPr/>
            </a:lvl1pPr>
          </a:lstStyle>
          <a:p>
            <a:pPr>
              <a:defRPr/>
            </a:pPr>
            <a:endParaRPr lang="en-US" altLang="zh-CN"/>
          </a:p>
        </p:txBody>
      </p:sp>
      <p:sp>
        <p:nvSpPr>
          <p:cNvPr id="3" name="Rectangle 48">
            <a:extLst>
              <a:ext uri="{FF2B5EF4-FFF2-40B4-BE49-F238E27FC236}">
                <a16:creationId xmlns:a16="http://schemas.microsoft.com/office/drawing/2014/main" id="{04AD1090-538A-42E2-8FC2-8DCBA1DFD92F}"/>
              </a:ext>
            </a:extLst>
          </p:cNvPr>
          <p:cNvSpPr>
            <a:spLocks noGrp="1" noChangeArrowheads="1"/>
          </p:cNvSpPr>
          <p:nvPr>
            <p:ph type="ftr" sz="quarter" idx="11"/>
          </p:nvPr>
        </p:nvSpPr>
        <p:spPr/>
        <p:txBody>
          <a:bodyPr/>
          <a:lstStyle>
            <a:lvl1pPr>
              <a:defRPr/>
            </a:lvl1pPr>
          </a:lstStyle>
          <a:p>
            <a:pPr>
              <a:defRPr/>
            </a:pPr>
            <a:endParaRPr lang="en-US" altLang="zh-CN"/>
          </a:p>
        </p:txBody>
      </p:sp>
      <p:sp>
        <p:nvSpPr>
          <p:cNvPr id="4" name="Rectangle 49">
            <a:extLst>
              <a:ext uri="{FF2B5EF4-FFF2-40B4-BE49-F238E27FC236}">
                <a16:creationId xmlns:a16="http://schemas.microsoft.com/office/drawing/2014/main" id="{E0EE0D81-301B-4484-91BA-B0B58E6F66B5}"/>
              </a:ext>
            </a:extLst>
          </p:cNvPr>
          <p:cNvSpPr>
            <a:spLocks noGrp="1" noChangeArrowheads="1"/>
          </p:cNvSpPr>
          <p:nvPr>
            <p:ph type="sldNum" sz="quarter" idx="12"/>
          </p:nvPr>
        </p:nvSpPr>
        <p:spPr/>
        <p:txBody>
          <a:bodyPr/>
          <a:lstStyle>
            <a:lvl1pPr>
              <a:defRPr smtClean="0"/>
            </a:lvl1pPr>
          </a:lstStyle>
          <a:p>
            <a:pPr>
              <a:defRPr/>
            </a:pPr>
            <a:fld id="{2E8A795D-5C57-46AB-9338-ADE1E384A567}" type="slidenum">
              <a:rPr lang="en-US" altLang="zh-CN"/>
              <a:pPr>
                <a:defRPr/>
              </a:pPr>
              <a:t>‹#›</a:t>
            </a:fld>
            <a:endParaRPr lang="en-US" altLang="zh-CN"/>
          </a:p>
        </p:txBody>
      </p:sp>
    </p:spTree>
    <p:extLst>
      <p:ext uri="{BB962C8B-B14F-4D97-AF65-F5344CB8AC3E}">
        <p14:creationId xmlns:p14="http://schemas.microsoft.com/office/powerpoint/2010/main" val="53532412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D158B3CC-6795-4F44-AB2B-EF39075C6D5E}"/>
              </a:ext>
            </a:extLst>
          </p:cNvPr>
          <p:cNvSpPr>
            <a:spLocks noGrp="1"/>
          </p:cNvSpPr>
          <p:nvPr>
            <p:ph type="dt" sz="half" idx="10"/>
          </p:nvPr>
        </p:nvSpPr>
        <p:spPr/>
        <p:txBody>
          <a:bodyPr/>
          <a:lstStyle>
            <a:lvl1pPr>
              <a:defRPr/>
            </a:lvl1pPr>
          </a:lstStyle>
          <a:p>
            <a:pPr>
              <a:defRPr/>
            </a:pPr>
            <a:fld id="{569522F3-4E8F-46C6-809E-E2A66B821E09}" type="datetimeFigureOut">
              <a:rPr lang="zh-CN" altLang="en-US"/>
              <a:pPr>
                <a:defRPr/>
              </a:pPr>
              <a:t>2024/8/27</a:t>
            </a:fld>
            <a:endParaRPr lang="zh-CN" altLang="en-US"/>
          </a:p>
        </p:txBody>
      </p:sp>
      <p:sp>
        <p:nvSpPr>
          <p:cNvPr id="5" name="页脚占位符 4">
            <a:extLst>
              <a:ext uri="{FF2B5EF4-FFF2-40B4-BE49-F238E27FC236}">
                <a16:creationId xmlns:a16="http://schemas.microsoft.com/office/drawing/2014/main" id="{E6B3E752-8151-48B2-8C0B-00E64A6707D8}"/>
              </a:ext>
            </a:extLst>
          </p:cNvPr>
          <p:cNvSpPr>
            <a:spLocks noGrp="1"/>
          </p:cNvSpPr>
          <p:nvPr>
            <p:ph type="ftr" sz="quarter" idx="11"/>
          </p:nvPr>
        </p:nvSpPr>
        <p:spPr/>
        <p:txBody>
          <a:bodyPr/>
          <a:lstStyle>
            <a:lvl1pPr>
              <a:defRPr/>
            </a:lvl1pPr>
          </a:lstStyle>
          <a:p>
            <a:pPr>
              <a:defRPr/>
            </a:pPr>
            <a:endParaRPr lang="zh-CN" altLang="en-US"/>
          </a:p>
        </p:txBody>
      </p:sp>
      <p:sp>
        <p:nvSpPr>
          <p:cNvPr id="6" name="灯片编号占位符 5">
            <a:extLst>
              <a:ext uri="{FF2B5EF4-FFF2-40B4-BE49-F238E27FC236}">
                <a16:creationId xmlns:a16="http://schemas.microsoft.com/office/drawing/2014/main" id="{E5B973A4-BE0F-4B75-8849-400ABD700CCE}"/>
              </a:ext>
            </a:extLst>
          </p:cNvPr>
          <p:cNvSpPr>
            <a:spLocks noGrp="1"/>
          </p:cNvSpPr>
          <p:nvPr>
            <p:ph type="sldNum" sz="quarter" idx="12"/>
          </p:nvPr>
        </p:nvSpPr>
        <p:spPr/>
        <p:txBody>
          <a:bodyPr/>
          <a:lstStyle>
            <a:lvl1pPr>
              <a:defRPr/>
            </a:lvl1pPr>
          </a:lstStyle>
          <a:p>
            <a:pPr>
              <a:defRPr/>
            </a:pPr>
            <a:fld id="{F57BE183-248B-4D9E-8942-24EA97F5B21D}" type="slidenum">
              <a:rPr lang="zh-CN" altLang="en-US"/>
              <a:pPr>
                <a:defRPr/>
              </a:pPr>
              <a:t>‹#›</a:t>
            </a:fld>
            <a:endParaRPr lang="zh-CN" altLang="en-US"/>
          </a:p>
        </p:txBody>
      </p:sp>
    </p:spTree>
    <p:extLst>
      <p:ext uri="{BB962C8B-B14F-4D97-AF65-F5344CB8AC3E}">
        <p14:creationId xmlns:p14="http://schemas.microsoft.com/office/powerpoint/2010/main" val="223009163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D42AC035-2DB8-4CB7-BB2A-B0851A312F2F}"/>
              </a:ext>
            </a:extLst>
          </p:cNvPr>
          <p:cNvSpPr>
            <a:spLocks noGrp="1"/>
          </p:cNvSpPr>
          <p:nvPr>
            <p:ph type="dt" sz="half" idx="10"/>
          </p:nvPr>
        </p:nvSpPr>
        <p:spPr/>
        <p:txBody>
          <a:bodyPr/>
          <a:lstStyle>
            <a:lvl1pPr>
              <a:defRPr/>
            </a:lvl1pPr>
          </a:lstStyle>
          <a:p>
            <a:pPr>
              <a:defRPr/>
            </a:pPr>
            <a:fld id="{569522F3-4E8F-46C6-809E-E2A66B821E09}" type="datetimeFigureOut">
              <a:rPr lang="zh-CN" altLang="en-US"/>
              <a:pPr>
                <a:defRPr/>
              </a:pPr>
              <a:t>2024/8/27</a:t>
            </a:fld>
            <a:endParaRPr lang="zh-CN" altLang="en-US"/>
          </a:p>
        </p:txBody>
      </p:sp>
      <p:sp>
        <p:nvSpPr>
          <p:cNvPr id="5" name="页脚占位符 4">
            <a:extLst>
              <a:ext uri="{FF2B5EF4-FFF2-40B4-BE49-F238E27FC236}">
                <a16:creationId xmlns:a16="http://schemas.microsoft.com/office/drawing/2014/main" id="{09AD3E43-E6DF-4C11-8258-B6A8B17612F0}"/>
              </a:ext>
            </a:extLst>
          </p:cNvPr>
          <p:cNvSpPr>
            <a:spLocks noGrp="1"/>
          </p:cNvSpPr>
          <p:nvPr>
            <p:ph type="ftr" sz="quarter" idx="11"/>
          </p:nvPr>
        </p:nvSpPr>
        <p:spPr/>
        <p:txBody>
          <a:bodyPr/>
          <a:lstStyle>
            <a:lvl1pPr>
              <a:defRPr/>
            </a:lvl1pPr>
          </a:lstStyle>
          <a:p>
            <a:pPr>
              <a:defRPr/>
            </a:pPr>
            <a:endParaRPr lang="zh-CN" altLang="en-US"/>
          </a:p>
        </p:txBody>
      </p:sp>
      <p:sp>
        <p:nvSpPr>
          <p:cNvPr id="6" name="灯片编号占位符 5">
            <a:extLst>
              <a:ext uri="{FF2B5EF4-FFF2-40B4-BE49-F238E27FC236}">
                <a16:creationId xmlns:a16="http://schemas.microsoft.com/office/drawing/2014/main" id="{19AE69F1-9B60-42D2-9C03-FA85C8681E81}"/>
              </a:ext>
            </a:extLst>
          </p:cNvPr>
          <p:cNvSpPr>
            <a:spLocks noGrp="1"/>
          </p:cNvSpPr>
          <p:nvPr>
            <p:ph type="sldNum" sz="quarter" idx="12"/>
          </p:nvPr>
        </p:nvSpPr>
        <p:spPr/>
        <p:txBody>
          <a:bodyPr/>
          <a:lstStyle>
            <a:lvl1pPr>
              <a:defRPr/>
            </a:lvl1pPr>
          </a:lstStyle>
          <a:p>
            <a:pPr>
              <a:defRPr/>
            </a:pPr>
            <a:fld id="{50ECFE8E-F2CA-46AB-BA39-C7BD0A8C1E25}" type="slidenum">
              <a:rPr lang="zh-CN" altLang="en-US"/>
              <a:pPr>
                <a:defRPr/>
              </a:pPr>
              <a:t>‹#›</a:t>
            </a:fld>
            <a:endParaRPr lang="zh-CN" altLang="en-US"/>
          </a:p>
        </p:txBody>
      </p:sp>
    </p:spTree>
    <p:extLst>
      <p:ext uri="{BB962C8B-B14F-4D97-AF65-F5344CB8AC3E}">
        <p14:creationId xmlns:p14="http://schemas.microsoft.com/office/powerpoint/2010/main" val="356613403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623888" y="4589463"/>
            <a:ext cx="78867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3377DCC0-2397-46C3-81CC-4C83BDE520BF}"/>
              </a:ext>
            </a:extLst>
          </p:cNvPr>
          <p:cNvSpPr>
            <a:spLocks noGrp="1"/>
          </p:cNvSpPr>
          <p:nvPr>
            <p:ph type="dt" sz="half" idx="10"/>
          </p:nvPr>
        </p:nvSpPr>
        <p:spPr/>
        <p:txBody>
          <a:bodyPr/>
          <a:lstStyle>
            <a:lvl1pPr>
              <a:defRPr/>
            </a:lvl1pPr>
          </a:lstStyle>
          <a:p>
            <a:pPr>
              <a:defRPr/>
            </a:pPr>
            <a:fld id="{569522F3-4E8F-46C6-809E-E2A66B821E09}" type="datetimeFigureOut">
              <a:rPr lang="zh-CN" altLang="en-US"/>
              <a:pPr>
                <a:defRPr/>
              </a:pPr>
              <a:t>2024/8/27</a:t>
            </a:fld>
            <a:endParaRPr lang="zh-CN" altLang="en-US"/>
          </a:p>
        </p:txBody>
      </p:sp>
      <p:sp>
        <p:nvSpPr>
          <p:cNvPr id="5" name="页脚占位符 4">
            <a:extLst>
              <a:ext uri="{FF2B5EF4-FFF2-40B4-BE49-F238E27FC236}">
                <a16:creationId xmlns:a16="http://schemas.microsoft.com/office/drawing/2014/main" id="{85115C91-F4BE-46A0-8D29-9165C0C40C70}"/>
              </a:ext>
            </a:extLst>
          </p:cNvPr>
          <p:cNvSpPr>
            <a:spLocks noGrp="1"/>
          </p:cNvSpPr>
          <p:nvPr>
            <p:ph type="ftr" sz="quarter" idx="11"/>
          </p:nvPr>
        </p:nvSpPr>
        <p:spPr/>
        <p:txBody>
          <a:bodyPr/>
          <a:lstStyle>
            <a:lvl1pPr>
              <a:defRPr/>
            </a:lvl1pPr>
          </a:lstStyle>
          <a:p>
            <a:pPr>
              <a:defRPr/>
            </a:pPr>
            <a:endParaRPr lang="zh-CN" altLang="en-US"/>
          </a:p>
        </p:txBody>
      </p:sp>
      <p:sp>
        <p:nvSpPr>
          <p:cNvPr id="6" name="灯片编号占位符 5">
            <a:extLst>
              <a:ext uri="{FF2B5EF4-FFF2-40B4-BE49-F238E27FC236}">
                <a16:creationId xmlns:a16="http://schemas.microsoft.com/office/drawing/2014/main" id="{628ADCED-787C-41B1-9819-99349E5413AD}"/>
              </a:ext>
            </a:extLst>
          </p:cNvPr>
          <p:cNvSpPr>
            <a:spLocks noGrp="1"/>
          </p:cNvSpPr>
          <p:nvPr>
            <p:ph type="sldNum" sz="quarter" idx="12"/>
          </p:nvPr>
        </p:nvSpPr>
        <p:spPr/>
        <p:txBody>
          <a:bodyPr/>
          <a:lstStyle>
            <a:lvl1pPr>
              <a:defRPr/>
            </a:lvl1pPr>
          </a:lstStyle>
          <a:p>
            <a:pPr>
              <a:defRPr/>
            </a:pPr>
            <a:fld id="{AE36448D-9006-43B5-A3D0-A5356A070ECE}" type="slidenum">
              <a:rPr lang="zh-CN" altLang="en-US"/>
              <a:pPr>
                <a:defRPr/>
              </a:pPr>
              <a:t>‹#›</a:t>
            </a:fld>
            <a:endParaRPr lang="zh-CN" altLang="en-US"/>
          </a:p>
        </p:txBody>
      </p:sp>
    </p:spTree>
    <p:extLst>
      <p:ext uri="{BB962C8B-B14F-4D97-AF65-F5344CB8AC3E}">
        <p14:creationId xmlns:p14="http://schemas.microsoft.com/office/powerpoint/2010/main" val="160074984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28650" y="1825625"/>
            <a:ext cx="386715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p:cNvSpPr>
            <a:spLocks noGrp="1"/>
          </p:cNvSpPr>
          <p:nvPr>
            <p:ph sz="half" idx="2"/>
          </p:nvPr>
        </p:nvSpPr>
        <p:spPr>
          <a:xfrm>
            <a:off x="4648200" y="1825625"/>
            <a:ext cx="386715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3">
            <a:extLst>
              <a:ext uri="{FF2B5EF4-FFF2-40B4-BE49-F238E27FC236}">
                <a16:creationId xmlns:a16="http://schemas.microsoft.com/office/drawing/2014/main" id="{CA7C9172-E754-46B3-9862-027CD6CBAF52}"/>
              </a:ext>
            </a:extLst>
          </p:cNvPr>
          <p:cNvSpPr>
            <a:spLocks noGrp="1"/>
          </p:cNvSpPr>
          <p:nvPr>
            <p:ph type="dt" sz="half" idx="10"/>
          </p:nvPr>
        </p:nvSpPr>
        <p:spPr/>
        <p:txBody>
          <a:bodyPr/>
          <a:lstStyle>
            <a:lvl1pPr>
              <a:defRPr/>
            </a:lvl1pPr>
          </a:lstStyle>
          <a:p>
            <a:pPr>
              <a:defRPr/>
            </a:pPr>
            <a:fld id="{569522F3-4E8F-46C6-809E-E2A66B821E09}" type="datetimeFigureOut">
              <a:rPr lang="zh-CN" altLang="en-US"/>
              <a:pPr>
                <a:defRPr/>
              </a:pPr>
              <a:t>2024/8/27</a:t>
            </a:fld>
            <a:endParaRPr lang="zh-CN" altLang="en-US"/>
          </a:p>
        </p:txBody>
      </p:sp>
      <p:sp>
        <p:nvSpPr>
          <p:cNvPr id="6" name="页脚占位符 4">
            <a:extLst>
              <a:ext uri="{FF2B5EF4-FFF2-40B4-BE49-F238E27FC236}">
                <a16:creationId xmlns:a16="http://schemas.microsoft.com/office/drawing/2014/main" id="{6CF5896A-7A40-4D87-A83C-172336D22044}"/>
              </a:ext>
            </a:extLst>
          </p:cNvPr>
          <p:cNvSpPr>
            <a:spLocks noGrp="1"/>
          </p:cNvSpPr>
          <p:nvPr>
            <p:ph type="ftr" sz="quarter" idx="11"/>
          </p:nvPr>
        </p:nvSpPr>
        <p:spPr/>
        <p:txBody>
          <a:bodyPr/>
          <a:lstStyle>
            <a:lvl1pPr>
              <a:defRPr/>
            </a:lvl1pPr>
          </a:lstStyle>
          <a:p>
            <a:pPr>
              <a:defRPr/>
            </a:pPr>
            <a:endParaRPr lang="zh-CN" altLang="en-US"/>
          </a:p>
        </p:txBody>
      </p:sp>
      <p:sp>
        <p:nvSpPr>
          <p:cNvPr id="7" name="灯片编号占位符 5">
            <a:extLst>
              <a:ext uri="{FF2B5EF4-FFF2-40B4-BE49-F238E27FC236}">
                <a16:creationId xmlns:a16="http://schemas.microsoft.com/office/drawing/2014/main" id="{74E7C822-A520-4673-86FC-4FF954DFE46C}"/>
              </a:ext>
            </a:extLst>
          </p:cNvPr>
          <p:cNvSpPr>
            <a:spLocks noGrp="1"/>
          </p:cNvSpPr>
          <p:nvPr>
            <p:ph type="sldNum" sz="quarter" idx="12"/>
          </p:nvPr>
        </p:nvSpPr>
        <p:spPr/>
        <p:txBody>
          <a:bodyPr/>
          <a:lstStyle>
            <a:lvl1pPr>
              <a:defRPr/>
            </a:lvl1pPr>
          </a:lstStyle>
          <a:p>
            <a:pPr>
              <a:defRPr/>
            </a:pPr>
            <a:fld id="{53BA27EC-D108-4FB0-82DA-68AC0A38782F}" type="slidenum">
              <a:rPr lang="zh-CN" altLang="en-US"/>
              <a:pPr>
                <a:defRPr/>
              </a:pPr>
              <a:t>‹#›</a:t>
            </a:fld>
            <a:endParaRPr lang="zh-CN" altLang="en-US"/>
          </a:p>
        </p:txBody>
      </p:sp>
    </p:spTree>
    <p:extLst>
      <p:ext uri="{BB962C8B-B14F-4D97-AF65-F5344CB8AC3E}">
        <p14:creationId xmlns:p14="http://schemas.microsoft.com/office/powerpoint/2010/main" val="183423131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30238" y="365125"/>
            <a:ext cx="7886700" cy="1325563"/>
          </a:xfrm>
        </p:spPr>
        <p:txBody>
          <a:bodyPr/>
          <a:lstStyle/>
          <a:p>
            <a:r>
              <a:rPr lang="zh-CN" altLang="en-US"/>
              <a:t>单击此处编辑母版标题样式</a:t>
            </a:r>
          </a:p>
        </p:txBody>
      </p:sp>
      <p:sp>
        <p:nvSpPr>
          <p:cNvPr id="3" name="文本占位符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30238" y="2505075"/>
            <a:ext cx="386873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29150" y="2505075"/>
            <a:ext cx="38877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3">
            <a:extLst>
              <a:ext uri="{FF2B5EF4-FFF2-40B4-BE49-F238E27FC236}">
                <a16:creationId xmlns:a16="http://schemas.microsoft.com/office/drawing/2014/main" id="{76DAB10C-6B6B-41DC-87B8-E0EC684B48EF}"/>
              </a:ext>
            </a:extLst>
          </p:cNvPr>
          <p:cNvSpPr>
            <a:spLocks noGrp="1"/>
          </p:cNvSpPr>
          <p:nvPr>
            <p:ph type="dt" sz="half" idx="10"/>
          </p:nvPr>
        </p:nvSpPr>
        <p:spPr/>
        <p:txBody>
          <a:bodyPr/>
          <a:lstStyle>
            <a:lvl1pPr>
              <a:defRPr/>
            </a:lvl1pPr>
          </a:lstStyle>
          <a:p>
            <a:pPr>
              <a:defRPr/>
            </a:pPr>
            <a:fld id="{569522F3-4E8F-46C6-809E-E2A66B821E09}" type="datetimeFigureOut">
              <a:rPr lang="zh-CN" altLang="en-US"/>
              <a:pPr>
                <a:defRPr/>
              </a:pPr>
              <a:t>2024/8/27</a:t>
            </a:fld>
            <a:endParaRPr lang="zh-CN" altLang="en-US"/>
          </a:p>
        </p:txBody>
      </p:sp>
      <p:sp>
        <p:nvSpPr>
          <p:cNvPr id="8" name="页脚占位符 4">
            <a:extLst>
              <a:ext uri="{FF2B5EF4-FFF2-40B4-BE49-F238E27FC236}">
                <a16:creationId xmlns:a16="http://schemas.microsoft.com/office/drawing/2014/main" id="{4ACDF288-E0D7-449D-BE80-342AAD48DEC5}"/>
              </a:ext>
            </a:extLst>
          </p:cNvPr>
          <p:cNvSpPr>
            <a:spLocks noGrp="1"/>
          </p:cNvSpPr>
          <p:nvPr>
            <p:ph type="ftr" sz="quarter" idx="11"/>
          </p:nvPr>
        </p:nvSpPr>
        <p:spPr/>
        <p:txBody>
          <a:bodyPr/>
          <a:lstStyle>
            <a:lvl1pPr>
              <a:defRPr/>
            </a:lvl1pPr>
          </a:lstStyle>
          <a:p>
            <a:pPr>
              <a:defRPr/>
            </a:pPr>
            <a:endParaRPr lang="zh-CN" altLang="en-US"/>
          </a:p>
        </p:txBody>
      </p:sp>
      <p:sp>
        <p:nvSpPr>
          <p:cNvPr id="9" name="灯片编号占位符 5">
            <a:extLst>
              <a:ext uri="{FF2B5EF4-FFF2-40B4-BE49-F238E27FC236}">
                <a16:creationId xmlns:a16="http://schemas.microsoft.com/office/drawing/2014/main" id="{209A8A68-13BC-4A82-96AD-3F8A86B59BF2}"/>
              </a:ext>
            </a:extLst>
          </p:cNvPr>
          <p:cNvSpPr>
            <a:spLocks noGrp="1"/>
          </p:cNvSpPr>
          <p:nvPr>
            <p:ph type="sldNum" sz="quarter" idx="12"/>
          </p:nvPr>
        </p:nvSpPr>
        <p:spPr/>
        <p:txBody>
          <a:bodyPr/>
          <a:lstStyle>
            <a:lvl1pPr>
              <a:defRPr/>
            </a:lvl1pPr>
          </a:lstStyle>
          <a:p>
            <a:pPr>
              <a:defRPr/>
            </a:pPr>
            <a:fld id="{10856861-FF12-48EA-A19C-676DD159F9D2}" type="slidenum">
              <a:rPr lang="zh-CN" altLang="en-US"/>
              <a:pPr>
                <a:defRPr/>
              </a:pPr>
              <a:t>‹#›</a:t>
            </a:fld>
            <a:endParaRPr lang="zh-CN" altLang="en-US"/>
          </a:p>
        </p:txBody>
      </p:sp>
    </p:spTree>
    <p:extLst>
      <p:ext uri="{BB962C8B-B14F-4D97-AF65-F5344CB8AC3E}">
        <p14:creationId xmlns:p14="http://schemas.microsoft.com/office/powerpoint/2010/main" val="37655091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3">
            <a:extLst>
              <a:ext uri="{FF2B5EF4-FFF2-40B4-BE49-F238E27FC236}">
                <a16:creationId xmlns:a16="http://schemas.microsoft.com/office/drawing/2014/main" id="{00389697-5FB3-496E-AA61-6C01BA5B1B60}"/>
              </a:ext>
            </a:extLst>
          </p:cNvPr>
          <p:cNvSpPr>
            <a:spLocks noGrp="1"/>
          </p:cNvSpPr>
          <p:nvPr>
            <p:ph type="dt" sz="half" idx="10"/>
          </p:nvPr>
        </p:nvSpPr>
        <p:spPr/>
        <p:txBody>
          <a:bodyPr/>
          <a:lstStyle>
            <a:lvl1pPr>
              <a:defRPr/>
            </a:lvl1pPr>
          </a:lstStyle>
          <a:p>
            <a:pPr>
              <a:defRPr/>
            </a:pPr>
            <a:fld id="{569522F3-4E8F-46C6-809E-E2A66B821E09}" type="datetimeFigureOut">
              <a:rPr lang="zh-CN" altLang="en-US"/>
              <a:pPr>
                <a:defRPr/>
              </a:pPr>
              <a:t>2024/8/27</a:t>
            </a:fld>
            <a:endParaRPr lang="zh-CN" altLang="en-US"/>
          </a:p>
        </p:txBody>
      </p:sp>
      <p:sp>
        <p:nvSpPr>
          <p:cNvPr id="4" name="页脚占位符 4">
            <a:extLst>
              <a:ext uri="{FF2B5EF4-FFF2-40B4-BE49-F238E27FC236}">
                <a16:creationId xmlns:a16="http://schemas.microsoft.com/office/drawing/2014/main" id="{0605EFCB-3CD5-4190-BB78-0F90DE36844D}"/>
              </a:ext>
            </a:extLst>
          </p:cNvPr>
          <p:cNvSpPr>
            <a:spLocks noGrp="1"/>
          </p:cNvSpPr>
          <p:nvPr>
            <p:ph type="ftr" sz="quarter" idx="11"/>
          </p:nvPr>
        </p:nvSpPr>
        <p:spPr/>
        <p:txBody>
          <a:bodyPr/>
          <a:lstStyle>
            <a:lvl1pPr>
              <a:defRPr/>
            </a:lvl1pPr>
          </a:lstStyle>
          <a:p>
            <a:pPr>
              <a:defRPr/>
            </a:pPr>
            <a:endParaRPr lang="zh-CN" altLang="en-US"/>
          </a:p>
        </p:txBody>
      </p:sp>
      <p:sp>
        <p:nvSpPr>
          <p:cNvPr id="5" name="灯片编号占位符 5">
            <a:extLst>
              <a:ext uri="{FF2B5EF4-FFF2-40B4-BE49-F238E27FC236}">
                <a16:creationId xmlns:a16="http://schemas.microsoft.com/office/drawing/2014/main" id="{D0437A9D-921D-4043-B26E-BAF99C6D6FD3}"/>
              </a:ext>
            </a:extLst>
          </p:cNvPr>
          <p:cNvSpPr>
            <a:spLocks noGrp="1"/>
          </p:cNvSpPr>
          <p:nvPr>
            <p:ph type="sldNum" sz="quarter" idx="12"/>
          </p:nvPr>
        </p:nvSpPr>
        <p:spPr/>
        <p:txBody>
          <a:bodyPr/>
          <a:lstStyle>
            <a:lvl1pPr>
              <a:defRPr/>
            </a:lvl1pPr>
          </a:lstStyle>
          <a:p>
            <a:pPr>
              <a:defRPr/>
            </a:pPr>
            <a:fld id="{844F80E0-400C-499B-A427-98DB4A7BA1C7}" type="slidenum">
              <a:rPr lang="zh-CN" altLang="en-US"/>
              <a:pPr>
                <a:defRPr/>
              </a:pPr>
              <a:t>‹#›</a:t>
            </a:fld>
            <a:endParaRPr lang="zh-CN" altLang="en-US"/>
          </a:p>
        </p:txBody>
      </p:sp>
    </p:spTree>
    <p:extLst>
      <p:ext uri="{BB962C8B-B14F-4D97-AF65-F5344CB8AC3E}">
        <p14:creationId xmlns:p14="http://schemas.microsoft.com/office/powerpoint/2010/main" val="83394731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a:extLst>
              <a:ext uri="{FF2B5EF4-FFF2-40B4-BE49-F238E27FC236}">
                <a16:creationId xmlns:a16="http://schemas.microsoft.com/office/drawing/2014/main" id="{85D7DCE3-2289-433C-BD8E-8FE5967736F3}"/>
              </a:ext>
            </a:extLst>
          </p:cNvPr>
          <p:cNvSpPr>
            <a:spLocks noGrp="1"/>
          </p:cNvSpPr>
          <p:nvPr>
            <p:ph type="dt" sz="half" idx="10"/>
          </p:nvPr>
        </p:nvSpPr>
        <p:spPr/>
        <p:txBody>
          <a:bodyPr/>
          <a:lstStyle>
            <a:lvl1pPr>
              <a:defRPr/>
            </a:lvl1pPr>
          </a:lstStyle>
          <a:p>
            <a:pPr>
              <a:defRPr/>
            </a:pPr>
            <a:fld id="{569522F3-4E8F-46C6-809E-E2A66B821E09}" type="datetimeFigureOut">
              <a:rPr lang="zh-CN" altLang="en-US"/>
              <a:pPr>
                <a:defRPr/>
              </a:pPr>
              <a:t>2024/8/27</a:t>
            </a:fld>
            <a:endParaRPr lang="zh-CN" altLang="en-US"/>
          </a:p>
        </p:txBody>
      </p:sp>
      <p:sp>
        <p:nvSpPr>
          <p:cNvPr id="3" name="页脚占位符 4">
            <a:extLst>
              <a:ext uri="{FF2B5EF4-FFF2-40B4-BE49-F238E27FC236}">
                <a16:creationId xmlns:a16="http://schemas.microsoft.com/office/drawing/2014/main" id="{199B300C-79F4-46F2-992F-200EDC7A71F7}"/>
              </a:ext>
            </a:extLst>
          </p:cNvPr>
          <p:cNvSpPr>
            <a:spLocks noGrp="1"/>
          </p:cNvSpPr>
          <p:nvPr>
            <p:ph type="ftr" sz="quarter" idx="11"/>
          </p:nvPr>
        </p:nvSpPr>
        <p:spPr/>
        <p:txBody>
          <a:bodyPr/>
          <a:lstStyle>
            <a:lvl1pPr>
              <a:defRPr/>
            </a:lvl1pPr>
          </a:lstStyle>
          <a:p>
            <a:pPr>
              <a:defRPr/>
            </a:pPr>
            <a:endParaRPr lang="zh-CN" altLang="en-US"/>
          </a:p>
        </p:txBody>
      </p:sp>
      <p:sp>
        <p:nvSpPr>
          <p:cNvPr id="4" name="灯片编号占位符 5">
            <a:extLst>
              <a:ext uri="{FF2B5EF4-FFF2-40B4-BE49-F238E27FC236}">
                <a16:creationId xmlns:a16="http://schemas.microsoft.com/office/drawing/2014/main" id="{C3F90469-0D83-4E9F-912E-7196E7EA13D1}"/>
              </a:ext>
            </a:extLst>
          </p:cNvPr>
          <p:cNvSpPr>
            <a:spLocks noGrp="1"/>
          </p:cNvSpPr>
          <p:nvPr>
            <p:ph type="sldNum" sz="quarter" idx="12"/>
          </p:nvPr>
        </p:nvSpPr>
        <p:spPr/>
        <p:txBody>
          <a:bodyPr/>
          <a:lstStyle>
            <a:lvl1pPr>
              <a:defRPr/>
            </a:lvl1pPr>
          </a:lstStyle>
          <a:p>
            <a:pPr>
              <a:defRPr/>
            </a:pPr>
            <a:fld id="{98A9AD10-3D4B-4D13-B801-58E3E5240C74}" type="slidenum">
              <a:rPr lang="zh-CN" altLang="en-US"/>
              <a:pPr>
                <a:defRPr/>
              </a:pPr>
              <a:t>‹#›</a:t>
            </a:fld>
            <a:endParaRPr lang="zh-CN" altLang="en-US"/>
          </a:p>
        </p:txBody>
      </p:sp>
    </p:spTree>
    <p:extLst>
      <p:ext uri="{BB962C8B-B14F-4D97-AF65-F5344CB8AC3E}">
        <p14:creationId xmlns:p14="http://schemas.microsoft.com/office/powerpoint/2010/main" val="412135738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3">
            <a:extLst>
              <a:ext uri="{FF2B5EF4-FFF2-40B4-BE49-F238E27FC236}">
                <a16:creationId xmlns:a16="http://schemas.microsoft.com/office/drawing/2014/main" id="{45D111E9-B7E2-49A0-AE3F-E675B023EC17}"/>
              </a:ext>
            </a:extLst>
          </p:cNvPr>
          <p:cNvSpPr>
            <a:spLocks noGrp="1"/>
          </p:cNvSpPr>
          <p:nvPr>
            <p:ph type="dt" sz="half" idx="10"/>
          </p:nvPr>
        </p:nvSpPr>
        <p:spPr/>
        <p:txBody>
          <a:bodyPr/>
          <a:lstStyle>
            <a:lvl1pPr>
              <a:defRPr/>
            </a:lvl1pPr>
          </a:lstStyle>
          <a:p>
            <a:pPr>
              <a:defRPr/>
            </a:pPr>
            <a:fld id="{569522F3-4E8F-46C6-809E-E2A66B821E09}" type="datetimeFigureOut">
              <a:rPr lang="zh-CN" altLang="en-US"/>
              <a:pPr>
                <a:defRPr/>
              </a:pPr>
              <a:t>2024/8/27</a:t>
            </a:fld>
            <a:endParaRPr lang="zh-CN" altLang="en-US"/>
          </a:p>
        </p:txBody>
      </p:sp>
      <p:sp>
        <p:nvSpPr>
          <p:cNvPr id="6" name="页脚占位符 4">
            <a:extLst>
              <a:ext uri="{FF2B5EF4-FFF2-40B4-BE49-F238E27FC236}">
                <a16:creationId xmlns:a16="http://schemas.microsoft.com/office/drawing/2014/main" id="{4CA9B249-3677-4487-8A03-60E048D38C0A}"/>
              </a:ext>
            </a:extLst>
          </p:cNvPr>
          <p:cNvSpPr>
            <a:spLocks noGrp="1"/>
          </p:cNvSpPr>
          <p:nvPr>
            <p:ph type="ftr" sz="quarter" idx="11"/>
          </p:nvPr>
        </p:nvSpPr>
        <p:spPr/>
        <p:txBody>
          <a:bodyPr/>
          <a:lstStyle>
            <a:lvl1pPr>
              <a:defRPr/>
            </a:lvl1pPr>
          </a:lstStyle>
          <a:p>
            <a:pPr>
              <a:defRPr/>
            </a:pPr>
            <a:endParaRPr lang="zh-CN" altLang="en-US"/>
          </a:p>
        </p:txBody>
      </p:sp>
      <p:sp>
        <p:nvSpPr>
          <p:cNvPr id="7" name="灯片编号占位符 5">
            <a:extLst>
              <a:ext uri="{FF2B5EF4-FFF2-40B4-BE49-F238E27FC236}">
                <a16:creationId xmlns:a16="http://schemas.microsoft.com/office/drawing/2014/main" id="{D133748C-044C-4671-A451-818B6526AAD2}"/>
              </a:ext>
            </a:extLst>
          </p:cNvPr>
          <p:cNvSpPr>
            <a:spLocks noGrp="1"/>
          </p:cNvSpPr>
          <p:nvPr>
            <p:ph type="sldNum" sz="quarter" idx="12"/>
          </p:nvPr>
        </p:nvSpPr>
        <p:spPr/>
        <p:txBody>
          <a:bodyPr/>
          <a:lstStyle>
            <a:lvl1pPr>
              <a:defRPr/>
            </a:lvl1pPr>
          </a:lstStyle>
          <a:p>
            <a:pPr>
              <a:defRPr/>
            </a:pPr>
            <a:fld id="{B6C3BF1C-49AD-465B-B394-F465E1932659}" type="slidenum">
              <a:rPr lang="zh-CN" altLang="en-US"/>
              <a:pPr>
                <a:defRPr/>
              </a:pPr>
              <a:t>‹#›</a:t>
            </a:fld>
            <a:endParaRPr lang="zh-CN" altLang="en-US"/>
          </a:p>
        </p:txBody>
      </p:sp>
    </p:spTree>
    <p:extLst>
      <p:ext uri="{BB962C8B-B14F-4D97-AF65-F5344CB8AC3E}">
        <p14:creationId xmlns:p14="http://schemas.microsoft.com/office/powerpoint/2010/main" val="417578190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3887788" y="987425"/>
            <a:ext cx="4629150" cy="4873625"/>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3">
            <a:extLst>
              <a:ext uri="{FF2B5EF4-FFF2-40B4-BE49-F238E27FC236}">
                <a16:creationId xmlns:a16="http://schemas.microsoft.com/office/drawing/2014/main" id="{5FF20DEE-CF98-4A87-94F5-F9D2693EC7BF}"/>
              </a:ext>
            </a:extLst>
          </p:cNvPr>
          <p:cNvSpPr>
            <a:spLocks noGrp="1"/>
          </p:cNvSpPr>
          <p:nvPr>
            <p:ph type="dt" sz="half" idx="10"/>
          </p:nvPr>
        </p:nvSpPr>
        <p:spPr/>
        <p:txBody>
          <a:bodyPr/>
          <a:lstStyle>
            <a:lvl1pPr>
              <a:defRPr/>
            </a:lvl1pPr>
          </a:lstStyle>
          <a:p>
            <a:pPr>
              <a:defRPr/>
            </a:pPr>
            <a:fld id="{569522F3-4E8F-46C6-809E-E2A66B821E09}" type="datetimeFigureOut">
              <a:rPr lang="zh-CN" altLang="en-US"/>
              <a:pPr>
                <a:defRPr/>
              </a:pPr>
              <a:t>2024/8/27</a:t>
            </a:fld>
            <a:endParaRPr lang="zh-CN" altLang="en-US"/>
          </a:p>
        </p:txBody>
      </p:sp>
      <p:sp>
        <p:nvSpPr>
          <p:cNvPr id="6" name="页脚占位符 4">
            <a:extLst>
              <a:ext uri="{FF2B5EF4-FFF2-40B4-BE49-F238E27FC236}">
                <a16:creationId xmlns:a16="http://schemas.microsoft.com/office/drawing/2014/main" id="{87899822-5070-4369-AA3C-BEE42237BF24}"/>
              </a:ext>
            </a:extLst>
          </p:cNvPr>
          <p:cNvSpPr>
            <a:spLocks noGrp="1"/>
          </p:cNvSpPr>
          <p:nvPr>
            <p:ph type="ftr" sz="quarter" idx="11"/>
          </p:nvPr>
        </p:nvSpPr>
        <p:spPr/>
        <p:txBody>
          <a:bodyPr/>
          <a:lstStyle>
            <a:lvl1pPr>
              <a:defRPr/>
            </a:lvl1pPr>
          </a:lstStyle>
          <a:p>
            <a:pPr>
              <a:defRPr/>
            </a:pPr>
            <a:endParaRPr lang="zh-CN" altLang="en-US"/>
          </a:p>
        </p:txBody>
      </p:sp>
      <p:sp>
        <p:nvSpPr>
          <p:cNvPr id="7" name="灯片编号占位符 5">
            <a:extLst>
              <a:ext uri="{FF2B5EF4-FFF2-40B4-BE49-F238E27FC236}">
                <a16:creationId xmlns:a16="http://schemas.microsoft.com/office/drawing/2014/main" id="{4EA37F12-F519-4F34-9C62-1D0BA1C4BC09}"/>
              </a:ext>
            </a:extLst>
          </p:cNvPr>
          <p:cNvSpPr>
            <a:spLocks noGrp="1"/>
          </p:cNvSpPr>
          <p:nvPr>
            <p:ph type="sldNum" sz="quarter" idx="12"/>
          </p:nvPr>
        </p:nvSpPr>
        <p:spPr/>
        <p:txBody>
          <a:bodyPr/>
          <a:lstStyle>
            <a:lvl1pPr>
              <a:defRPr/>
            </a:lvl1pPr>
          </a:lstStyle>
          <a:p>
            <a:pPr>
              <a:defRPr/>
            </a:pPr>
            <a:fld id="{4ACF7598-3DFE-45FD-A427-1CB8AA817E3D}" type="slidenum">
              <a:rPr lang="zh-CN" altLang="en-US"/>
              <a:pPr>
                <a:defRPr/>
              </a:pPr>
              <a:t>‹#›</a:t>
            </a:fld>
            <a:endParaRPr lang="zh-CN" altLang="en-US"/>
          </a:p>
        </p:txBody>
      </p:sp>
    </p:spTree>
    <p:extLst>
      <p:ext uri="{BB962C8B-B14F-4D97-AF65-F5344CB8AC3E}">
        <p14:creationId xmlns:p14="http://schemas.microsoft.com/office/powerpoint/2010/main" val="142740793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5B8E2355-638B-4FF3-94E1-962889102FEF}"/>
              </a:ext>
            </a:extLst>
          </p:cNvPr>
          <p:cNvSpPr>
            <a:spLocks noGrp="1"/>
          </p:cNvSpPr>
          <p:nvPr>
            <p:ph type="dt" sz="half" idx="10"/>
          </p:nvPr>
        </p:nvSpPr>
        <p:spPr/>
        <p:txBody>
          <a:bodyPr/>
          <a:lstStyle>
            <a:lvl1pPr>
              <a:defRPr/>
            </a:lvl1pPr>
          </a:lstStyle>
          <a:p>
            <a:pPr>
              <a:defRPr/>
            </a:pPr>
            <a:fld id="{569522F3-4E8F-46C6-809E-E2A66B821E09}" type="datetimeFigureOut">
              <a:rPr lang="zh-CN" altLang="en-US"/>
              <a:pPr>
                <a:defRPr/>
              </a:pPr>
              <a:t>2024/8/27</a:t>
            </a:fld>
            <a:endParaRPr lang="zh-CN" altLang="en-US"/>
          </a:p>
        </p:txBody>
      </p:sp>
      <p:sp>
        <p:nvSpPr>
          <p:cNvPr id="5" name="页脚占位符 4">
            <a:extLst>
              <a:ext uri="{FF2B5EF4-FFF2-40B4-BE49-F238E27FC236}">
                <a16:creationId xmlns:a16="http://schemas.microsoft.com/office/drawing/2014/main" id="{B850D44C-D1E2-400D-B7FF-DBAF130A43F0}"/>
              </a:ext>
            </a:extLst>
          </p:cNvPr>
          <p:cNvSpPr>
            <a:spLocks noGrp="1"/>
          </p:cNvSpPr>
          <p:nvPr>
            <p:ph type="ftr" sz="quarter" idx="11"/>
          </p:nvPr>
        </p:nvSpPr>
        <p:spPr/>
        <p:txBody>
          <a:bodyPr/>
          <a:lstStyle>
            <a:lvl1pPr>
              <a:defRPr/>
            </a:lvl1pPr>
          </a:lstStyle>
          <a:p>
            <a:pPr>
              <a:defRPr/>
            </a:pPr>
            <a:endParaRPr lang="zh-CN" altLang="en-US"/>
          </a:p>
        </p:txBody>
      </p:sp>
      <p:sp>
        <p:nvSpPr>
          <p:cNvPr id="6" name="灯片编号占位符 5">
            <a:extLst>
              <a:ext uri="{FF2B5EF4-FFF2-40B4-BE49-F238E27FC236}">
                <a16:creationId xmlns:a16="http://schemas.microsoft.com/office/drawing/2014/main" id="{F3921039-F1A5-474F-8774-C13F5626C470}"/>
              </a:ext>
            </a:extLst>
          </p:cNvPr>
          <p:cNvSpPr>
            <a:spLocks noGrp="1"/>
          </p:cNvSpPr>
          <p:nvPr>
            <p:ph type="sldNum" sz="quarter" idx="12"/>
          </p:nvPr>
        </p:nvSpPr>
        <p:spPr/>
        <p:txBody>
          <a:bodyPr/>
          <a:lstStyle>
            <a:lvl1pPr>
              <a:defRPr/>
            </a:lvl1pPr>
          </a:lstStyle>
          <a:p>
            <a:pPr>
              <a:defRPr/>
            </a:pPr>
            <a:fld id="{D7B7429E-E955-441D-991C-C9295A2D7225}" type="slidenum">
              <a:rPr lang="zh-CN" altLang="en-US"/>
              <a:pPr>
                <a:defRPr/>
              </a:pPr>
              <a:t>‹#›</a:t>
            </a:fld>
            <a:endParaRPr lang="zh-CN" altLang="en-US"/>
          </a:p>
        </p:txBody>
      </p:sp>
    </p:spTree>
    <p:extLst>
      <p:ext uri="{BB962C8B-B14F-4D97-AF65-F5344CB8AC3E}">
        <p14:creationId xmlns:p14="http://schemas.microsoft.com/office/powerpoint/2010/main" val="240109238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43675" y="365125"/>
            <a:ext cx="1971675"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28650" y="365125"/>
            <a:ext cx="5762625"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BA2D3E4C-4F3F-435F-9CAA-3562E5166A99}"/>
              </a:ext>
            </a:extLst>
          </p:cNvPr>
          <p:cNvSpPr>
            <a:spLocks noGrp="1"/>
          </p:cNvSpPr>
          <p:nvPr>
            <p:ph type="dt" sz="half" idx="10"/>
          </p:nvPr>
        </p:nvSpPr>
        <p:spPr/>
        <p:txBody>
          <a:bodyPr/>
          <a:lstStyle>
            <a:lvl1pPr>
              <a:defRPr/>
            </a:lvl1pPr>
          </a:lstStyle>
          <a:p>
            <a:pPr>
              <a:defRPr/>
            </a:pPr>
            <a:fld id="{569522F3-4E8F-46C6-809E-E2A66B821E09}" type="datetimeFigureOut">
              <a:rPr lang="zh-CN" altLang="en-US"/>
              <a:pPr>
                <a:defRPr/>
              </a:pPr>
              <a:t>2024/8/27</a:t>
            </a:fld>
            <a:endParaRPr lang="zh-CN" altLang="en-US"/>
          </a:p>
        </p:txBody>
      </p:sp>
      <p:sp>
        <p:nvSpPr>
          <p:cNvPr id="5" name="页脚占位符 4">
            <a:extLst>
              <a:ext uri="{FF2B5EF4-FFF2-40B4-BE49-F238E27FC236}">
                <a16:creationId xmlns:a16="http://schemas.microsoft.com/office/drawing/2014/main" id="{B0A12F98-D6B9-4892-8E78-EECC2397476F}"/>
              </a:ext>
            </a:extLst>
          </p:cNvPr>
          <p:cNvSpPr>
            <a:spLocks noGrp="1"/>
          </p:cNvSpPr>
          <p:nvPr>
            <p:ph type="ftr" sz="quarter" idx="11"/>
          </p:nvPr>
        </p:nvSpPr>
        <p:spPr/>
        <p:txBody>
          <a:bodyPr/>
          <a:lstStyle>
            <a:lvl1pPr>
              <a:defRPr/>
            </a:lvl1pPr>
          </a:lstStyle>
          <a:p>
            <a:pPr>
              <a:defRPr/>
            </a:pPr>
            <a:endParaRPr lang="zh-CN" altLang="en-US"/>
          </a:p>
        </p:txBody>
      </p:sp>
      <p:sp>
        <p:nvSpPr>
          <p:cNvPr id="6" name="灯片编号占位符 5">
            <a:extLst>
              <a:ext uri="{FF2B5EF4-FFF2-40B4-BE49-F238E27FC236}">
                <a16:creationId xmlns:a16="http://schemas.microsoft.com/office/drawing/2014/main" id="{2FF1D329-21A2-4267-9563-79DC215A231C}"/>
              </a:ext>
            </a:extLst>
          </p:cNvPr>
          <p:cNvSpPr>
            <a:spLocks noGrp="1"/>
          </p:cNvSpPr>
          <p:nvPr>
            <p:ph type="sldNum" sz="quarter" idx="12"/>
          </p:nvPr>
        </p:nvSpPr>
        <p:spPr/>
        <p:txBody>
          <a:bodyPr/>
          <a:lstStyle>
            <a:lvl1pPr>
              <a:defRPr/>
            </a:lvl1pPr>
          </a:lstStyle>
          <a:p>
            <a:pPr>
              <a:defRPr/>
            </a:pPr>
            <a:fld id="{3FD70E83-0C45-46DD-B498-CD49EC40E2F2}" type="slidenum">
              <a:rPr lang="zh-CN" altLang="en-US"/>
              <a:pPr>
                <a:defRPr/>
              </a:pPr>
              <a:t>‹#›</a:t>
            </a:fld>
            <a:endParaRPr lang="zh-CN" altLang="en-US"/>
          </a:p>
        </p:txBody>
      </p:sp>
    </p:spTree>
    <p:extLst>
      <p:ext uri="{BB962C8B-B14F-4D97-AF65-F5344CB8AC3E}">
        <p14:creationId xmlns:p14="http://schemas.microsoft.com/office/powerpoint/2010/main" val="77762096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7BDE278F-03BE-4D8C-9D85-5D41242C6FD5}"/>
              </a:ext>
            </a:extLst>
          </p:cNvPr>
          <p:cNvSpPr>
            <a:spLocks noGrp="1"/>
          </p:cNvSpPr>
          <p:nvPr>
            <p:ph type="dt" sz="half" idx="10"/>
          </p:nvPr>
        </p:nvSpPr>
        <p:spPr/>
        <p:txBody>
          <a:bodyPr/>
          <a:lstStyle>
            <a:lvl1pPr>
              <a:defRPr/>
            </a:lvl1pPr>
          </a:lstStyle>
          <a:p>
            <a:pPr>
              <a:defRPr/>
            </a:pPr>
            <a:fld id="{AA1BA76D-D034-4490-A9E2-343D9DF6B426}" type="datetimeFigureOut">
              <a:rPr lang="zh-CN" altLang="en-US"/>
              <a:pPr>
                <a:defRPr/>
              </a:pPr>
              <a:t>2024/8/27</a:t>
            </a:fld>
            <a:endParaRPr lang="zh-CN" altLang="en-US"/>
          </a:p>
        </p:txBody>
      </p:sp>
      <p:sp>
        <p:nvSpPr>
          <p:cNvPr id="5" name="页脚占位符 4">
            <a:extLst>
              <a:ext uri="{FF2B5EF4-FFF2-40B4-BE49-F238E27FC236}">
                <a16:creationId xmlns:a16="http://schemas.microsoft.com/office/drawing/2014/main" id="{36487FF3-C6F4-458D-9601-147C00ABA722}"/>
              </a:ext>
            </a:extLst>
          </p:cNvPr>
          <p:cNvSpPr>
            <a:spLocks noGrp="1"/>
          </p:cNvSpPr>
          <p:nvPr>
            <p:ph type="ftr" sz="quarter" idx="11"/>
          </p:nvPr>
        </p:nvSpPr>
        <p:spPr/>
        <p:txBody>
          <a:bodyPr/>
          <a:lstStyle>
            <a:lvl1pPr>
              <a:defRPr/>
            </a:lvl1pPr>
          </a:lstStyle>
          <a:p>
            <a:pPr>
              <a:defRPr/>
            </a:pPr>
            <a:endParaRPr lang="zh-CN" altLang="en-US"/>
          </a:p>
        </p:txBody>
      </p:sp>
      <p:sp>
        <p:nvSpPr>
          <p:cNvPr id="6" name="灯片编号占位符 5">
            <a:extLst>
              <a:ext uri="{FF2B5EF4-FFF2-40B4-BE49-F238E27FC236}">
                <a16:creationId xmlns:a16="http://schemas.microsoft.com/office/drawing/2014/main" id="{009E32A5-6DE6-42AB-85DC-44220855887B}"/>
              </a:ext>
            </a:extLst>
          </p:cNvPr>
          <p:cNvSpPr>
            <a:spLocks noGrp="1"/>
          </p:cNvSpPr>
          <p:nvPr>
            <p:ph type="sldNum" sz="quarter" idx="12"/>
          </p:nvPr>
        </p:nvSpPr>
        <p:spPr/>
        <p:txBody>
          <a:bodyPr/>
          <a:lstStyle>
            <a:lvl1pPr>
              <a:defRPr/>
            </a:lvl1pPr>
          </a:lstStyle>
          <a:p>
            <a:pPr>
              <a:defRPr/>
            </a:pPr>
            <a:fld id="{26A132D5-C2AE-468B-B1E4-0B2C01F61FE9}" type="slidenum">
              <a:rPr lang="zh-CN" altLang="en-US"/>
              <a:pPr>
                <a:defRPr/>
              </a:pPr>
              <a:t>‹#›</a:t>
            </a:fld>
            <a:endParaRPr lang="zh-CN" altLang="en-US"/>
          </a:p>
        </p:txBody>
      </p:sp>
    </p:spTree>
    <p:extLst>
      <p:ext uri="{BB962C8B-B14F-4D97-AF65-F5344CB8AC3E}">
        <p14:creationId xmlns:p14="http://schemas.microsoft.com/office/powerpoint/2010/main" val="1742530502"/>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7366D8E8-7188-465F-98B5-7DC202401696}"/>
              </a:ext>
            </a:extLst>
          </p:cNvPr>
          <p:cNvSpPr>
            <a:spLocks noGrp="1"/>
          </p:cNvSpPr>
          <p:nvPr>
            <p:ph type="dt" sz="half" idx="10"/>
          </p:nvPr>
        </p:nvSpPr>
        <p:spPr/>
        <p:txBody>
          <a:bodyPr/>
          <a:lstStyle>
            <a:lvl1pPr>
              <a:defRPr/>
            </a:lvl1pPr>
          </a:lstStyle>
          <a:p>
            <a:pPr>
              <a:defRPr/>
            </a:pPr>
            <a:fld id="{AA1BA76D-D034-4490-A9E2-343D9DF6B426}" type="datetimeFigureOut">
              <a:rPr lang="zh-CN" altLang="en-US"/>
              <a:pPr>
                <a:defRPr/>
              </a:pPr>
              <a:t>2024/8/27</a:t>
            </a:fld>
            <a:endParaRPr lang="zh-CN" altLang="en-US"/>
          </a:p>
        </p:txBody>
      </p:sp>
      <p:sp>
        <p:nvSpPr>
          <p:cNvPr id="5" name="页脚占位符 4">
            <a:extLst>
              <a:ext uri="{FF2B5EF4-FFF2-40B4-BE49-F238E27FC236}">
                <a16:creationId xmlns:a16="http://schemas.microsoft.com/office/drawing/2014/main" id="{08110A72-8C69-47F1-A644-59242129545E}"/>
              </a:ext>
            </a:extLst>
          </p:cNvPr>
          <p:cNvSpPr>
            <a:spLocks noGrp="1"/>
          </p:cNvSpPr>
          <p:nvPr>
            <p:ph type="ftr" sz="quarter" idx="11"/>
          </p:nvPr>
        </p:nvSpPr>
        <p:spPr/>
        <p:txBody>
          <a:bodyPr/>
          <a:lstStyle>
            <a:lvl1pPr>
              <a:defRPr/>
            </a:lvl1pPr>
          </a:lstStyle>
          <a:p>
            <a:pPr>
              <a:defRPr/>
            </a:pPr>
            <a:endParaRPr lang="zh-CN" altLang="en-US"/>
          </a:p>
        </p:txBody>
      </p:sp>
      <p:sp>
        <p:nvSpPr>
          <p:cNvPr id="6" name="灯片编号占位符 5">
            <a:extLst>
              <a:ext uri="{FF2B5EF4-FFF2-40B4-BE49-F238E27FC236}">
                <a16:creationId xmlns:a16="http://schemas.microsoft.com/office/drawing/2014/main" id="{51CAF5CA-ECAF-4904-ABEE-6BE6863FBA7B}"/>
              </a:ext>
            </a:extLst>
          </p:cNvPr>
          <p:cNvSpPr>
            <a:spLocks noGrp="1"/>
          </p:cNvSpPr>
          <p:nvPr>
            <p:ph type="sldNum" sz="quarter" idx="12"/>
          </p:nvPr>
        </p:nvSpPr>
        <p:spPr/>
        <p:txBody>
          <a:bodyPr/>
          <a:lstStyle>
            <a:lvl1pPr>
              <a:defRPr/>
            </a:lvl1pPr>
          </a:lstStyle>
          <a:p>
            <a:pPr>
              <a:defRPr/>
            </a:pPr>
            <a:fld id="{9CDD9E8D-F988-4B62-8448-EB7931818387}" type="slidenum">
              <a:rPr lang="zh-CN" altLang="en-US"/>
              <a:pPr>
                <a:defRPr/>
              </a:pPr>
              <a:t>‹#›</a:t>
            </a:fld>
            <a:endParaRPr lang="zh-CN" altLang="en-US"/>
          </a:p>
        </p:txBody>
      </p:sp>
    </p:spTree>
    <p:extLst>
      <p:ext uri="{BB962C8B-B14F-4D97-AF65-F5344CB8AC3E}">
        <p14:creationId xmlns:p14="http://schemas.microsoft.com/office/powerpoint/2010/main" val="397399794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623888" y="4589463"/>
            <a:ext cx="78867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62B15ADC-3184-4730-893D-EEA9C209D3C4}"/>
              </a:ext>
            </a:extLst>
          </p:cNvPr>
          <p:cNvSpPr>
            <a:spLocks noGrp="1"/>
          </p:cNvSpPr>
          <p:nvPr>
            <p:ph type="dt" sz="half" idx="10"/>
          </p:nvPr>
        </p:nvSpPr>
        <p:spPr/>
        <p:txBody>
          <a:bodyPr/>
          <a:lstStyle>
            <a:lvl1pPr>
              <a:defRPr/>
            </a:lvl1pPr>
          </a:lstStyle>
          <a:p>
            <a:pPr>
              <a:defRPr/>
            </a:pPr>
            <a:fld id="{AA1BA76D-D034-4490-A9E2-343D9DF6B426}" type="datetimeFigureOut">
              <a:rPr lang="zh-CN" altLang="en-US"/>
              <a:pPr>
                <a:defRPr/>
              </a:pPr>
              <a:t>2024/8/27</a:t>
            </a:fld>
            <a:endParaRPr lang="zh-CN" altLang="en-US"/>
          </a:p>
        </p:txBody>
      </p:sp>
      <p:sp>
        <p:nvSpPr>
          <p:cNvPr id="5" name="页脚占位符 4">
            <a:extLst>
              <a:ext uri="{FF2B5EF4-FFF2-40B4-BE49-F238E27FC236}">
                <a16:creationId xmlns:a16="http://schemas.microsoft.com/office/drawing/2014/main" id="{0BAFE647-3285-45AF-882A-2840F7F9198C}"/>
              </a:ext>
            </a:extLst>
          </p:cNvPr>
          <p:cNvSpPr>
            <a:spLocks noGrp="1"/>
          </p:cNvSpPr>
          <p:nvPr>
            <p:ph type="ftr" sz="quarter" idx="11"/>
          </p:nvPr>
        </p:nvSpPr>
        <p:spPr/>
        <p:txBody>
          <a:bodyPr/>
          <a:lstStyle>
            <a:lvl1pPr>
              <a:defRPr/>
            </a:lvl1pPr>
          </a:lstStyle>
          <a:p>
            <a:pPr>
              <a:defRPr/>
            </a:pPr>
            <a:endParaRPr lang="zh-CN" altLang="en-US"/>
          </a:p>
        </p:txBody>
      </p:sp>
      <p:sp>
        <p:nvSpPr>
          <p:cNvPr id="6" name="灯片编号占位符 5">
            <a:extLst>
              <a:ext uri="{FF2B5EF4-FFF2-40B4-BE49-F238E27FC236}">
                <a16:creationId xmlns:a16="http://schemas.microsoft.com/office/drawing/2014/main" id="{9B9878C9-36E3-4003-8229-50D5DD9AF594}"/>
              </a:ext>
            </a:extLst>
          </p:cNvPr>
          <p:cNvSpPr>
            <a:spLocks noGrp="1"/>
          </p:cNvSpPr>
          <p:nvPr>
            <p:ph type="sldNum" sz="quarter" idx="12"/>
          </p:nvPr>
        </p:nvSpPr>
        <p:spPr/>
        <p:txBody>
          <a:bodyPr/>
          <a:lstStyle>
            <a:lvl1pPr>
              <a:defRPr/>
            </a:lvl1pPr>
          </a:lstStyle>
          <a:p>
            <a:pPr>
              <a:defRPr/>
            </a:pPr>
            <a:fld id="{66115898-3A35-473F-9976-A28C4DA5048E}" type="slidenum">
              <a:rPr lang="zh-CN" altLang="en-US"/>
              <a:pPr>
                <a:defRPr/>
              </a:pPr>
              <a:t>‹#›</a:t>
            </a:fld>
            <a:endParaRPr lang="zh-CN" altLang="en-US"/>
          </a:p>
        </p:txBody>
      </p:sp>
    </p:spTree>
    <p:extLst>
      <p:ext uri="{BB962C8B-B14F-4D97-AF65-F5344CB8AC3E}">
        <p14:creationId xmlns:p14="http://schemas.microsoft.com/office/powerpoint/2010/main" val="2765572235"/>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28650" y="1825625"/>
            <a:ext cx="386715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p:cNvSpPr>
            <a:spLocks noGrp="1"/>
          </p:cNvSpPr>
          <p:nvPr>
            <p:ph sz="half" idx="2"/>
          </p:nvPr>
        </p:nvSpPr>
        <p:spPr>
          <a:xfrm>
            <a:off x="4648200" y="1825625"/>
            <a:ext cx="386715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3">
            <a:extLst>
              <a:ext uri="{FF2B5EF4-FFF2-40B4-BE49-F238E27FC236}">
                <a16:creationId xmlns:a16="http://schemas.microsoft.com/office/drawing/2014/main" id="{FB1ACDF3-216C-498F-B8F8-6E4FAB993345}"/>
              </a:ext>
            </a:extLst>
          </p:cNvPr>
          <p:cNvSpPr>
            <a:spLocks noGrp="1"/>
          </p:cNvSpPr>
          <p:nvPr>
            <p:ph type="dt" sz="half" idx="10"/>
          </p:nvPr>
        </p:nvSpPr>
        <p:spPr/>
        <p:txBody>
          <a:bodyPr/>
          <a:lstStyle>
            <a:lvl1pPr>
              <a:defRPr/>
            </a:lvl1pPr>
          </a:lstStyle>
          <a:p>
            <a:pPr>
              <a:defRPr/>
            </a:pPr>
            <a:fld id="{AA1BA76D-D034-4490-A9E2-343D9DF6B426}" type="datetimeFigureOut">
              <a:rPr lang="zh-CN" altLang="en-US"/>
              <a:pPr>
                <a:defRPr/>
              </a:pPr>
              <a:t>2024/8/27</a:t>
            </a:fld>
            <a:endParaRPr lang="zh-CN" altLang="en-US"/>
          </a:p>
        </p:txBody>
      </p:sp>
      <p:sp>
        <p:nvSpPr>
          <p:cNvPr id="6" name="页脚占位符 4">
            <a:extLst>
              <a:ext uri="{FF2B5EF4-FFF2-40B4-BE49-F238E27FC236}">
                <a16:creationId xmlns:a16="http://schemas.microsoft.com/office/drawing/2014/main" id="{D06C142E-A280-4DB3-9C09-A10AC29B7464}"/>
              </a:ext>
            </a:extLst>
          </p:cNvPr>
          <p:cNvSpPr>
            <a:spLocks noGrp="1"/>
          </p:cNvSpPr>
          <p:nvPr>
            <p:ph type="ftr" sz="quarter" idx="11"/>
          </p:nvPr>
        </p:nvSpPr>
        <p:spPr/>
        <p:txBody>
          <a:bodyPr/>
          <a:lstStyle>
            <a:lvl1pPr>
              <a:defRPr/>
            </a:lvl1pPr>
          </a:lstStyle>
          <a:p>
            <a:pPr>
              <a:defRPr/>
            </a:pPr>
            <a:endParaRPr lang="zh-CN" altLang="en-US"/>
          </a:p>
        </p:txBody>
      </p:sp>
      <p:sp>
        <p:nvSpPr>
          <p:cNvPr id="7" name="灯片编号占位符 5">
            <a:extLst>
              <a:ext uri="{FF2B5EF4-FFF2-40B4-BE49-F238E27FC236}">
                <a16:creationId xmlns:a16="http://schemas.microsoft.com/office/drawing/2014/main" id="{9F3B19F1-5045-470A-8BFA-3E0C1EB498A4}"/>
              </a:ext>
            </a:extLst>
          </p:cNvPr>
          <p:cNvSpPr>
            <a:spLocks noGrp="1"/>
          </p:cNvSpPr>
          <p:nvPr>
            <p:ph type="sldNum" sz="quarter" idx="12"/>
          </p:nvPr>
        </p:nvSpPr>
        <p:spPr/>
        <p:txBody>
          <a:bodyPr/>
          <a:lstStyle>
            <a:lvl1pPr>
              <a:defRPr/>
            </a:lvl1pPr>
          </a:lstStyle>
          <a:p>
            <a:pPr>
              <a:defRPr/>
            </a:pPr>
            <a:fld id="{304CE68C-4CB1-4902-8189-16DC8FCA6ED2}" type="slidenum">
              <a:rPr lang="zh-CN" altLang="en-US"/>
              <a:pPr>
                <a:defRPr/>
              </a:pPr>
              <a:t>‹#›</a:t>
            </a:fld>
            <a:endParaRPr lang="zh-CN" altLang="en-US"/>
          </a:p>
        </p:txBody>
      </p:sp>
    </p:spTree>
    <p:extLst>
      <p:ext uri="{BB962C8B-B14F-4D97-AF65-F5344CB8AC3E}">
        <p14:creationId xmlns:p14="http://schemas.microsoft.com/office/powerpoint/2010/main" val="3607031069"/>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30238" y="365125"/>
            <a:ext cx="7886700" cy="1325563"/>
          </a:xfrm>
        </p:spPr>
        <p:txBody>
          <a:bodyPr/>
          <a:lstStyle/>
          <a:p>
            <a:r>
              <a:rPr lang="zh-CN" altLang="en-US"/>
              <a:t>单击此处编辑母版标题样式</a:t>
            </a:r>
          </a:p>
        </p:txBody>
      </p:sp>
      <p:sp>
        <p:nvSpPr>
          <p:cNvPr id="3" name="文本占位符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30238" y="2505075"/>
            <a:ext cx="386873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29150" y="2505075"/>
            <a:ext cx="38877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3">
            <a:extLst>
              <a:ext uri="{FF2B5EF4-FFF2-40B4-BE49-F238E27FC236}">
                <a16:creationId xmlns:a16="http://schemas.microsoft.com/office/drawing/2014/main" id="{82BA98D4-892C-4B76-8F5D-DF0ED95A8258}"/>
              </a:ext>
            </a:extLst>
          </p:cNvPr>
          <p:cNvSpPr>
            <a:spLocks noGrp="1"/>
          </p:cNvSpPr>
          <p:nvPr>
            <p:ph type="dt" sz="half" idx="10"/>
          </p:nvPr>
        </p:nvSpPr>
        <p:spPr/>
        <p:txBody>
          <a:bodyPr/>
          <a:lstStyle>
            <a:lvl1pPr>
              <a:defRPr/>
            </a:lvl1pPr>
          </a:lstStyle>
          <a:p>
            <a:pPr>
              <a:defRPr/>
            </a:pPr>
            <a:fld id="{AA1BA76D-D034-4490-A9E2-343D9DF6B426}" type="datetimeFigureOut">
              <a:rPr lang="zh-CN" altLang="en-US"/>
              <a:pPr>
                <a:defRPr/>
              </a:pPr>
              <a:t>2024/8/27</a:t>
            </a:fld>
            <a:endParaRPr lang="zh-CN" altLang="en-US"/>
          </a:p>
        </p:txBody>
      </p:sp>
      <p:sp>
        <p:nvSpPr>
          <p:cNvPr id="8" name="页脚占位符 4">
            <a:extLst>
              <a:ext uri="{FF2B5EF4-FFF2-40B4-BE49-F238E27FC236}">
                <a16:creationId xmlns:a16="http://schemas.microsoft.com/office/drawing/2014/main" id="{AEEE9D08-55C3-471D-9BD2-F7F52885531F}"/>
              </a:ext>
            </a:extLst>
          </p:cNvPr>
          <p:cNvSpPr>
            <a:spLocks noGrp="1"/>
          </p:cNvSpPr>
          <p:nvPr>
            <p:ph type="ftr" sz="quarter" idx="11"/>
          </p:nvPr>
        </p:nvSpPr>
        <p:spPr/>
        <p:txBody>
          <a:bodyPr/>
          <a:lstStyle>
            <a:lvl1pPr>
              <a:defRPr/>
            </a:lvl1pPr>
          </a:lstStyle>
          <a:p>
            <a:pPr>
              <a:defRPr/>
            </a:pPr>
            <a:endParaRPr lang="zh-CN" altLang="en-US"/>
          </a:p>
        </p:txBody>
      </p:sp>
      <p:sp>
        <p:nvSpPr>
          <p:cNvPr id="9" name="灯片编号占位符 5">
            <a:extLst>
              <a:ext uri="{FF2B5EF4-FFF2-40B4-BE49-F238E27FC236}">
                <a16:creationId xmlns:a16="http://schemas.microsoft.com/office/drawing/2014/main" id="{63C928D7-CAA7-40D1-815B-E31C62DCE36F}"/>
              </a:ext>
            </a:extLst>
          </p:cNvPr>
          <p:cNvSpPr>
            <a:spLocks noGrp="1"/>
          </p:cNvSpPr>
          <p:nvPr>
            <p:ph type="sldNum" sz="quarter" idx="12"/>
          </p:nvPr>
        </p:nvSpPr>
        <p:spPr/>
        <p:txBody>
          <a:bodyPr/>
          <a:lstStyle>
            <a:lvl1pPr>
              <a:defRPr/>
            </a:lvl1pPr>
          </a:lstStyle>
          <a:p>
            <a:pPr>
              <a:defRPr/>
            </a:pPr>
            <a:fld id="{9DBCCEF3-0AFE-46E2-AB7C-5F4E51D265FB}" type="slidenum">
              <a:rPr lang="zh-CN" altLang="en-US"/>
              <a:pPr>
                <a:defRPr/>
              </a:pPr>
              <a:t>‹#›</a:t>
            </a:fld>
            <a:endParaRPr lang="zh-CN" altLang="en-US"/>
          </a:p>
        </p:txBody>
      </p:sp>
    </p:spTree>
    <p:extLst>
      <p:ext uri="{BB962C8B-B14F-4D97-AF65-F5344CB8AC3E}">
        <p14:creationId xmlns:p14="http://schemas.microsoft.com/office/powerpoint/2010/main" val="3922105946"/>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3">
            <a:extLst>
              <a:ext uri="{FF2B5EF4-FFF2-40B4-BE49-F238E27FC236}">
                <a16:creationId xmlns:a16="http://schemas.microsoft.com/office/drawing/2014/main" id="{E6E57879-B456-4042-AB68-88F24B2E8FC6}"/>
              </a:ext>
            </a:extLst>
          </p:cNvPr>
          <p:cNvSpPr>
            <a:spLocks noGrp="1"/>
          </p:cNvSpPr>
          <p:nvPr>
            <p:ph type="dt" sz="half" idx="10"/>
          </p:nvPr>
        </p:nvSpPr>
        <p:spPr/>
        <p:txBody>
          <a:bodyPr/>
          <a:lstStyle>
            <a:lvl1pPr>
              <a:defRPr/>
            </a:lvl1pPr>
          </a:lstStyle>
          <a:p>
            <a:pPr>
              <a:defRPr/>
            </a:pPr>
            <a:fld id="{AA1BA76D-D034-4490-A9E2-343D9DF6B426}" type="datetimeFigureOut">
              <a:rPr lang="zh-CN" altLang="en-US"/>
              <a:pPr>
                <a:defRPr/>
              </a:pPr>
              <a:t>2024/8/27</a:t>
            </a:fld>
            <a:endParaRPr lang="zh-CN" altLang="en-US"/>
          </a:p>
        </p:txBody>
      </p:sp>
      <p:sp>
        <p:nvSpPr>
          <p:cNvPr id="4" name="页脚占位符 4">
            <a:extLst>
              <a:ext uri="{FF2B5EF4-FFF2-40B4-BE49-F238E27FC236}">
                <a16:creationId xmlns:a16="http://schemas.microsoft.com/office/drawing/2014/main" id="{6330E91E-5B48-4F52-BDC6-71262DE83C33}"/>
              </a:ext>
            </a:extLst>
          </p:cNvPr>
          <p:cNvSpPr>
            <a:spLocks noGrp="1"/>
          </p:cNvSpPr>
          <p:nvPr>
            <p:ph type="ftr" sz="quarter" idx="11"/>
          </p:nvPr>
        </p:nvSpPr>
        <p:spPr/>
        <p:txBody>
          <a:bodyPr/>
          <a:lstStyle>
            <a:lvl1pPr>
              <a:defRPr/>
            </a:lvl1pPr>
          </a:lstStyle>
          <a:p>
            <a:pPr>
              <a:defRPr/>
            </a:pPr>
            <a:endParaRPr lang="zh-CN" altLang="en-US"/>
          </a:p>
        </p:txBody>
      </p:sp>
      <p:sp>
        <p:nvSpPr>
          <p:cNvPr id="5" name="灯片编号占位符 5">
            <a:extLst>
              <a:ext uri="{FF2B5EF4-FFF2-40B4-BE49-F238E27FC236}">
                <a16:creationId xmlns:a16="http://schemas.microsoft.com/office/drawing/2014/main" id="{00C72200-3A16-4807-B56B-32B464BB1B88}"/>
              </a:ext>
            </a:extLst>
          </p:cNvPr>
          <p:cNvSpPr>
            <a:spLocks noGrp="1"/>
          </p:cNvSpPr>
          <p:nvPr>
            <p:ph type="sldNum" sz="quarter" idx="12"/>
          </p:nvPr>
        </p:nvSpPr>
        <p:spPr/>
        <p:txBody>
          <a:bodyPr/>
          <a:lstStyle>
            <a:lvl1pPr>
              <a:defRPr/>
            </a:lvl1pPr>
          </a:lstStyle>
          <a:p>
            <a:pPr>
              <a:defRPr/>
            </a:pPr>
            <a:fld id="{0BE448F3-4B52-483B-8C5D-0B7E860C5A86}" type="slidenum">
              <a:rPr lang="zh-CN" altLang="en-US"/>
              <a:pPr>
                <a:defRPr/>
              </a:pPr>
              <a:t>‹#›</a:t>
            </a:fld>
            <a:endParaRPr lang="zh-CN" altLang="en-US"/>
          </a:p>
        </p:txBody>
      </p:sp>
    </p:spTree>
    <p:extLst>
      <p:ext uri="{BB962C8B-B14F-4D97-AF65-F5344CB8AC3E}">
        <p14:creationId xmlns:p14="http://schemas.microsoft.com/office/powerpoint/2010/main" val="1891159541"/>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a:extLst>
              <a:ext uri="{FF2B5EF4-FFF2-40B4-BE49-F238E27FC236}">
                <a16:creationId xmlns:a16="http://schemas.microsoft.com/office/drawing/2014/main" id="{B0B1BBC0-ED9E-4564-A4D3-5BD425A8EF45}"/>
              </a:ext>
            </a:extLst>
          </p:cNvPr>
          <p:cNvSpPr>
            <a:spLocks noGrp="1"/>
          </p:cNvSpPr>
          <p:nvPr>
            <p:ph type="dt" sz="half" idx="10"/>
          </p:nvPr>
        </p:nvSpPr>
        <p:spPr/>
        <p:txBody>
          <a:bodyPr/>
          <a:lstStyle>
            <a:lvl1pPr>
              <a:defRPr/>
            </a:lvl1pPr>
          </a:lstStyle>
          <a:p>
            <a:pPr>
              <a:defRPr/>
            </a:pPr>
            <a:fld id="{AA1BA76D-D034-4490-A9E2-343D9DF6B426}" type="datetimeFigureOut">
              <a:rPr lang="zh-CN" altLang="en-US"/>
              <a:pPr>
                <a:defRPr/>
              </a:pPr>
              <a:t>2024/8/27</a:t>
            </a:fld>
            <a:endParaRPr lang="zh-CN" altLang="en-US"/>
          </a:p>
        </p:txBody>
      </p:sp>
      <p:sp>
        <p:nvSpPr>
          <p:cNvPr id="3" name="页脚占位符 4">
            <a:extLst>
              <a:ext uri="{FF2B5EF4-FFF2-40B4-BE49-F238E27FC236}">
                <a16:creationId xmlns:a16="http://schemas.microsoft.com/office/drawing/2014/main" id="{C71891AB-3972-45E4-A97B-EF961F3D4EFC}"/>
              </a:ext>
            </a:extLst>
          </p:cNvPr>
          <p:cNvSpPr>
            <a:spLocks noGrp="1"/>
          </p:cNvSpPr>
          <p:nvPr>
            <p:ph type="ftr" sz="quarter" idx="11"/>
          </p:nvPr>
        </p:nvSpPr>
        <p:spPr/>
        <p:txBody>
          <a:bodyPr/>
          <a:lstStyle>
            <a:lvl1pPr>
              <a:defRPr/>
            </a:lvl1pPr>
          </a:lstStyle>
          <a:p>
            <a:pPr>
              <a:defRPr/>
            </a:pPr>
            <a:endParaRPr lang="zh-CN" altLang="en-US"/>
          </a:p>
        </p:txBody>
      </p:sp>
      <p:sp>
        <p:nvSpPr>
          <p:cNvPr id="4" name="灯片编号占位符 5">
            <a:extLst>
              <a:ext uri="{FF2B5EF4-FFF2-40B4-BE49-F238E27FC236}">
                <a16:creationId xmlns:a16="http://schemas.microsoft.com/office/drawing/2014/main" id="{E8C58131-0FF9-4816-93B7-EF588F64F29F}"/>
              </a:ext>
            </a:extLst>
          </p:cNvPr>
          <p:cNvSpPr>
            <a:spLocks noGrp="1"/>
          </p:cNvSpPr>
          <p:nvPr>
            <p:ph type="sldNum" sz="quarter" idx="12"/>
          </p:nvPr>
        </p:nvSpPr>
        <p:spPr/>
        <p:txBody>
          <a:bodyPr/>
          <a:lstStyle>
            <a:lvl1pPr>
              <a:defRPr/>
            </a:lvl1pPr>
          </a:lstStyle>
          <a:p>
            <a:pPr>
              <a:defRPr/>
            </a:pPr>
            <a:fld id="{D78E5027-E3A6-444E-86B4-D5FF5718D52D}" type="slidenum">
              <a:rPr lang="zh-CN" altLang="en-US"/>
              <a:pPr>
                <a:defRPr/>
              </a:pPr>
              <a:t>‹#›</a:t>
            </a:fld>
            <a:endParaRPr lang="zh-CN" altLang="en-US"/>
          </a:p>
        </p:txBody>
      </p:sp>
    </p:spTree>
    <p:extLst>
      <p:ext uri="{BB962C8B-B14F-4D97-AF65-F5344CB8AC3E}">
        <p14:creationId xmlns:p14="http://schemas.microsoft.com/office/powerpoint/2010/main" val="386449462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3">
            <a:extLst>
              <a:ext uri="{FF2B5EF4-FFF2-40B4-BE49-F238E27FC236}">
                <a16:creationId xmlns:a16="http://schemas.microsoft.com/office/drawing/2014/main" id="{D00D7530-F098-4066-A62F-B3A755662673}"/>
              </a:ext>
            </a:extLst>
          </p:cNvPr>
          <p:cNvSpPr>
            <a:spLocks noGrp="1"/>
          </p:cNvSpPr>
          <p:nvPr>
            <p:ph type="dt" sz="half" idx="10"/>
          </p:nvPr>
        </p:nvSpPr>
        <p:spPr/>
        <p:txBody>
          <a:bodyPr/>
          <a:lstStyle>
            <a:lvl1pPr>
              <a:defRPr/>
            </a:lvl1pPr>
          </a:lstStyle>
          <a:p>
            <a:pPr>
              <a:defRPr/>
            </a:pPr>
            <a:fld id="{AA1BA76D-D034-4490-A9E2-343D9DF6B426}" type="datetimeFigureOut">
              <a:rPr lang="zh-CN" altLang="en-US"/>
              <a:pPr>
                <a:defRPr/>
              </a:pPr>
              <a:t>2024/8/27</a:t>
            </a:fld>
            <a:endParaRPr lang="zh-CN" altLang="en-US"/>
          </a:p>
        </p:txBody>
      </p:sp>
      <p:sp>
        <p:nvSpPr>
          <p:cNvPr id="6" name="页脚占位符 4">
            <a:extLst>
              <a:ext uri="{FF2B5EF4-FFF2-40B4-BE49-F238E27FC236}">
                <a16:creationId xmlns:a16="http://schemas.microsoft.com/office/drawing/2014/main" id="{A6479886-B568-4B9A-ABE6-B87E8703060A}"/>
              </a:ext>
            </a:extLst>
          </p:cNvPr>
          <p:cNvSpPr>
            <a:spLocks noGrp="1"/>
          </p:cNvSpPr>
          <p:nvPr>
            <p:ph type="ftr" sz="quarter" idx="11"/>
          </p:nvPr>
        </p:nvSpPr>
        <p:spPr/>
        <p:txBody>
          <a:bodyPr/>
          <a:lstStyle>
            <a:lvl1pPr>
              <a:defRPr/>
            </a:lvl1pPr>
          </a:lstStyle>
          <a:p>
            <a:pPr>
              <a:defRPr/>
            </a:pPr>
            <a:endParaRPr lang="zh-CN" altLang="en-US"/>
          </a:p>
        </p:txBody>
      </p:sp>
      <p:sp>
        <p:nvSpPr>
          <p:cNvPr id="7" name="灯片编号占位符 5">
            <a:extLst>
              <a:ext uri="{FF2B5EF4-FFF2-40B4-BE49-F238E27FC236}">
                <a16:creationId xmlns:a16="http://schemas.microsoft.com/office/drawing/2014/main" id="{2F8A0DE3-7EAA-45D7-92A3-3AF97DF375CC}"/>
              </a:ext>
            </a:extLst>
          </p:cNvPr>
          <p:cNvSpPr>
            <a:spLocks noGrp="1"/>
          </p:cNvSpPr>
          <p:nvPr>
            <p:ph type="sldNum" sz="quarter" idx="12"/>
          </p:nvPr>
        </p:nvSpPr>
        <p:spPr/>
        <p:txBody>
          <a:bodyPr/>
          <a:lstStyle>
            <a:lvl1pPr>
              <a:defRPr/>
            </a:lvl1pPr>
          </a:lstStyle>
          <a:p>
            <a:pPr>
              <a:defRPr/>
            </a:pPr>
            <a:fld id="{559946A7-9CB0-4FC9-BF96-450377A79923}" type="slidenum">
              <a:rPr lang="zh-CN" altLang="en-US"/>
              <a:pPr>
                <a:defRPr/>
              </a:pPr>
              <a:t>‹#›</a:t>
            </a:fld>
            <a:endParaRPr lang="zh-CN" altLang="en-US"/>
          </a:p>
        </p:txBody>
      </p:sp>
    </p:spTree>
    <p:extLst>
      <p:ext uri="{BB962C8B-B14F-4D97-AF65-F5344CB8AC3E}">
        <p14:creationId xmlns:p14="http://schemas.microsoft.com/office/powerpoint/2010/main" val="3116788100"/>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3887788" y="987425"/>
            <a:ext cx="4629150" cy="4873625"/>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3">
            <a:extLst>
              <a:ext uri="{FF2B5EF4-FFF2-40B4-BE49-F238E27FC236}">
                <a16:creationId xmlns:a16="http://schemas.microsoft.com/office/drawing/2014/main" id="{9D032F32-0BE6-4AB3-ACD2-144B28DB6EB8}"/>
              </a:ext>
            </a:extLst>
          </p:cNvPr>
          <p:cNvSpPr>
            <a:spLocks noGrp="1"/>
          </p:cNvSpPr>
          <p:nvPr>
            <p:ph type="dt" sz="half" idx="10"/>
          </p:nvPr>
        </p:nvSpPr>
        <p:spPr/>
        <p:txBody>
          <a:bodyPr/>
          <a:lstStyle>
            <a:lvl1pPr>
              <a:defRPr/>
            </a:lvl1pPr>
          </a:lstStyle>
          <a:p>
            <a:pPr>
              <a:defRPr/>
            </a:pPr>
            <a:fld id="{AA1BA76D-D034-4490-A9E2-343D9DF6B426}" type="datetimeFigureOut">
              <a:rPr lang="zh-CN" altLang="en-US"/>
              <a:pPr>
                <a:defRPr/>
              </a:pPr>
              <a:t>2024/8/27</a:t>
            </a:fld>
            <a:endParaRPr lang="zh-CN" altLang="en-US"/>
          </a:p>
        </p:txBody>
      </p:sp>
      <p:sp>
        <p:nvSpPr>
          <p:cNvPr id="6" name="页脚占位符 4">
            <a:extLst>
              <a:ext uri="{FF2B5EF4-FFF2-40B4-BE49-F238E27FC236}">
                <a16:creationId xmlns:a16="http://schemas.microsoft.com/office/drawing/2014/main" id="{DD35E2EF-B16B-4C86-973E-10B1F1FBE0E2}"/>
              </a:ext>
            </a:extLst>
          </p:cNvPr>
          <p:cNvSpPr>
            <a:spLocks noGrp="1"/>
          </p:cNvSpPr>
          <p:nvPr>
            <p:ph type="ftr" sz="quarter" idx="11"/>
          </p:nvPr>
        </p:nvSpPr>
        <p:spPr/>
        <p:txBody>
          <a:bodyPr/>
          <a:lstStyle>
            <a:lvl1pPr>
              <a:defRPr/>
            </a:lvl1pPr>
          </a:lstStyle>
          <a:p>
            <a:pPr>
              <a:defRPr/>
            </a:pPr>
            <a:endParaRPr lang="zh-CN" altLang="en-US"/>
          </a:p>
        </p:txBody>
      </p:sp>
      <p:sp>
        <p:nvSpPr>
          <p:cNvPr id="7" name="灯片编号占位符 5">
            <a:extLst>
              <a:ext uri="{FF2B5EF4-FFF2-40B4-BE49-F238E27FC236}">
                <a16:creationId xmlns:a16="http://schemas.microsoft.com/office/drawing/2014/main" id="{CF855144-64AB-4D9B-A01B-A9BFDCCA0A67}"/>
              </a:ext>
            </a:extLst>
          </p:cNvPr>
          <p:cNvSpPr>
            <a:spLocks noGrp="1"/>
          </p:cNvSpPr>
          <p:nvPr>
            <p:ph type="sldNum" sz="quarter" idx="12"/>
          </p:nvPr>
        </p:nvSpPr>
        <p:spPr/>
        <p:txBody>
          <a:bodyPr/>
          <a:lstStyle>
            <a:lvl1pPr>
              <a:defRPr/>
            </a:lvl1pPr>
          </a:lstStyle>
          <a:p>
            <a:pPr>
              <a:defRPr/>
            </a:pPr>
            <a:fld id="{4F8D564F-0369-4BAC-8435-22D292AEDE58}" type="slidenum">
              <a:rPr lang="zh-CN" altLang="en-US"/>
              <a:pPr>
                <a:defRPr/>
              </a:pPr>
              <a:t>‹#›</a:t>
            </a:fld>
            <a:endParaRPr lang="zh-CN" altLang="en-US"/>
          </a:p>
        </p:txBody>
      </p:sp>
    </p:spTree>
    <p:extLst>
      <p:ext uri="{BB962C8B-B14F-4D97-AF65-F5344CB8AC3E}">
        <p14:creationId xmlns:p14="http://schemas.microsoft.com/office/powerpoint/2010/main" val="2638445284"/>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95CAC827-B3E6-4371-8156-0D37982E6D62}"/>
              </a:ext>
            </a:extLst>
          </p:cNvPr>
          <p:cNvSpPr>
            <a:spLocks noGrp="1"/>
          </p:cNvSpPr>
          <p:nvPr>
            <p:ph type="dt" sz="half" idx="10"/>
          </p:nvPr>
        </p:nvSpPr>
        <p:spPr/>
        <p:txBody>
          <a:bodyPr/>
          <a:lstStyle>
            <a:lvl1pPr>
              <a:defRPr/>
            </a:lvl1pPr>
          </a:lstStyle>
          <a:p>
            <a:pPr>
              <a:defRPr/>
            </a:pPr>
            <a:fld id="{AA1BA76D-D034-4490-A9E2-343D9DF6B426}" type="datetimeFigureOut">
              <a:rPr lang="zh-CN" altLang="en-US"/>
              <a:pPr>
                <a:defRPr/>
              </a:pPr>
              <a:t>2024/8/27</a:t>
            </a:fld>
            <a:endParaRPr lang="zh-CN" altLang="en-US"/>
          </a:p>
        </p:txBody>
      </p:sp>
      <p:sp>
        <p:nvSpPr>
          <p:cNvPr id="5" name="页脚占位符 4">
            <a:extLst>
              <a:ext uri="{FF2B5EF4-FFF2-40B4-BE49-F238E27FC236}">
                <a16:creationId xmlns:a16="http://schemas.microsoft.com/office/drawing/2014/main" id="{1CF80222-F63E-48FF-AC3A-ACD693F42EB4}"/>
              </a:ext>
            </a:extLst>
          </p:cNvPr>
          <p:cNvSpPr>
            <a:spLocks noGrp="1"/>
          </p:cNvSpPr>
          <p:nvPr>
            <p:ph type="ftr" sz="quarter" idx="11"/>
          </p:nvPr>
        </p:nvSpPr>
        <p:spPr/>
        <p:txBody>
          <a:bodyPr/>
          <a:lstStyle>
            <a:lvl1pPr>
              <a:defRPr/>
            </a:lvl1pPr>
          </a:lstStyle>
          <a:p>
            <a:pPr>
              <a:defRPr/>
            </a:pPr>
            <a:endParaRPr lang="zh-CN" altLang="en-US"/>
          </a:p>
        </p:txBody>
      </p:sp>
      <p:sp>
        <p:nvSpPr>
          <p:cNvPr id="6" name="灯片编号占位符 5">
            <a:extLst>
              <a:ext uri="{FF2B5EF4-FFF2-40B4-BE49-F238E27FC236}">
                <a16:creationId xmlns:a16="http://schemas.microsoft.com/office/drawing/2014/main" id="{6003096C-9215-4B25-8ACB-3AD73834CCA7}"/>
              </a:ext>
            </a:extLst>
          </p:cNvPr>
          <p:cNvSpPr>
            <a:spLocks noGrp="1"/>
          </p:cNvSpPr>
          <p:nvPr>
            <p:ph type="sldNum" sz="quarter" idx="12"/>
          </p:nvPr>
        </p:nvSpPr>
        <p:spPr/>
        <p:txBody>
          <a:bodyPr/>
          <a:lstStyle>
            <a:lvl1pPr>
              <a:defRPr/>
            </a:lvl1pPr>
          </a:lstStyle>
          <a:p>
            <a:pPr>
              <a:defRPr/>
            </a:pPr>
            <a:fld id="{94B21B8E-9565-42FC-8610-4FE100101868}" type="slidenum">
              <a:rPr lang="zh-CN" altLang="en-US"/>
              <a:pPr>
                <a:defRPr/>
              </a:pPr>
              <a:t>‹#›</a:t>
            </a:fld>
            <a:endParaRPr lang="zh-CN" altLang="en-US"/>
          </a:p>
        </p:txBody>
      </p:sp>
    </p:spTree>
    <p:extLst>
      <p:ext uri="{BB962C8B-B14F-4D97-AF65-F5344CB8AC3E}">
        <p14:creationId xmlns:p14="http://schemas.microsoft.com/office/powerpoint/2010/main" val="1229286776"/>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43675" y="365125"/>
            <a:ext cx="1971675"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28650" y="365125"/>
            <a:ext cx="5762625"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662CB637-797A-4E67-A8EE-E8B2629D718F}"/>
              </a:ext>
            </a:extLst>
          </p:cNvPr>
          <p:cNvSpPr>
            <a:spLocks noGrp="1"/>
          </p:cNvSpPr>
          <p:nvPr>
            <p:ph type="dt" sz="half" idx="10"/>
          </p:nvPr>
        </p:nvSpPr>
        <p:spPr/>
        <p:txBody>
          <a:bodyPr/>
          <a:lstStyle>
            <a:lvl1pPr>
              <a:defRPr/>
            </a:lvl1pPr>
          </a:lstStyle>
          <a:p>
            <a:pPr>
              <a:defRPr/>
            </a:pPr>
            <a:fld id="{AA1BA76D-D034-4490-A9E2-343D9DF6B426}" type="datetimeFigureOut">
              <a:rPr lang="zh-CN" altLang="en-US"/>
              <a:pPr>
                <a:defRPr/>
              </a:pPr>
              <a:t>2024/8/27</a:t>
            </a:fld>
            <a:endParaRPr lang="zh-CN" altLang="en-US"/>
          </a:p>
        </p:txBody>
      </p:sp>
      <p:sp>
        <p:nvSpPr>
          <p:cNvPr id="5" name="页脚占位符 4">
            <a:extLst>
              <a:ext uri="{FF2B5EF4-FFF2-40B4-BE49-F238E27FC236}">
                <a16:creationId xmlns:a16="http://schemas.microsoft.com/office/drawing/2014/main" id="{58F11FDC-FED6-4C8F-85AE-1AA82EB790A0}"/>
              </a:ext>
            </a:extLst>
          </p:cNvPr>
          <p:cNvSpPr>
            <a:spLocks noGrp="1"/>
          </p:cNvSpPr>
          <p:nvPr>
            <p:ph type="ftr" sz="quarter" idx="11"/>
          </p:nvPr>
        </p:nvSpPr>
        <p:spPr/>
        <p:txBody>
          <a:bodyPr/>
          <a:lstStyle>
            <a:lvl1pPr>
              <a:defRPr/>
            </a:lvl1pPr>
          </a:lstStyle>
          <a:p>
            <a:pPr>
              <a:defRPr/>
            </a:pPr>
            <a:endParaRPr lang="zh-CN" altLang="en-US"/>
          </a:p>
        </p:txBody>
      </p:sp>
      <p:sp>
        <p:nvSpPr>
          <p:cNvPr id="6" name="灯片编号占位符 5">
            <a:extLst>
              <a:ext uri="{FF2B5EF4-FFF2-40B4-BE49-F238E27FC236}">
                <a16:creationId xmlns:a16="http://schemas.microsoft.com/office/drawing/2014/main" id="{3CB3265A-93FB-49B3-B392-6F76A17EEAD2}"/>
              </a:ext>
            </a:extLst>
          </p:cNvPr>
          <p:cNvSpPr>
            <a:spLocks noGrp="1"/>
          </p:cNvSpPr>
          <p:nvPr>
            <p:ph type="sldNum" sz="quarter" idx="12"/>
          </p:nvPr>
        </p:nvSpPr>
        <p:spPr/>
        <p:txBody>
          <a:bodyPr/>
          <a:lstStyle>
            <a:lvl1pPr>
              <a:defRPr/>
            </a:lvl1pPr>
          </a:lstStyle>
          <a:p>
            <a:pPr>
              <a:defRPr/>
            </a:pPr>
            <a:fld id="{2CD5DF0E-4B27-4C19-B9A0-01CBAF73C4C4}" type="slidenum">
              <a:rPr lang="zh-CN" altLang="en-US"/>
              <a:pPr>
                <a:defRPr/>
              </a:pPr>
              <a:t>‹#›</a:t>
            </a:fld>
            <a:endParaRPr lang="zh-CN" altLang="en-US"/>
          </a:p>
        </p:txBody>
      </p:sp>
    </p:spTree>
    <p:extLst>
      <p:ext uri="{BB962C8B-B14F-4D97-AF65-F5344CB8AC3E}">
        <p14:creationId xmlns:p14="http://schemas.microsoft.com/office/powerpoint/2010/main" val="3713951816"/>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4530"/>
            <a:ext cx="6858000" cy="2387600"/>
          </a:xfrm>
        </p:spPr>
        <p:txBody>
          <a:bodyPr anchor="b">
            <a:normAutofit/>
          </a:bodyPr>
          <a:lstStyle>
            <a:lvl1pPr algn="ctr">
              <a:defRPr sz="4500"/>
            </a:lvl1pPr>
          </a:lstStyle>
          <a:p>
            <a:r>
              <a:rPr lang="zh-CN" altLang="en-US"/>
              <a:t>单击此处编辑母版标题样式</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1800">
                <a:solidFill>
                  <a:schemeClr val="tx1">
                    <a:lumMod val="75000"/>
                    <a:lumOff val="25000"/>
                  </a:schemeClr>
                </a:solidFill>
              </a:defRPr>
            </a:lvl1pPr>
            <a:lvl2pPr marL="342900" indent="0" algn="ctr">
              <a:buNone/>
              <a:defRPr sz="2100"/>
            </a:lvl2pPr>
            <a:lvl3pPr marL="685800" indent="0" algn="ctr">
              <a:buNone/>
              <a:defRPr sz="1800"/>
            </a:lvl3pPr>
            <a:lvl4pPr marL="1028700" indent="0" algn="ctr">
              <a:buNone/>
              <a:defRPr sz="1500"/>
            </a:lvl4pPr>
            <a:lvl5pPr marL="1371600" indent="0" algn="ctr">
              <a:buNone/>
              <a:defRPr sz="1500"/>
            </a:lvl5pPr>
            <a:lvl6pPr marL="1714500" indent="0" algn="ctr">
              <a:buNone/>
              <a:defRPr sz="1500"/>
            </a:lvl6pPr>
            <a:lvl7pPr marL="2057400" indent="0" algn="ctr">
              <a:buNone/>
              <a:defRPr sz="1500"/>
            </a:lvl7pPr>
            <a:lvl8pPr marL="2400300" indent="0" algn="ctr">
              <a:buNone/>
              <a:defRPr sz="1500"/>
            </a:lvl8pPr>
            <a:lvl9pPr marL="2743200" indent="0" algn="ctr">
              <a:buNone/>
              <a:defRPr sz="1500"/>
            </a:lvl9pPr>
          </a:lstStyle>
          <a:p>
            <a:r>
              <a:rPr lang="zh-CN" altLang="en-US"/>
              <a:t>单击此处编辑母版副标题样式</a:t>
            </a:r>
            <a:endParaRPr lang="en-US" dirty="0"/>
          </a:p>
        </p:txBody>
      </p:sp>
      <p:sp>
        <p:nvSpPr>
          <p:cNvPr id="4" name="Date Placeholder 3">
            <a:extLst>
              <a:ext uri="{FF2B5EF4-FFF2-40B4-BE49-F238E27FC236}">
                <a16:creationId xmlns:a16="http://schemas.microsoft.com/office/drawing/2014/main" id="{5699E5CB-995B-4D77-891F-212E447DA9C3}"/>
              </a:ext>
            </a:extLst>
          </p:cNvPr>
          <p:cNvSpPr>
            <a:spLocks noGrp="1"/>
          </p:cNvSpPr>
          <p:nvPr>
            <p:ph type="dt" sz="half" idx="10"/>
          </p:nvPr>
        </p:nvSpPr>
        <p:spPr/>
        <p:txBody>
          <a:bodyPr/>
          <a:lstStyle>
            <a:lvl1pPr>
              <a:defRPr/>
            </a:lvl1pPr>
          </a:lstStyle>
          <a:p>
            <a:pPr>
              <a:defRPr/>
            </a:pPr>
            <a:fld id="{1977BACB-2D23-4B73-AF87-3642E0E97D6D}" type="datetimeFigureOut">
              <a:rPr lang="en-US"/>
              <a:pPr>
                <a:defRPr/>
              </a:pPr>
              <a:t>8/27/2024</a:t>
            </a:fld>
            <a:endParaRPr lang="en-US"/>
          </a:p>
        </p:txBody>
      </p:sp>
      <p:sp>
        <p:nvSpPr>
          <p:cNvPr id="5" name="Footer Placeholder 4">
            <a:extLst>
              <a:ext uri="{FF2B5EF4-FFF2-40B4-BE49-F238E27FC236}">
                <a16:creationId xmlns:a16="http://schemas.microsoft.com/office/drawing/2014/main" id="{ABC9EADA-9033-4B0F-8A2F-6B9740789E61}"/>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34DCA340-B27F-4D13-8D31-07B36190590C}"/>
              </a:ext>
            </a:extLst>
          </p:cNvPr>
          <p:cNvSpPr>
            <a:spLocks noGrp="1"/>
          </p:cNvSpPr>
          <p:nvPr>
            <p:ph type="sldNum" sz="quarter" idx="12"/>
          </p:nvPr>
        </p:nvSpPr>
        <p:spPr/>
        <p:txBody>
          <a:bodyPr/>
          <a:lstStyle>
            <a:lvl1pPr>
              <a:defRPr smtClean="0"/>
            </a:lvl1pPr>
          </a:lstStyle>
          <a:p>
            <a:pPr>
              <a:defRPr/>
            </a:pPr>
            <a:fld id="{27322659-8111-4AAB-B1F5-FF14D496601D}" type="slidenum">
              <a:rPr lang="en-US" altLang="zh-CN"/>
              <a:pPr>
                <a:defRPr/>
              </a:pPr>
              <a:t>‹#›</a:t>
            </a:fld>
            <a:endParaRPr lang="en-US" altLang="zh-CN"/>
          </a:p>
        </p:txBody>
      </p:sp>
    </p:spTree>
    <p:extLst>
      <p:ext uri="{BB962C8B-B14F-4D97-AF65-F5344CB8AC3E}">
        <p14:creationId xmlns:p14="http://schemas.microsoft.com/office/powerpoint/2010/main" val="555608281"/>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a:extLst>
              <a:ext uri="{FF2B5EF4-FFF2-40B4-BE49-F238E27FC236}">
                <a16:creationId xmlns:a16="http://schemas.microsoft.com/office/drawing/2014/main" id="{B02D746C-EC3A-4A11-B191-DF23299C8DD8}"/>
              </a:ext>
            </a:extLst>
          </p:cNvPr>
          <p:cNvSpPr>
            <a:spLocks noGrp="1"/>
          </p:cNvSpPr>
          <p:nvPr>
            <p:ph type="dt" sz="half" idx="10"/>
          </p:nvPr>
        </p:nvSpPr>
        <p:spPr/>
        <p:txBody>
          <a:bodyPr/>
          <a:lstStyle>
            <a:lvl1pPr>
              <a:defRPr/>
            </a:lvl1pPr>
          </a:lstStyle>
          <a:p>
            <a:pPr>
              <a:defRPr/>
            </a:pPr>
            <a:endParaRPr lang="en-US" altLang="zh-CN"/>
          </a:p>
        </p:txBody>
      </p:sp>
      <p:sp>
        <p:nvSpPr>
          <p:cNvPr id="5" name="Footer Placeholder 4">
            <a:extLst>
              <a:ext uri="{FF2B5EF4-FFF2-40B4-BE49-F238E27FC236}">
                <a16:creationId xmlns:a16="http://schemas.microsoft.com/office/drawing/2014/main" id="{624DBFFE-F4A3-49A0-980E-4B4273E86AB9}"/>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25324EF4-FC77-4C8A-A372-998E09C1AE66}"/>
              </a:ext>
            </a:extLst>
          </p:cNvPr>
          <p:cNvSpPr>
            <a:spLocks noGrp="1"/>
          </p:cNvSpPr>
          <p:nvPr>
            <p:ph type="sldNum" sz="quarter" idx="12"/>
          </p:nvPr>
        </p:nvSpPr>
        <p:spPr/>
        <p:txBody>
          <a:bodyPr/>
          <a:lstStyle>
            <a:lvl1pPr>
              <a:defRPr smtClean="0"/>
            </a:lvl1pPr>
          </a:lstStyle>
          <a:p>
            <a:pPr>
              <a:defRPr/>
            </a:pPr>
            <a:fld id="{72962A2B-38DE-4A0F-928B-4B8CC60D56E3}" type="slidenum">
              <a:rPr lang="en-US" altLang="zh-CN"/>
              <a:pPr>
                <a:defRPr/>
              </a:pPr>
              <a:t>‹#›</a:t>
            </a:fld>
            <a:endParaRPr lang="en-US" altLang="zh-CN"/>
          </a:p>
        </p:txBody>
      </p:sp>
    </p:spTree>
    <p:extLst>
      <p:ext uri="{BB962C8B-B14F-4D97-AF65-F5344CB8AC3E}">
        <p14:creationId xmlns:p14="http://schemas.microsoft.com/office/powerpoint/2010/main" val="1263487211"/>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623888" y="1712423"/>
            <a:ext cx="7886700" cy="2851208"/>
          </a:xfrm>
        </p:spPr>
        <p:txBody>
          <a:bodyPr anchor="b">
            <a:normAutofit/>
          </a:bodyPr>
          <a:lstStyle>
            <a:lvl1pPr>
              <a:defRPr sz="4500" b="0"/>
            </a:lvl1pPr>
          </a:lstStyle>
          <a:p>
            <a:r>
              <a:rPr lang="zh-CN" altLang="en-US"/>
              <a:t>单击此处编辑母版标题样式</a:t>
            </a:r>
            <a:endParaRPr lang="en-US" dirty="0"/>
          </a:p>
        </p:txBody>
      </p:sp>
      <p:sp>
        <p:nvSpPr>
          <p:cNvPr id="3" name="Text Placeholder 2"/>
          <p:cNvSpPr>
            <a:spLocks noGrp="1"/>
          </p:cNvSpPr>
          <p:nvPr>
            <p:ph type="body" idx="1"/>
          </p:nvPr>
        </p:nvSpPr>
        <p:spPr>
          <a:xfrm>
            <a:off x="623888" y="4552634"/>
            <a:ext cx="7886700" cy="1500187"/>
          </a:xfrm>
        </p:spPr>
        <p:txBody>
          <a:bodyPr/>
          <a:lstStyle>
            <a:lvl1pPr marL="0" indent="0">
              <a:buNone/>
              <a:defRPr sz="1800">
                <a:solidFill>
                  <a:schemeClr val="tx1">
                    <a:lumMod val="75000"/>
                    <a:lumOff val="2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zh-CN" altLang="en-US"/>
              <a:t>单击此处编辑母版文本样式</a:t>
            </a:r>
          </a:p>
        </p:txBody>
      </p:sp>
      <p:sp>
        <p:nvSpPr>
          <p:cNvPr id="4" name="Date Placeholder 3">
            <a:extLst>
              <a:ext uri="{FF2B5EF4-FFF2-40B4-BE49-F238E27FC236}">
                <a16:creationId xmlns:a16="http://schemas.microsoft.com/office/drawing/2014/main" id="{9EEB28FA-0C40-4D8B-B6A5-01C45B83C154}"/>
              </a:ext>
            </a:extLst>
          </p:cNvPr>
          <p:cNvSpPr>
            <a:spLocks noGrp="1"/>
          </p:cNvSpPr>
          <p:nvPr>
            <p:ph type="dt" sz="half" idx="10"/>
          </p:nvPr>
        </p:nvSpPr>
        <p:spPr/>
        <p:txBody>
          <a:bodyPr/>
          <a:lstStyle>
            <a:lvl1pPr>
              <a:defRPr/>
            </a:lvl1pPr>
          </a:lstStyle>
          <a:p>
            <a:pPr>
              <a:defRPr/>
            </a:pPr>
            <a:endParaRPr lang="en-US" altLang="zh-CN"/>
          </a:p>
        </p:txBody>
      </p:sp>
      <p:sp>
        <p:nvSpPr>
          <p:cNvPr id="5" name="Footer Placeholder 4">
            <a:extLst>
              <a:ext uri="{FF2B5EF4-FFF2-40B4-BE49-F238E27FC236}">
                <a16:creationId xmlns:a16="http://schemas.microsoft.com/office/drawing/2014/main" id="{7CD05B9B-346F-4EE8-9E9D-0EEBEB7CBE6A}"/>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B87339AA-499E-421B-9AF3-08653456ADED}"/>
              </a:ext>
            </a:extLst>
          </p:cNvPr>
          <p:cNvSpPr>
            <a:spLocks noGrp="1"/>
          </p:cNvSpPr>
          <p:nvPr>
            <p:ph type="sldNum" sz="quarter" idx="12"/>
          </p:nvPr>
        </p:nvSpPr>
        <p:spPr/>
        <p:txBody>
          <a:bodyPr/>
          <a:lstStyle>
            <a:lvl1pPr>
              <a:defRPr smtClean="0"/>
            </a:lvl1pPr>
          </a:lstStyle>
          <a:p>
            <a:pPr>
              <a:defRPr/>
            </a:pPr>
            <a:fld id="{B9DA0385-217C-427B-A260-208E556E7765}" type="slidenum">
              <a:rPr lang="en-US" altLang="zh-CN"/>
              <a:pPr>
                <a:defRPr/>
              </a:pPr>
              <a:t>‹#›</a:t>
            </a:fld>
            <a:endParaRPr lang="en-US" altLang="zh-CN"/>
          </a:p>
        </p:txBody>
      </p:sp>
    </p:spTree>
    <p:extLst>
      <p:ext uri="{BB962C8B-B14F-4D97-AF65-F5344CB8AC3E}">
        <p14:creationId xmlns:p14="http://schemas.microsoft.com/office/powerpoint/2010/main" val="2742344388"/>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633845" y="1828801"/>
            <a:ext cx="3886200" cy="4351337"/>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Content Placeholder 3"/>
          <p:cNvSpPr>
            <a:spLocks noGrp="1"/>
          </p:cNvSpPr>
          <p:nvPr>
            <p:ph sz="half" idx="2"/>
          </p:nvPr>
        </p:nvSpPr>
        <p:spPr>
          <a:xfrm>
            <a:off x="4629150" y="1828801"/>
            <a:ext cx="3886200" cy="4351337"/>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Date Placeholder 4">
            <a:extLst>
              <a:ext uri="{FF2B5EF4-FFF2-40B4-BE49-F238E27FC236}">
                <a16:creationId xmlns:a16="http://schemas.microsoft.com/office/drawing/2014/main" id="{0502A75A-5183-4CD7-B473-CB1B5F042FBF}"/>
              </a:ext>
            </a:extLst>
          </p:cNvPr>
          <p:cNvSpPr>
            <a:spLocks noGrp="1"/>
          </p:cNvSpPr>
          <p:nvPr>
            <p:ph type="dt" sz="half" idx="10"/>
          </p:nvPr>
        </p:nvSpPr>
        <p:spPr/>
        <p:txBody>
          <a:bodyPr/>
          <a:lstStyle>
            <a:lvl1pPr>
              <a:defRPr/>
            </a:lvl1pPr>
          </a:lstStyle>
          <a:p>
            <a:pPr>
              <a:defRPr/>
            </a:pPr>
            <a:endParaRPr lang="en-US" altLang="zh-CN"/>
          </a:p>
        </p:txBody>
      </p:sp>
      <p:sp>
        <p:nvSpPr>
          <p:cNvPr id="6" name="Footer Placeholder 5">
            <a:extLst>
              <a:ext uri="{FF2B5EF4-FFF2-40B4-BE49-F238E27FC236}">
                <a16:creationId xmlns:a16="http://schemas.microsoft.com/office/drawing/2014/main" id="{13E39325-2020-4B68-9903-E81D9FA6694D}"/>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6">
            <a:extLst>
              <a:ext uri="{FF2B5EF4-FFF2-40B4-BE49-F238E27FC236}">
                <a16:creationId xmlns:a16="http://schemas.microsoft.com/office/drawing/2014/main" id="{5C928518-271C-48E1-8054-EFD63D3CAE78}"/>
              </a:ext>
            </a:extLst>
          </p:cNvPr>
          <p:cNvSpPr>
            <a:spLocks noGrp="1"/>
          </p:cNvSpPr>
          <p:nvPr>
            <p:ph type="sldNum" sz="quarter" idx="12"/>
          </p:nvPr>
        </p:nvSpPr>
        <p:spPr/>
        <p:txBody>
          <a:bodyPr/>
          <a:lstStyle>
            <a:lvl1pPr>
              <a:defRPr smtClean="0"/>
            </a:lvl1pPr>
          </a:lstStyle>
          <a:p>
            <a:pPr>
              <a:defRPr/>
            </a:pPr>
            <a:fld id="{4F0E2534-3CC9-4FA6-B58C-CCC38E170BBB}" type="slidenum">
              <a:rPr lang="en-US" altLang="zh-CN"/>
              <a:pPr>
                <a:defRPr/>
              </a:pPr>
              <a:t>‹#›</a:t>
            </a:fld>
            <a:endParaRPr lang="en-US" altLang="zh-CN"/>
          </a:p>
        </p:txBody>
      </p:sp>
    </p:spTree>
    <p:extLst>
      <p:ext uri="{BB962C8B-B14F-4D97-AF65-F5344CB8AC3E}">
        <p14:creationId xmlns:p14="http://schemas.microsoft.com/office/powerpoint/2010/main" val="2772304312"/>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比较">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633845" y="1681851"/>
            <a:ext cx="3867150" cy="825699"/>
          </a:xfrm>
        </p:spPr>
        <p:txBody>
          <a:bodyPr anchor="b"/>
          <a:lstStyle>
            <a:lvl1pPr marL="0" indent="0">
              <a:spcBef>
                <a:spcPts val="0"/>
              </a:spcBef>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p>
        </p:txBody>
      </p:sp>
      <p:sp>
        <p:nvSpPr>
          <p:cNvPr id="4" name="Content Placeholder 3"/>
          <p:cNvSpPr>
            <a:spLocks noGrp="1"/>
          </p:cNvSpPr>
          <p:nvPr>
            <p:ph sz="half" idx="2"/>
          </p:nvPr>
        </p:nvSpPr>
        <p:spPr>
          <a:xfrm>
            <a:off x="633845" y="2507551"/>
            <a:ext cx="3867150" cy="3680525"/>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Text Placeholder 4"/>
          <p:cNvSpPr>
            <a:spLocks noGrp="1"/>
          </p:cNvSpPr>
          <p:nvPr>
            <p:ph type="body" sz="quarter" idx="3"/>
          </p:nvPr>
        </p:nvSpPr>
        <p:spPr>
          <a:xfrm>
            <a:off x="4629150" y="1681851"/>
            <a:ext cx="3886201" cy="825698"/>
          </a:xfrm>
        </p:spPr>
        <p:txBody>
          <a:bodyPr anchor="b"/>
          <a:lstStyle>
            <a:lvl1pPr marL="0" indent="0">
              <a:spcBef>
                <a:spcPts val="0"/>
              </a:spcBef>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p>
        </p:txBody>
      </p:sp>
      <p:sp>
        <p:nvSpPr>
          <p:cNvPr id="6" name="Content Placeholder 5"/>
          <p:cNvSpPr>
            <a:spLocks noGrp="1"/>
          </p:cNvSpPr>
          <p:nvPr>
            <p:ph sz="quarter" idx="4"/>
          </p:nvPr>
        </p:nvSpPr>
        <p:spPr>
          <a:xfrm>
            <a:off x="4629150" y="2507551"/>
            <a:ext cx="3886201" cy="3680525"/>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10" name="Title 9"/>
          <p:cNvSpPr>
            <a:spLocks noGrp="1"/>
          </p:cNvSpPr>
          <p:nvPr>
            <p:ph type="title"/>
          </p:nvPr>
        </p:nvSpPr>
        <p:spPr/>
        <p:txBody>
          <a:bodyPr/>
          <a:lstStyle/>
          <a:p>
            <a:r>
              <a:rPr lang="zh-CN" altLang="en-US"/>
              <a:t>单击此处编辑母版标题样式</a:t>
            </a:r>
            <a:endParaRPr lang="en-US" dirty="0"/>
          </a:p>
        </p:txBody>
      </p:sp>
      <p:sp>
        <p:nvSpPr>
          <p:cNvPr id="7" name="Date Placeholder 6">
            <a:extLst>
              <a:ext uri="{FF2B5EF4-FFF2-40B4-BE49-F238E27FC236}">
                <a16:creationId xmlns:a16="http://schemas.microsoft.com/office/drawing/2014/main" id="{65CE221F-09A0-4A0A-960A-F02096F257C6}"/>
              </a:ext>
            </a:extLst>
          </p:cNvPr>
          <p:cNvSpPr>
            <a:spLocks noGrp="1"/>
          </p:cNvSpPr>
          <p:nvPr>
            <p:ph type="dt" sz="half" idx="10"/>
          </p:nvPr>
        </p:nvSpPr>
        <p:spPr/>
        <p:txBody>
          <a:bodyPr/>
          <a:lstStyle>
            <a:lvl1pPr>
              <a:defRPr/>
            </a:lvl1pPr>
          </a:lstStyle>
          <a:p>
            <a:pPr>
              <a:defRPr/>
            </a:pPr>
            <a:endParaRPr lang="en-US" altLang="zh-CN"/>
          </a:p>
        </p:txBody>
      </p:sp>
      <p:sp>
        <p:nvSpPr>
          <p:cNvPr id="8" name="Footer Placeholder 7">
            <a:extLst>
              <a:ext uri="{FF2B5EF4-FFF2-40B4-BE49-F238E27FC236}">
                <a16:creationId xmlns:a16="http://schemas.microsoft.com/office/drawing/2014/main" id="{A75F6C4F-F484-4887-8B47-6410A014DE93}"/>
              </a:ext>
            </a:extLst>
          </p:cNvPr>
          <p:cNvSpPr>
            <a:spLocks noGrp="1"/>
          </p:cNvSpPr>
          <p:nvPr>
            <p:ph type="ftr" sz="quarter" idx="11"/>
          </p:nvPr>
        </p:nvSpPr>
        <p:spPr/>
        <p:txBody>
          <a:bodyPr/>
          <a:lstStyle>
            <a:lvl1pPr>
              <a:defRPr/>
            </a:lvl1pPr>
          </a:lstStyle>
          <a:p>
            <a:pPr>
              <a:defRPr/>
            </a:pPr>
            <a:endParaRPr lang="en-US"/>
          </a:p>
        </p:txBody>
      </p:sp>
      <p:sp>
        <p:nvSpPr>
          <p:cNvPr id="9" name="Slide Number Placeholder 8">
            <a:extLst>
              <a:ext uri="{FF2B5EF4-FFF2-40B4-BE49-F238E27FC236}">
                <a16:creationId xmlns:a16="http://schemas.microsoft.com/office/drawing/2014/main" id="{6ADBA3BE-A306-4801-9498-4A0FC089AED9}"/>
              </a:ext>
            </a:extLst>
          </p:cNvPr>
          <p:cNvSpPr>
            <a:spLocks noGrp="1"/>
          </p:cNvSpPr>
          <p:nvPr>
            <p:ph type="sldNum" sz="quarter" idx="12"/>
          </p:nvPr>
        </p:nvSpPr>
        <p:spPr/>
        <p:txBody>
          <a:bodyPr/>
          <a:lstStyle>
            <a:lvl1pPr>
              <a:defRPr smtClean="0"/>
            </a:lvl1pPr>
          </a:lstStyle>
          <a:p>
            <a:pPr>
              <a:defRPr/>
            </a:pPr>
            <a:fld id="{BC00BC91-16DF-45F1-805D-0FDA0E902C7E}" type="slidenum">
              <a:rPr lang="en-US" altLang="zh-CN"/>
              <a:pPr>
                <a:defRPr/>
              </a:pPr>
              <a:t>‹#›</a:t>
            </a:fld>
            <a:endParaRPr lang="en-US" altLang="zh-CN"/>
          </a:p>
        </p:txBody>
      </p:sp>
    </p:spTree>
    <p:extLst>
      <p:ext uri="{BB962C8B-B14F-4D97-AF65-F5344CB8AC3E}">
        <p14:creationId xmlns:p14="http://schemas.microsoft.com/office/powerpoint/2010/main" val="4163957125"/>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仅标题">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zh-CN" altLang="en-US"/>
              <a:t>单击此处编辑母版标题样式</a:t>
            </a:r>
            <a:endParaRPr lang="en-US"/>
          </a:p>
        </p:txBody>
      </p:sp>
      <p:sp>
        <p:nvSpPr>
          <p:cNvPr id="3" name="Date Placeholder 2">
            <a:extLst>
              <a:ext uri="{FF2B5EF4-FFF2-40B4-BE49-F238E27FC236}">
                <a16:creationId xmlns:a16="http://schemas.microsoft.com/office/drawing/2014/main" id="{B8D8D5D6-8048-4E15-B676-2E8515CAA070}"/>
              </a:ext>
            </a:extLst>
          </p:cNvPr>
          <p:cNvSpPr>
            <a:spLocks noGrp="1"/>
          </p:cNvSpPr>
          <p:nvPr>
            <p:ph type="dt" sz="half" idx="10"/>
          </p:nvPr>
        </p:nvSpPr>
        <p:spPr/>
        <p:txBody>
          <a:bodyPr/>
          <a:lstStyle>
            <a:lvl1pPr>
              <a:defRPr/>
            </a:lvl1pPr>
          </a:lstStyle>
          <a:p>
            <a:pPr>
              <a:defRPr/>
            </a:pPr>
            <a:endParaRPr lang="en-US" altLang="zh-CN"/>
          </a:p>
        </p:txBody>
      </p:sp>
      <p:sp>
        <p:nvSpPr>
          <p:cNvPr id="4" name="Footer Placeholder 3">
            <a:extLst>
              <a:ext uri="{FF2B5EF4-FFF2-40B4-BE49-F238E27FC236}">
                <a16:creationId xmlns:a16="http://schemas.microsoft.com/office/drawing/2014/main" id="{5D811439-C18F-4A42-AE40-3CE20AF44F36}"/>
              </a:ext>
            </a:extLst>
          </p:cNvPr>
          <p:cNvSpPr>
            <a:spLocks noGrp="1"/>
          </p:cNvSpPr>
          <p:nvPr>
            <p:ph type="ftr" sz="quarter" idx="11"/>
          </p:nvPr>
        </p:nvSpPr>
        <p:spPr/>
        <p:txBody>
          <a:bodyPr/>
          <a:lstStyle>
            <a:lvl1pPr>
              <a:defRPr/>
            </a:lvl1pPr>
          </a:lstStyle>
          <a:p>
            <a:pPr>
              <a:defRPr/>
            </a:pPr>
            <a:endParaRPr lang="en-US"/>
          </a:p>
        </p:txBody>
      </p:sp>
      <p:sp>
        <p:nvSpPr>
          <p:cNvPr id="5" name="Slide Number Placeholder 4">
            <a:extLst>
              <a:ext uri="{FF2B5EF4-FFF2-40B4-BE49-F238E27FC236}">
                <a16:creationId xmlns:a16="http://schemas.microsoft.com/office/drawing/2014/main" id="{83900575-C2AA-420D-AEE0-4F101EFB7037}"/>
              </a:ext>
            </a:extLst>
          </p:cNvPr>
          <p:cNvSpPr>
            <a:spLocks noGrp="1"/>
          </p:cNvSpPr>
          <p:nvPr>
            <p:ph type="sldNum" sz="quarter" idx="12"/>
          </p:nvPr>
        </p:nvSpPr>
        <p:spPr/>
        <p:txBody>
          <a:bodyPr/>
          <a:lstStyle>
            <a:lvl1pPr>
              <a:defRPr smtClean="0"/>
            </a:lvl1pPr>
          </a:lstStyle>
          <a:p>
            <a:pPr>
              <a:defRPr/>
            </a:pPr>
            <a:fld id="{37C4C301-68E4-4B47-AE96-A2BDB53892B5}" type="slidenum">
              <a:rPr lang="en-US" altLang="zh-CN"/>
              <a:pPr>
                <a:defRPr/>
              </a:pPr>
              <a:t>‹#›</a:t>
            </a:fld>
            <a:endParaRPr lang="en-US" altLang="zh-CN"/>
          </a:p>
        </p:txBody>
      </p:sp>
    </p:spTree>
    <p:extLst>
      <p:ext uri="{BB962C8B-B14F-4D97-AF65-F5344CB8AC3E}">
        <p14:creationId xmlns:p14="http://schemas.microsoft.com/office/powerpoint/2010/main" val="1660819753"/>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AC932AC-AD48-4B89-80D4-4E7BF13C33C5}"/>
              </a:ext>
            </a:extLst>
          </p:cNvPr>
          <p:cNvSpPr>
            <a:spLocks noGrp="1"/>
          </p:cNvSpPr>
          <p:nvPr>
            <p:ph type="dt" sz="half" idx="10"/>
          </p:nvPr>
        </p:nvSpPr>
        <p:spPr/>
        <p:txBody>
          <a:bodyPr/>
          <a:lstStyle>
            <a:lvl1pPr>
              <a:defRPr/>
            </a:lvl1pPr>
          </a:lstStyle>
          <a:p>
            <a:pPr>
              <a:defRPr/>
            </a:pPr>
            <a:endParaRPr lang="en-US" altLang="zh-CN"/>
          </a:p>
        </p:txBody>
      </p:sp>
      <p:sp>
        <p:nvSpPr>
          <p:cNvPr id="3" name="Footer Placeholder 2">
            <a:extLst>
              <a:ext uri="{FF2B5EF4-FFF2-40B4-BE49-F238E27FC236}">
                <a16:creationId xmlns:a16="http://schemas.microsoft.com/office/drawing/2014/main" id="{087BD01A-6944-424F-A2FD-7E76BC3D4CB8}"/>
              </a:ext>
            </a:extLst>
          </p:cNvPr>
          <p:cNvSpPr>
            <a:spLocks noGrp="1"/>
          </p:cNvSpPr>
          <p:nvPr>
            <p:ph type="ftr" sz="quarter" idx="11"/>
          </p:nvPr>
        </p:nvSpPr>
        <p:spPr/>
        <p:txBody>
          <a:bodyPr/>
          <a:lstStyle>
            <a:lvl1pPr>
              <a:defRPr/>
            </a:lvl1pPr>
          </a:lstStyle>
          <a:p>
            <a:pPr>
              <a:defRPr/>
            </a:pPr>
            <a:endParaRPr lang="en-US"/>
          </a:p>
        </p:txBody>
      </p:sp>
      <p:sp>
        <p:nvSpPr>
          <p:cNvPr id="4" name="Slide Number Placeholder 3">
            <a:extLst>
              <a:ext uri="{FF2B5EF4-FFF2-40B4-BE49-F238E27FC236}">
                <a16:creationId xmlns:a16="http://schemas.microsoft.com/office/drawing/2014/main" id="{251727D5-0AD0-4864-9E16-C8931B7D3BC5}"/>
              </a:ext>
            </a:extLst>
          </p:cNvPr>
          <p:cNvSpPr>
            <a:spLocks noGrp="1"/>
          </p:cNvSpPr>
          <p:nvPr>
            <p:ph type="sldNum" sz="quarter" idx="12"/>
          </p:nvPr>
        </p:nvSpPr>
        <p:spPr/>
        <p:txBody>
          <a:bodyPr/>
          <a:lstStyle>
            <a:lvl1pPr>
              <a:defRPr smtClean="0"/>
            </a:lvl1pPr>
          </a:lstStyle>
          <a:p>
            <a:pPr>
              <a:defRPr/>
            </a:pPr>
            <a:fld id="{FF2ACD71-9DE8-4767-A023-64C61BA85513}" type="slidenum">
              <a:rPr lang="en-US" altLang="zh-CN"/>
              <a:pPr>
                <a:defRPr/>
              </a:pPr>
              <a:t>‹#›</a:t>
            </a:fld>
            <a:endParaRPr lang="en-US" altLang="zh-CN"/>
          </a:p>
        </p:txBody>
      </p:sp>
    </p:spTree>
    <p:extLst>
      <p:ext uri="{BB962C8B-B14F-4D97-AF65-F5344CB8AC3E}">
        <p14:creationId xmlns:p14="http://schemas.microsoft.com/office/powerpoint/2010/main" val="2281379838"/>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630936" y="457201"/>
            <a:ext cx="2948940" cy="1600197"/>
          </a:xfrm>
        </p:spPr>
        <p:txBody>
          <a:bodyPr anchor="b">
            <a:normAutofit/>
          </a:bodyPr>
          <a:lstStyle>
            <a:lvl1pPr>
              <a:defRPr sz="2400" b="0"/>
            </a:lvl1pPr>
          </a:lstStyle>
          <a:p>
            <a:r>
              <a:rPr lang="zh-CN" altLang="en-US"/>
              <a:t>单击此处编辑母版标题样式</a:t>
            </a:r>
            <a:endParaRPr lang="en-US" dirty="0"/>
          </a:p>
        </p:txBody>
      </p:sp>
      <p:sp>
        <p:nvSpPr>
          <p:cNvPr id="3" name="Content Placeholder 2"/>
          <p:cNvSpPr>
            <a:spLocks noGrp="1"/>
          </p:cNvSpPr>
          <p:nvPr>
            <p:ph idx="1"/>
          </p:nvPr>
        </p:nvSpPr>
        <p:spPr>
          <a:xfrm>
            <a:off x="3886200" y="990600"/>
            <a:ext cx="4629150" cy="4876800"/>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Text Placeholder 3"/>
          <p:cNvSpPr>
            <a:spLocks noGrp="1"/>
          </p:cNvSpPr>
          <p:nvPr>
            <p:ph type="body" sz="half" idx="2"/>
          </p:nvPr>
        </p:nvSpPr>
        <p:spPr>
          <a:xfrm>
            <a:off x="630936" y="2057399"/>
            <a:ext cx="2948940" cy="3810001"/>
          </a:xfrm>
        </p:spPr>
        <p:txBody>
          <a:bodyPr/>
          <a:lstStyle>
            <a:lvl1pPr marL="0" indent="0">
              <a:lnSpc>
                <a:spcPct val="90000"/>
              </a:lnSpc>
              <a:buNone/>
              <a:defRPr sz="120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p>
        </p:txBody>
      </p:sp>
      <p:sp>
        <p:nvSpPr>
          <p:cNvPr id="5" name="Date Placeholder 4">
            <a:extLst>
              <a:ext uri="{FF2B5EF4-FFF2-40B4-BE49-F238E27FC236}">
                <a16:creationId xmlns:a16="http://schemas.microsoft.com/office/drawing/2014/main" id="{10F9EA5D-772B-4328-B61E-36BB93C08DF3}"/>
              </a:ext>
            </a:extLst>
          </p:cNvPr>
          <p:cNvSpPr>
            <a:spLocks noGrp="1"/>
          </p:cNvSpPr>
          <p:nvPr>
            <p:ph type="dt" sz="half" idx="10"/>
          </p:nvPr>
        </p:nvSpPr>
        <p:spPr/>
        <p:txBody>
          <a:bodyPr/>
          <a:lstStyle>
            <a:lvl1pPr>
              <a:defRPr/>
            </a:lvl1pPr>
          </a:lstStyle>
          <a:p>
            <a:pPr>
              <a:defRPr/>
            </a:pPr>
            <a:endParaRPr lang="en-US" altLang="zh-CN"/>
          </a:p>
        </p:txBody>
      </p:sp>
      <p:sp>
        <p:nvSpPr>
          <p:cNvPr id="6" name="Footer Placeholder 5">
            <a:extLst>
              <a:ext uri="{FF2B5EF4-FFF2-40B4-BE49-F238E27FC236}">
                <a16:creationId xmlns:a16="http://schemas.microsoft.com/office/drawing/2014/main" id="{D7EAB421-DDD2-4C83-BF74-DB8F37D8DD79}"/>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6">
            <a:extLst>
              <a:ext uri="{FF2B5EF4-FFF2-40B4-BE49-F238E27FC236}">
                <a16:creationId xmlns:a16="http://schemas.microsoft.com/office/drawing/2014/main" id="{02863037-CDED-4AF8-B2CF-3C3BD8572C0D}"/>
              </a:ext>
            </a:extLst>
          </p:cNvPr>
          <p:cNvSpPr>
            <a:spLocks noGrp="1"/>
          </p:cNvSpPr>
          <p:nvPr>
            <p:ph type="sldNum" sz="quarter" idx="12"/>
          </p:nvPr>
        </p:nvSpPr>
        <p:spPr/>
        <p:txBody>
          <a:bodyPr/>
          <a:lstStyle>
            <a:lvl1pPr>
              <a:defRPr smtClean="0"/>
            </a:lvl1pPr>
          </a:lstStyle>
          <a:p>
            <a:pPr>
              <a:defRPr/>
            </a:pPr>
            <a:fld id="{CC68359B-9610-4188-BE23-6772B2F81205}" type="slidenum">
              <a:rPr lang="en-US" altLang="zh-CN"/>
              <a:pPr>
                <a:defRPr/>
              </a:pPr>
              <a:t>‹#›</a:t>
            </a:fld>
            <a:endParaRPr lang="en-US" altLang="zh-CN"/>
          </a:p>
        </p:txBody>
      </p:sp>
    </p:spTree>
    <p:extLst>
      <p:ext uri="{BB962C8B-B14F-4D97-AF65-F5344CB8AC3E}">
        <p14:creationId xmlns:p14="http://schemas.microsoft.com/office/powerpoint/2010/main" val="3135645556"/>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630936" y="457200"/>
            <a:ext cx="2948940" cy="1600200"/>
          </a:xfrm>
        </p:spPr>
        <p:txBody>
          <a:bodyPr anchor="b">
            <a:normAutofit/>
          </a:bodyPr>
          <a:lstStyle>
            <a:lvl1pPr>
              <a:defRPr sz="2400" b="0"/>
            </a:lvl1pPr>
          </a:lstStyle>
          <a:p>
            <a:r>
              <a:rPr lang="zh-CN" altLang="en-US"/>
              <a:t>单击此处编辑母版标题样式</a:t>
            </a:r>
            <a:endParaRPr lang="en-US" dirty="0"/>
          </a:p>
        </p:txBody>
      </p:sp>
      <p:sp>
        <p:nvSpPr>
          <p:cNvPr id="3" name="Picture Placeholder 2"/>
          <p:cNvSpPr>
            <a:spLocks noGrp="1"/>
          </p:cNvSpPr>
          <p:nvPr>
            <p:ph type="pic" idx="1"/>
          </p:nvPr>
        </p:nvSpPr>
        <p:spPr>
          <a:xfrm>
            <a:off x="3886200" y="990600"/>
            <a:ext cx="4629150" cy="4876800"/>
          </a:xfrm>
        </p:spPr>
        <p:txBody>
          <a:bodyPr rtlCol="0">
            <a:normAutofit/>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lvl="0"/>
            <a:r>
              <a:rPr lang="zh-CN" altLang="en-US" noProof="0"/>
              <a:t>单击图标添加图片</a:t>
            </a:r>
            <a:endParaRPr lang="en-US" noProof="0" dirty="0"/>
          </a:p>
        </p:txBody>
      </p:sp>
      <p:sp>
        <p:nvSpPr>
          <p:cNvPr id="4" name="Text Placeholder 3"/>
          <p:cNvSpPr>
            <a:spLocks noGrp="1"/>
          </p:cNvSpPr>
          <p:nvPr>
            <p:ph type="body" sz="half" idx="2"/>
          </p:nvPr>
        </p:nvSpPr>
        <p:spPr>
          <a:xfrm>
            <a:off x="630936" y="2057400"/>
            <a:ext cx="2948940" cy="3810000"/>
          </a:xfrm>
        </p:spPr>
        <p:txBody>
          <a:bodyPr/>
          <a:lstStyle>
            <a:lvl1pPr marL="0" indent="0">
              <a:lnSpc>
                <a:spcPct val="90000"/>
              </a:lnSpc>
              <a:buNone/>
              <a:defRPr sz="120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p>
        </p:txBody>
      </p:sp>
      <p:sp>
        <p:nvSpPr>
          <p:cNvPr id="5" name="Date Placeholder 4">
            <a:extLst>
              <a:ext uri="{FF2B5EF4-FFF2-40B4-BE49-F238E27FC236}">
                <a16:creationId xmlns:a16="http://schemas.microsoft.com/office/drawing/2014/main" id="{EA2EB7FF-96EE-440A-93ED-23D0895E3943}"/>
              </a:ext>
            </a:extLst>
          </p:cNvPr>
          <p:cNvSpPr>
            <a:spLocks noGrp="1"/>
          </p:cNvSpPr>
          <p:nvPr>
            <p:ph type="dt" sz="half" idx="10"/>
          </p:nvPr>
        </p:nvSpPr>
        <p:spPr/>
        <p:txBody>
          <a:bodyPr/>
          <a:lstStyle>
            <a:lvl1pPr>
              <a:defRPr/>
            </a:lvl1pPr>
          </a:lstStyle>
          <a:p>
            <a:pPr>
              <a:defRPr/>
            </a:pPr>
            <a:endParaRPr lang="en-US" altLang="zh-CN"/>
          </a:p>
        </p:txBody>
      </p:sp>
      <p:sp>
        <p:nvSpPr>
          <p:cNvPr id="6" name="Footer Placeholder 5">
            <a:extLst>
              <a:ext uri="{FF2B5EF4-FFF2-40B4-BE49-F238E27FC236}">
                <a16:creationId xmlns:a16="http://schemas.microsoft.com/office/drawing/2014/main" id="{5D1DBC76-06F7-4B45-9A71-2520815C65D7}"/>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6">
            <a:extLst>
              <a:ext uri="{FF2B5EF4-FFF2-40B4-BE49-F238E27FC236}">
                <a16:creationId xmlns:a16="http://schemas.microsoft.com/office/drawing/2014/main" id="{F8E11C2D-0DEA-408E-ADEB-ECACC5AB155E}"/>
              </a:ext>
            </a:extLst>
          </p:cNvPr>
          <p:cNvSpPr>
            <a:spLocks noGrp="1"/>
          </p:cNvSpPr>
          <p:nvPr>
            <p:ph type="sldNum" sz="quarter" idx="12"/>
          </p:nvPr>
        </p:nvSpPr>
        <p:spPr/>
        <p:txBody>
          <a:bodyPr/>
          <a:lstStyle>
            <a:lvl1pPr>
              <a:defRPr smtClean="0"/>
            </a:lvl1pPr>
          </a:lstStyle>
          <a:p>
            <a:pPr>
              <a:defRPr/>
            </a:pPr>
            <a:fld id="{D680B30B-D817-4D08-A2D4-B112932B7220}" type="slidenum">
              <a:rPr lang="en-US" altLang="zh-CN"/>
              <a:pPr>
                <a:defRPr/>
              </a:pPr>
              <a:t>‹#›</a:t>
            </a:fld>
            <a:endParaRPr lang="en-US" altLang="zh-CN"/>
          </a:p>
        </p:txBody>
      </p:sp>
    </p:spTree>
    <p:extLst>
      <p:ext uri="{BB962C8B-B14F-4D97-AF65-F5344CB8AC3E}">
        <p14:creationId xmlns:p14="http://schemas.microsoft.com/office/powerpoint/2010/main" val="2199257619"/>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a:extLst>
              <a:ext uri="{FF2B5EF4-FFF2-40B4-BE49-F238E27FC236}">
                <a16:creationId xmlns:a16="http://schemas.microsoft.com/office/drawing/2014/main" id="{4207EC77-A460-4770-B260-720A6C8A38BB}"/>
              </a:ext>
            </a:extLst>
          </p:cNvPr>
          <p:cNvSpPr>
            <a:spLocks noGrp="1"/>
          </p:cNvSpPr>
          <p:nvPr>
            <p:ph type="dt" sz="half" idx="10"/>
          </p:nvPr>
        </p:nvSpPr>
        <p:spPr/>
        <p:txBody>
          <a:bodyPr/>
          <a:lstStyle>
            <a:lvl1pPr>
              <a:defRPr/>
            </a:lvl1pPr>
          </a:lstStyle>
          <a:p>
            <a:pPr>
              <a:defRPr/>
            </a:pPr>
            <a:endParaRPr lang="en-US" altLang="zh-CN"/>
          </a:p>
        </p:txBody>
      </p:sp>
      <p:sp>
        <p:nvSpPr>
          <p:cNvPr id="5" name="Footer Placeholder 4">
            <a:extLst>
              <a:ext uri="{FF2B5EF4-FFF2-40B4-BE49-F238E27FC236}">
                <a16:creationId xmlns:a16="http://schemas.microsoft.com/office/drawing/2014/main" id="{C5791093-D137-4DA1-BAAD-DCFEBBB91A11}"/>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B99617AC-4C68-4275-9D2E-C10D0D6BF9DE}"/>
              </a:ext>
            </a:extLst>
          </p:cNvPr>
          <p:cNvSpPr>
            <a:spLocks noGrp="1"/>
          </p:cNvSpPr>
          <p:nvPr>
            <p:ph type="sldNum" sz="quarter" idx="12"/>
          </p:nvPr>
        </p:nvSpPr>
        <p:spPr/>
        <p:txBody>
          <a:bodyPr/>
          <a:lstStyle>
            <a:lvl1pPr>
              <a:defRPr smtClean="0"/>
            </a:lvl1pPr>
          </a:lstStyle>
          <a:p>
            <a:pPr>
              <a:defRPr/>
            </a:pPr>
            <a:fld id="{224BA8E7-E9D2-4B20-9F10-495278E1502B}" type="slidenum">
              <a:rPr lang="en-US" altLang="zh-CN"/>
              <a:pPr>
                <a:defRPr/>
              </a:pPr>
              <a:t>‹#›</a:t>
            </a:fld>
            <a:endParaRPr lang="en-US" altLang="zh-CN"/>
          </a:p>
        </p:txBody>
      </p:sp>
    </p:spTree>
    <p:extLst>
      <p:ext uri="{BB962C8B-B14F-4D97-AF65-F5344CB8AC3E}">
        <p14:creationId xmlns:p14="http://schemas.microsoft.com/office/powerpoint/2010/main" val="305369995"/>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0362"/>
            <a:ext cx="1971675" cy="5811838"/>
          </a:xfrm>
        </p:spPr>
        <p:txBody>
          <a:bodyPr vert="eaVert"/>
          <a:lstStyle/>
          <a:p>
            <a:r>
              <a:rPr lang="zh-CN" altLang="en-US"/>
              <a:t>单击此处编辑母版标题样式</a:t>
            </a:r>
            <a:endParaRPr lang="en-US"/>
          </a:p>
        </p:txBody>
      </p:sp>
      <p:sp>
        <p:nvSpPr>
          <p:cNvPr id="3" name="Vertical Text Placeholder 2"/>
          <p:cNvSpPr>
            <a:spLocks noGrp="1"/>
          </p:cNvSpPr>
          <p:nvPr>
            <p:ph type="body" orient="vert" idx="1"/>
          </p:nvPr>
        </p:nvSpPr>
        <p:spPr>
          <a:xfrm>
            <a:off x="628650" y="360363"/>
            <a:ext cx="5800725" cy="5811837"/>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4" name="Date Placeholder 3">
            <a:extLst>
              <a:ext uri="{FF2B5EF4-FFF2-40B4-BE49-F238E27FC236}">
                <a16:creationId xmlns:a16="http://schemas.microsoft.com/office/drawing/2014/main" id="{0C55F969-EDC5-4474-8BFB-A9537FD161D9}"/>
              </a:ext>
            </a:extLst>
          </p:cNvPr>
          <p:cNvSpPr>
            <a:spLocks noGrp="1"/>
          </p:cNvSpPr>
          <p:nvPr>
            <p:ph type="dt" sz="half" idx="10"/>
          </p:nvPr>
        </p:nvSpPr>
        <p:spPr/>
        <p:txBody>
          <a:bodyPr/>
          <a:lstStyle>
            <a:lvl1pPr>
              <a:defRPr/>
            </a:lvl1pPr>
          </a:lstStyle>
          <a:p>
            <a:pPr>
              <a:defRPr/>
            </a:pPr>
            <a:endParaRPr lang="en-US" altLang="zh-CN"/>
          </a:p>
        </p:txBody>
      </p:sp>
      <p:sp>
        <p:nvSpPr>
          <p:cNvPr id="5" name="Footer Placeholder 4">
            <a:extLst>
              <a:ext uri="{FF2B5EF4-FFF2-40B4-BE49-F238E27FC236}">
                <a16:creationId xmlns:a16="http://schemas.microsoft.com/office/drawing/2014/main" id="{9D32356E-143E-47E5-871B-5C6A987F0385}"/>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E8D28847-7C60-477F-9A1D-8495BDD0C0E7}"/>
              </a:ext>
            </a:extLst>
          </p:cNvPr>
          <p:cNvSpPr>
            <a:spLocks noGrp="1"/>
          </p:cNvSpPr>
          <p:nvPr>
            <p:ph type="sldNum" sz="quarter" idx="12"/>
          </p:nvPr>
        </p:nvSpPr>
        <p:spPr/>
        <p:txBody>
          <a:bodyPr/>
          <a:lstStyle>
            <a:lvl1pPr>
              <a:defRPr smtClean="0"/>
            </a:lvl1pPr>
          </a:lstStyle>
          <a:p>
            <a:pPr>
              <a:defRPr/>
            </a:pPr>
            <a:fld id="{0D00F23A-DB89-4E0B-AE76-FF440A598F9C}" type="slidenum">
              <a:rPr lang="en-US" altLang="zh-CN"/>
              <a:pPr>
                <a:defRPr/>
              </a:pPr>
              <a:t>‹#›</a:t>
            </a:fld>
            <a:endParaRPr lang="en-US" altLang="zh-CN"/>
          </a:p>
        </p:txBody>
      </p:sp>
    </p:spTree>
    <p:extLst>
      <p:ext uri="{BB962C8B-B14F-4D97-AF65-F5344CB8AC3E}">
        <p14:creationId xmlns:p14="http://schemas.microsoft.com/office/powerpoint/2010/main" val="3747056154"/>
      </p:ext>
    </p:extLst>
  </p:cSld>
  <p:clrMapOvr>
    <a:masterClrMapping/>
  </p:clrMapOvr>
  <p:hf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theme" Target="../theme/theme2.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2.xml"/><Relationship Id="rId3" Type="http://schemas.openxmlformats.org/officeDocument/2006/relationships/slideLayout" Target="../slideLayouts/slideLayout27.xml"/><Relationship Id="rId7" Type="http://schemas.openxmlformats.org/officeDocument/2006/relationships/slideLayout" Target="../slideLayouts/slideLayout31.xml"/><Relationship Id="rId12" Type="http://schemas.openxmlformats.org/officeDocument/2006/relationships/theme" Target="../theme/theme3.xml"/><Relationship Id="rId2" Type="http://schemas.openxmlformats.org/officeDocument/2006/relationships/slideLayout" Target="../slideLayouts/slideLayout26.xml"/><Relationship Id="rId1" Type="http://schemas.openxmlformats.org/officeDocument/2006/relationships/slideLayout" Target="../slideLayouts/slideLayout25.xml"/><Relationship Id="rId6" Type="http://schemas.openxmlformats.org/officeDocument/2006/relationships/slideLayout" Target="../slideLayouts/slideLayout30.xml"/><Relationship Id="rId11" Type="http://schemas.openxmlformats.org/officeDocument/2006/relationships/slideLayout" Target="../slideLayouts/slideLayout35.xml"/><Relationship Id="rId5" Type="http://schemas.openxmlformats.org/officeDocument/2006/relationships/slideLayout" Target="../slideLayouts/slideLayout29.xml"/><Relationship Id="rId10" Type="http://schemas.openxmlformats.org/officeDocument/2006/relationships/slideLayout" Target="../slideLayouts/slideLayout34.xml"/><Relationship Id="rId4" Type="http://schemas.openxmlformats.org/officeDocument/2006/relationships/slideLayout" Target="../slideLayouts/slideLayout28.xml"/><Relationship Id="rId9" Type="http://schemas.openxmlformats.org/officeDocument/2006/relationships/slideLayout" Target="../slideLayouts/slideLayout33.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3.xml"/><Relationship Id="rId3" Type="http://schemas.openxmlformats.org/officeDocument/2006/relationships/slideLayout" Target="../slideLayouts/slideLayout38.xml"/><Relationship Id="rId7" Type="http://schemas.openxmlformats.org/officeDocument/2006/relationships/slideLayout" Target="../slideLayouts/slideLayout42.xml"/><Relationship Id="rId12" Type="http://schemas.openxmlformats.org/officeDocument/2006/relationships/theme" Target="../theme/theme4.xml"/><Relationship Id="rId2" Type="http://schemas.openxmlformats.org/officeDocument/2006/relationships/slideLayout" Target="../slideLayouts/slideLayout37.xml"/><Relationship Id="rId1" Type="http://schemas.openxmlformats.org/officeDocument/2006/relationships/slideLayout" Target="../slideLayouts/slideLayout36.xml"/><Relationship Id="rId6" Type="http://schemas.openxmlformats.org/officeDocument/2006/relationships/slideLayout" Target="../slideLayouts/slideLayout41.xml"/><Relationship Id="rId11" Type="http://schemas.openxmlformats.org/officeDocument/2006/relationships/slideLayout" Target="../slideLayouts/slideLayout46.xml"/><Relationship Id="rId5" Type="http://schemas.openxmlformats.org/officeDocument/2006/relationships/slideLayout" Target="../slideLayouts/slideLayout40.xml"/><Relationship Id="rId10" Type="http://schemas.openxmlformats.org/officeDocument/2006/relationships/slideLayout" Target="../slideLayouts/slideLayout45.xml"/><Relationship Id="rId4" Type="http://schemas.openxmlformats.org/officeDocument/2006/relationships/slideLayout" Target="../slideLayouts/slideLayout39.xml"/><Relationship Id="rId9" Type="http://schemas.openxmlformats.org/officeDocument/2006/relationships/slideLayout" Target="../slideLayouts/slideLayout4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标题占位符 1">
            <a:extLst>
              <a:ext uri="{FF2B5EF4-FFF2-40B4-BE49-F238E27FC236}">
                <a16:creationId xmlns:a16="http://schemas.microsoft.com/office/drawing/2014/main" id="{2D37A657-DEF8-4A78-B0A2-137EE7E376FA}"/>
              </a:ext>
            </a:extLst>
          </p:cNvPr>
          <p:cNvSpPr>
            <a:spLocks noGrp="1" noChangeArrowheads="1"/>
          </p:cNvSpPr>
          <p:nvPr>
            <p:ph type="title"/>
          </p:nvPr>
        </p:nvSpPr>
        <p:spPr bwMode="auto">
          <a:xfrm>
            <a:off x="457200" y="142875"/>
            <a:ext cx="8229600" cy="642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1027" name="文本占位符 2">
            <a:extLst>
              <a:ext uri="{FF2B5EF4-FFF2-40B4-BE49-F238E27FC236}">
                <a16:creationId xmlns:a16="http://schemas.microsoft.com/office/drawing/2014/main" id="{4FA7415D-2A90-442A-B3F8-4EDBE792D668}"/>
              </a:ext>
            </a:extLst>
          </p:cNvPr>
          <p:cNvSpPr>
            <a:spLocks noGrp="1" noChangeArrowheads="1"/>
          </p:cNvSpPr>
          <p:nvPr>
            <p:ph type="body" idx="1"/>
          </p:nvPr>
        </p:nvSpPr>
        <p:spPr bwMode="auto">
          <a:xfrm>
            <a:off x="457200" y="1000125"/>
            <a:ext cx="8229600" cy="5126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80CE9570-2725-44A5-85F1-85E7D53BF42D}"/>
              </a:ext>
            </a:extLst>
          </p:cNvPr>
          <p:cNvSpPr>
            <a:spLocks noGrp="1"/>
          </p:cNvSpPr>
          <p:nvPr>
            <p:ph type="dt" sz="half" idx="2"/>
          </p:nvPr>
        </p:nvSpPr>
        <p:spPr>
          <a:xfrm>
            <a:off x="457200" y="6391275"/>
            <a:ext cx="2133600" cy="365125"/>
          </a:xfrm>
          <a:prstGeom prst="rect">
            <a:avLst/>
          </a:prstGeom>
        </p:spPr>
        <p:txBody>
          <a:bodyPr vert="horz" lIns="91440" tIns="45720" rIns="91440" bIns="45720" rtlCol="0" anchor="ctr"/>
          <a:lstStyle>
            <a:lvl1pPr algn="l" defTabSz="913765">
              <a:defRPr sz="1000">
                <a:solidFill>
                  <a:prstClr val="black">
                    <a:tint val="75000"/>
                  </a:prstClr>
                </a:solidFill>
              </a:defRPr>
            </a:lvl1pPr>
          </a:lstStyle>
          <a:p>
            <a:pPr>
              <a:defRPr/>
            </a:pPr>
            <a:fld id="{21B27286-9A5A-4D22-A475-629F75BBB11E}" type="datetime3">
              <a:rPr lang="zh-CN" altLang="en-US"/>
              <a:pPr>
                <a:defRPr/>
              </a:pPr>
              <a:t>2024年8月27日星期二</a:t>
            </a:fld>
            <a:endParaRPr lang="zh-CN" altLang="en-US"/>
          </a:p>
        </p:txBody>
      </p:sp>
      <p:sp>
        <p:nvSpPr>
          <p:cNvPr id="5" name="页脚占位符 4">
            <a:extLst>
              <a:ext uri="{FF2B5EF4-FFF2-40B4-BE49-F238E27FC236}">
                <a16:creationId xmlns:a16="http://schemas.microsoft.com/office/drawing/2014/main" id="{7F1B649F-F52E-4CA9-A59B-1CF15EB18800}"/>
              </a:ext>
            </a:extLst>
          </p:cNvPr>
          <p:cNvSpPr>
            <a:spLocks noGrp="1"/>
          </p:cNvSpPr>
          <p:nvPr>
            <p:ph type="ftr" sz="quarter" idx="3"/>
          </p:nvPr>
        </p:nvSpPr>
        <p:spPr>
          <a:xfrm>
            <a:off x="2928938" y="6391275"/>
            <a:ext cx="3357562" cy="365125"/>
          </a:xfrm>
          <a:prstGeom prst="rect">
            <a:avLst/>
          </a:prstGeom>
        </p:spPr>
        <p:txBody>
          <a:bodyPr vert="horz" lIns="91440" tIns="46800" rIns="91440" bIns="45720" rtlCol="0" anchor="ctr"/>
          <a:lstStyle>
            <a:lvl1pPr algn="ctr" defTabSz="913765">
              <a:defRPr sz="1000">
                <a:solidFill>
                  <a:prstClr val="black">
                    <a:tint val="75000"/>
                  </a:prstClr>
                </a:solidFill>
              </a:defRPr>
            </a:lvl1pPr>
          </a:lstStyle>
          <a:p>
            <a:pPr>
              <a:defRPr/>
            </a:pPr>
            <a:endParaRPr lang="zh-CN" altLang="en-US"/>
          </a:p>
        </p:txBody>
      </p:sp>
      <p:sp>
        <p:nvSpPr>
          <p:cNvPr id="6" name="灯片编号占位符 5">
            <a:extLst>
              <a:ext uri="{FF2B5EF4-FFF2-40B4-BE49-F238E27FC236}">
                <a16:creationId xmlns:a16="http://schemas.microsoft.com/office/drawing/2014/main" id="{DFCEDEC4-0BBC-4269-8355-5F53D77F6E35}"/>
              </a:ext>
            </a:extLst>
          </p:cNvPr>
          <p:cNvSpPr>
            <a:spLocks noGrp="1"/>
          </p:cNvSpPr>
          <p:nvPr>
            <p:ph type="sldNum" sz="quarter" idx="4"/>
          </p:nvPr>
        </p:nvSpPr>
        <p:spPr>
          <a:xfrm>
            <a:off x="6553200" y="6391275"/>
            <a:ext cx="2133600" cy="365125"/>
          </a:xfrm>
          <a:prstGeom prst="rect">
            <a:avLst/>
          </a:prstGeom>
        </p:spPr>
        <p:txBody>
          <a:bodyPr vert="horz" wrap="square" lIns="91440" tIns="45720" rIns="91440" bIns="45720" numCol="1" anchor="ctr" anchorCtr="0" compatLnSpc="1">
            <a:prstTxWarp prst="textNoShape">
              <a:avLst/>
            </a:prstTxWarp>
          </a:bodyPr>
          <a:lstStyle>
            <a:lvl1pPr algn="r" defTabSz="912813">
              <a:defRPr sz="1000" smtClean="0">
                <a:solidFill>
                  <a:srgbClr val="898989"/>
                </a:solidFill>
              </a:defRPr>
            </a:lvl1pPr>
          </a:lstStyle>
          <a:p>
            <a:pPr>
              <a:defRPr/>
            </a:pPr>
            <a:fld id="{4BD7DFA0-CB83-4959-B82E-BF26DAC20941}" type="slidenum">
              <a:rPr lang="zh-CN" altLang="en-US"/>
              <a:pPr>
                <a:defRPr/>
              </a:pPr>
              <a:t>‹#›</a:t>
            </a:fld>
            <a:endParaRPr lang="zh-CN" altLang="en-US"/>
          </a:p>
        </p:txBody>
      </p:sp>
      <p:cxnSp>
        <p:nvCxnSpPr>
          <p:cNvPr id="7" name="直接连接符 6">
            <a:extLst>
              <a:ext uri="{FF2B5EF4-FFF2-40B4-BE49-F238E27FC236}">
                <a16:creationId xmlns:a16="http://schemas.microsoft.com/office/drawing/2014/main" id="{F7E5A205-0377-42C1-906C-8461D7620A2C}"/>
              </a:ext>
            </a:extLst>
          </p:cNvPr>
          <p:cNvCxnSpPr/>
          <p:nvPr/>
        </p:nvCxnSpPr>
        <p:spPr>
          <a:xfrm>
            <a:off x="0" y="857250"/>
            <a:ext cx="9144000" cy="1588"/>
          </a:xfrm>
          <a:prstGeom prst="line">
            <a:avLst/>
          </a:prstGeom>
          <a:ln w="63500" cap="flat" cmpd="thickThin"/>
        </p:spPr>
        <p:style>
          <a:lnRef idx="1">
            <a:schemeClr val="accent1"/>
          </a:lnRef>
          <a:fillRef idx="0">
            <a:schemeClr val="accent1"/>
          </a:fillRef>
          <a:effectRef idx="0">
            <a:schemeClr val="accent1"/>
          </a:effectRef>
          <a:fontRef idx="minor">
            <a:schemeClr val="tx1"/>
          </a:fontRef>
        </p:style>
      </p:cxnSp>
      <p:cxnSp>
        <p:nvCxnSpPr>
          <p:cNvPr id="8" name="直接连接符 7">
            <a:extLst>
              <a:ext uri="{FF2B5EF4-FFF2-40B4-BE49-F238E27FC236}">
                <a16:creationId xmlns:a16="http://schemas.microsoft.com/office/drawing/2014/main" id="{E38B1EDF-EEDA-4138-91B5-309D103EA451}"/>
              </a:ext>
            </a:extLst>
          </p:cNvPr>
          <p:cNvCxnSpPr/>
          <p:nvPr/>
        </p:nvCxnSpPr>
        <p:spPr>
          <a:xfrm>
            <a:off x="0" y="6286500"/>
            <a:ext cx="9144000" cy="1588"/>
          </a:xfrm>
          <a:prstGeom prst="line">
            <a:avLst/>
          </a:prstGeom>
          <a:ln w="63500" cmpd="thinThick"/>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5057" r:id="rId1"/>
    <p:sldLayoutId id="2147485058" r:id="rId2"/>
    <p:sldLayoutId id="2147485059" r:id="rId3"/>
    <p:sldLayoutId id="2147485060" r:id="rId4"/>
    <p:sldLayoutId id="2147485061" r:id="rId5"/>
    <p:sldLayoutId id="2147485062" r:id="rId6"/>
    <p:sldLayoutId id="2147485034" r:id="rId7"/>
    <p:sldLayoutId id="2147485063" r:id="rId8"/>
    <p:sldLayoutId id="2147485064" r:id="rId9"/>
    <p:sldLayoutId id="2147485065" r:id="rId10"/>
    <p:sldLayoutId id="2147485066" r:id="rId11"/>
    <p:sldLayoutId id="2147485067" r:id="rId12"/>
    <p:sldLayoutId id="2147485068" r:id="rId13"/>
  </p:sldLayoutIdLst>
  <p:hf sldNum="0" hdr="0" ftr="0" dt="0"/>
  <p:txStyles>
    <p:titleStyle>
      <a:lvl1pPr algn="ctr" defTabSz="512763" rtl="0" eaLnBrk="0" fontAlgn="base" hangingPunct="0">
        <a:spcBef>
          <a:spcPct val="0"/>
        </a:spcBef>
        <a:spcAft>
          <a:spcPct val="0"/>
        </a:spcAft>
        <a:defRPr sz="2400" kern="1200">
          <a:solidFill>
            <a:schemeClr val="tx1"/>
          </a:solidFill>
          <a:latin typeface="+mj-lt"/>
          <a:ea typeface="+mj-ea"/>
          <a:cs typeface="+mj-cs"/>
        </a:defRPr>
      </a:lvl1pPr>
      <a:lvl2pPr algn="ctr" defTabSz="512763" rtl="0" eaLnBrk="0" fontAlgn="base" hangingPunct="0">
        <a:spcBef>
          <a:spcPct val="0"/>
        </a:spcBef>
        <a:spcAft>
          <a:spcPct val="0"/>
        </a:spcAft>
        <a:defRPr sz="2400">
          <a:solidFill>
            <a:schemeClr val="tx1"/>
          </a:solidFill>
          <a:latin typeface="Arial" panose="020B0604020202020204" pitchFamily="34" charset="0"/>
          <a:ea typeface="黑体" panose="02010609060101010101" pitchFamily="49" charset="-122"/>
        </a:defRPr>
      </a:lvl2pPr>
      <a:lvl3pPr algn="ctr" defTabSz="512763" rtl="0" eaLnBrk="0" fontAlgn="base" hangingPunct="0">
        <a:spcBef>
          <a:spcPct val="0"/>
        </a:spcBef>
        <a:spcAft>
          <a:spcPct val="0"/>
        </a:spcAft>
        <a:defRPr sz="2400">
          <a:solidFill>
            <a:schemeClr val="tx1"/>
          </a:solidFill>
          <a:latin typeface="Arial" panose="020B0604020202020204" pitchFamily="34" charset="0"/>
          <a:ea typeface="黑体" panose="02010609060101010101" pitchFamily="49" charset="-122"/>
        </a:defRPr>
      </a:lvl3pPr>
      <a:lvl4pPr algn="ctr" defTabSz="512763" rtl="0" eaLnBrk="0" fontAlgn="base" hangingPunct="0">
        <a:spcBef>
          <a:spcPct val="0"/>
        </a:spcBef>
        <a:spcAft>
          <a:spcPct val="0"/>
        </a:spcAft>
        <a:defRPr sz="2400">
          <a:solidFill>
            <a:schemeClr val="tx1"/>
          </a:solidFill>
          <a:latin typeface="Arial" panose="020B0604020202020204" pitchFamily="34" charset="0"/>
          <a:ea typeface="黑体" panose="02010609060101010101" pitchFamily="49" charset="-122"/>
        </a:defRPr>
      </a:lvl4pPr>
      <a:lvl5pPr algn="ctr" defTabSz="512763" rtl="0" eaLnBrk="0" fontAlgn="base" hangingPunct="0">
        <a:spcBef>
          <a:spcPct val="0"/>
        </a:spcBef>
        <a:spcAft>
          <a:spcPct val="0"/>
        </a:spcAft>
        <a:defRPr sz="2400">
          <a:solidFill>
            <a:schemeClr val="tx1"/>
          </a:solidFill>
          <a:latin typeface="Arial" panose="020B0604020202020204" pitchFamily="34" charset="0"/>
          <a:ea typeface="黑体" panose="02010609060101010101" pitchFamily="49" charset="-122"/>
        </a:defRPr>
      </a:lvl5pPr>
      <a:lvl6pPr marL="457200" algn="ctr" defTabSz="512763" rtl="0" fontAlgn="base">
        <a:spcBef>
          <a:spcPct val="0"/>
        </a:spcBef>
        <a:spcAft>
          <a:spcPct val="0"/>
        </a:spcAft>
        <a:defRPr sz="2400">
          <a:solidFill>
            <a:schemeClr val="tx1"/>
          </a:solidFill>
          <a:latin typeface="Arial" panose="020B0604020202020204" pitchFamily="34" charset="0"/>
          <a:ea typeface="黑体" panose="02010609060101010101" pitchFamily="49" charset="-122"/>
        </a:defRPr>
      </a:lvl6pPr>
      <a:lvl7pPr marL="914400" algn="ctr" defTabSz="512763" rtl="0" fontAlgn="base">
        <a:spcBef>
          <a:spcPct val="0"/>
        </a:spcBef>
        <a:spcAft>
          <a:spcPct val="0"/>
        </a:spcAft>
        <a:defRPr sz="2400">
          <a:solidFill>
            <a:schemeClr val="tx1"/>
          </a:solidFill>
          <a:latin typeface="Arial" panose="020B0604020202020204" pitchFamily="34" charset="0"/>
          <a:ea typeface="黑体" panose="02010609060101010101" pitchFamily="49" charset="-122"/>
        </a:defRPr>
      </a:lvl7pPr>
      <a:lvl8pPr marL="1371600" algn="ctr" defTabSz="512763" rtl="0" fontAlgn="base">
        <a:spcBef>
          <a:spcPct val="0"/>
        </a:spcBef>
        <a:spcAft>
          <a:spcPct val="0"/>
        </a:spcAft>
        <a:defRPr sz="2400">
          <a:solidFill>
            <a:schemeClr val="tx1"/>
          </a:solidFill>
          <a:latin typeface="Arial" panose="020B0604020202020204" pitchFamily="34" charset="0"/>
          <a:ea typeface="黑体" panose="02010609060101010101" pitchFamily="49" charset="-122"/>
        </a:defRPr>
      </a:lvl8pPr>
      <a:lvl9pPr marL="1828800" algn="ctr" defTabSz="512763" rtl="0" fontAlgn="base">
        <a:spcBef>
          <a:spcPct val="0"/>
        </a:spcBef>
        <a:spcAft>
          <a:spcPct val="0"/>
        </a:spcAft>
        <a:defRPr sz="2400">
          <a:solidFill>
            <a:schemeClr val="tx1"/>
          </a:solidFill>
          <a:latin typeface="Arial" panose="020B0604020202020204" pitchFamily="34" charset="0"/>
          <a:ea typeface="黑体" panose="02010609060101010101" pitchFamily="49" charset="-122"/>
        </a:defRPr>
      </a:lvl9pPr>
    </p:titleStyle>
    <p:bodyStyle>
      <a:lvl1pPr marL="192088" indent="-192088" algn="l" defTabSz="512763"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1pPr>
      <a:lvl2pPr marL="417513" indent="-160338" algn="l" defTabSz="512763" rtl="0" eaLnBrk="0" fontAlgn="base" hangingPunct="0">
        <a:spcBef>
          <a:spcPct val="20000"/>
        </a:spcBef>
        <a:spcAft>
          <a:spcPct val="0"/>
        </a:spcAft>
        <a:buFont typeface="Arial" panose="020B0604020202020204" pitchFamily="34" charset="0"/>
        <a:buChar char="–"/>
        <a:defRPr kern="1200">
          <a:solidFill>
            <a:schemeClr val="tx1"/>
          </a:solidFill>
          <a:latin typeface="+mn-lt"/>
          <a:ea typeface="+mn-ea"/>
          <a:cs typeface="+mn-cs"/>
        </a:defRPr>
      </a:lvl2pPr>
      <a:lvl3pPr marL="641350" indent="-127000" algn="l" defTabSz="512763" rtl="0" eaLnBrk="0" fontAlgn="base" hangingPunct="0">
        <a:spcBef>
          <a:spcPct val="20000"/>
        </a:spcBef>
        <a:spcAft>
          <a:spcPct val="0"/>
        </a:spcAft>
        <a:buFont typeface="Arial" panose="020B0604020202020204" pitchFamily="34" charset="0"/>
        <a:buChar char="•"/>
        <a:defRPr sz="1600" kern="1200">
          <a:solidFill>
            <a:schemeClr val="tx1"/>
          </a:solidFill>
          <a:latin typeface="+mn-lt"/>
          <a:ea typeface="+mn-ea"/>
          <a:cs typeface="+mn-cs"/>
        </a:defRPr>
      </a:lvl3pPr>
      <a:lvl4pPr marL="898525" indent="-127000" algn="l" defTabSz="512763" rtl="0" eaLnBrk="0" fontAlgn="base" hangingPunct="0">
        <a:spcBef>
          <a:spcPct val="20000"/>
        </a:spcBef>
        <a:spcAft>
          <a:spcPct val="0"/>
        </a:spcAft>
        <a:buFont typeface="Arial" panose="020B0604020202020204" pitchFamily="34" charset="0"/>
        <a:buChar char="–"/>
        <a:defRPr sz="1400" kern="1200">
          <a:solidFill>
            <a:schemeClr val="tx1"/>
          </a:solidFill>
          <a:latin typeface="+mn-lt"/>
          <a:ea typeface="+mn-ea"/>
          <a:cs typeface="+mn-cs"/>
        </a:defRPr>
      </a:lvl4pPr>
      <a:lvl5pPr marL="1155700" indent="-127000" algn="l" defTabSz="512763" rtl="0" eaLnBrk="0" fontAlgn="base" hangingPunct="0">
        <a:spcBef>
          <a:spcPct val="20000"/>
        </a:spcBef>
        <a:spcAft>
          <a:spcPct val="0"/>
        </a:spcAft>
        <a:buFont typeface="Arial" panose="020B0604020202020204" pitchFamily="34" charset="0"/>
        <a:buChar char="»"/>
        <a:defRPr sz="1400" kern="1200">
          <a:solidFill>
            <a:schemeClr val="tx1"/>
          </a:solidFill>
          <a:latin typeface="+mn-lt"/>
          <a:ea typeface="+mn-ea"/>
          <a:cs typeface="+mn-cs"/>
        </a:defRPr>
      </a:lvl5pPr>
      <a:lvl6pPr marL="1414145" indent="-128270" algn="l" defTabSz="513715" rtl="0" eaLnBrk="1" latinLnBrk="0" hangingPunct="1">
        <a:spcBef>
          <a:spcPct val="20000"/>
        </a:spcBef>
        <a:buFont typeface="Arial" panose="020B0604020202020204" pitchFamily="34" charset="0"/>
        <a:buChar char="•"/>
        <a:defRPr sz="1125" kern="1200">
          <a:solidFill>
            <a:schemeClr val="tx1"/>
          </a:solidFill>
          <a:latin typeface="+mn-lt"/>
          <a:ea typeface="+mn-ea"/>
          <a:cs typeface="+mn-cs"/>
        </a:defRPr>
      </a:lvl6pPr>
      <a:lvl7pPr marL="1671320" indent="-128270" algn="l" defTabSz="513715" rtl="0" eaLnBrk="1" latinLnBrk="0" hangingPunct="1">
        <a:spcBef>
          <a:spcPct val="20000"/>
        </a:spcBef>
        <a:buFont typeface="Arial" panose="020B0604020202020204" pitchFamily="34" charset="0"/>
        <a:buChar char="•"/>
        <a:defRPr sz="1125" kern="1200">
          <a:solidFill>
            <a:schemeClr val="tx1"/>
          </a:solidFill>
          <a:latin typeface="+mn-lt"/>
          <a:ea typeface="+mn-ea"/>
          <a:cs typeface="+mn-cs"/>
        </a:defRPr>
      </a:lvl7pPr>
      <a:lvl8pPr marL="1928495" indent="-128270" algn="l" defTabSz="513715" rtl="0" eaLnBrk="1" latinLnBrk="0" hangingPunct="1">
        <a:spcBef>
          <a:spcPct val="20000"/>
        </a:spcBef>
        <a:buFont typeface="Arial" panose="020B0604020202020204" pitchFamily="34" charset="0"/>
        <a:buChar char="•"/>
        <a:defRPr sz="1125" kern="1200">
          <a:solidFill>
            <a:schemeClr val="tx1"/>
          </a:solidFill>
          <a:latin typeface="+mn-lt"/>
          <a:ea typeface="+mn-ea"/>
          <a:cs typeface="+mn-cs"/>
        </a:defRPr>
      </a:lvl8pPr>
      <a:lvl9pPr marL="2185670" indent="-128270" algn="l" defTabSz="513715" rtl="0" eaLnBrk="1" latinLnBrk="0" hangingPunct="1">
        <a:spcBef>
          <a:spcPct val="20000"/>
        </a:spcBef>
        <a:buFont typeface="Arial" panose="020B0604020202020204" pitchFamily="34" charset="0"/>
        <a:buChar char="•"/>
        <a:defRPr sz="1125" kern="1200">
          <a:solidFill>
            <a:schemeClr val="tx1"/>
          </a:solidFill>
          <a:latin typeface="+mn-lt"/>
          <a:ea typeface="+mn-ea"/>
          <a:cs typeface="+mn-cs"/>
        </a:defRPr>
      </a:lvl9pPr>
    </p:bodyStyle>
    <p:otherStyle>
      <a:defPPr>
        <a:defRPr lang="zh-CN"/>
      </a:defPPr>
      <a:lvl1pPr marL="0" algn="l" defTabSz="513715" rtl="0" eaLnBrk="1" latinLnBrk="0" hangingPunct="1">
        <a:defRPr sz="1015" kern="1200">
          <a:solidFill>
            <a:schemeClr val="tx1"/>
          </a:solidFill>
          <a:latin typeface="+mn-lt"/>
          <a:ea typeface="+mn-ea"/>
          <a:cs typeface="+mn-cs"/>
        </a:defRPr>
      </a:lvl1pPr>
      <a:lvl2pPr marL="257175" algn="l" defTabSz="513715" rtl="0" eaLnBrk="1" latinLnBrk="0" hangingPunct="1">
        <a:defRPr sz="1015" kern="1200">
          <a:solidFill>
            <a:schemeClr val="tx1"/>
          </a:solidFill>
          <a:latin typeface="+mn-lt"/>
          <a:ea typeface="+mn-ea"/>
          <a:cs typeface="+mn-cs"/>
        </a:defRPr>
      </a:lvl2pPr>
      <a:lvl3pPr marL="514350" algn="l" defTabSz="513715" rtl="0" eaLnBrk="1" latinLnBrk="0" hangingPunct="1">
        <a:defRPr sz="1015" kern="1200">
          <a:solidFill>
            <a:schemeClr val="tx1"/>
          </a:solidFill>
          <a:latin typeface="+mn-lt"/>
          <a:ea typeface="+mn-ea"/>
          <a:cs typeface="+mn-cs"/>
        </a:defRPr>
      </a:lvl3pPr>
      <a:lvl4pPr marL="771525" algn="l" defTabSz="513715" rtl="0" eaLnBrk="1" latinLnBrk="0" hangingPunct="1">
        <a:defRPr sz="1015" kern="1200">
          <a:solidFill>
            <a:schemeClr val="tx1"/>
          </a:solidFill>
          <a:latin typeface="+mn-lt"/>
          <a:ea typeface="+mn-ea"/>
          <a:cs typeface="+mn-cs"/>
        </a:defRPr>
      </a:lvl4pPr>
      <a:lvl5pPr marL="1028700" algn="l" defTabSz="513715" rtl="0" eaLnBrk="1" latinLnBrk="0" hangingPunct="1">
        <a:defRPr sz="1015" kern="1200">
          <a:solidFill>
            <a:schemeClr val="tx1"/>
          </a:solidFill>
          <a:latin typeface="+mn-lt"/>
          <a:ea typeface="+mn-ea"/>
          <a:cs typeface="+mn-cs"/>
        </a:defRPr>
      </a:lvl5pPr>
      <a:lvl6pPr marL="1285875" algn="l" defTabSz="513715" rtl="0" eaLnBrk="1" latinLnBrk="0" hangingPunct="1">
        <a:defRPr sz="1015" kern="1200">
          <a:solidFill>
            <a:schemeClr val="tx1"/>
          </a:solidFill>
          <a:latin typeface="+mn-lt"/>
          <a:ea typeface="+mn-ea"/>
          <a:cs typeface="+mn-cs"/>
        </a:defRPr>
      </a:lvl6pPr>
      <a:lvl7pPr marL="1543050" algn="l" defTabSz="513715" rtl="0" eaLnBrk="1" latinLnBrk="0" hangingPunct="1">
        <a:defRPr sz="1015" kern="1200">
          <a:solidFill>
            <a:schemeClr val="tx1"/>
          </a:solidFill>
          <a:latin typeface="+mn-lt"/>
          <a:ea typeface="+mn-ea"/>
          <a:cs typeface="+mn-cs"/>
        </a:defRPr>
      </a:lvl7pPr>
      <a:lvl8pPr marL="1800225" algn="l" defTabSz="513715" rtl="0" eaLnBrk="1" latinLnBrk="0" hangingPunct="1">
        <a:defRPr sz="1015" kern="1200">
          <a:solidFill>
            <a:schemeClr val="tx1"/>
          </a:solidFill>
          <a:latin typeface="+mn-lt"/>
          <a:ea typeface="+mn-ea"/>
          <a:cs typeface="+mn-cs"/>
        </a:defRPr>
      </a:lvl8pPr>
      <a:lvl9pPr marL="2057400" algn="l" defTabSz="513715" rtl="0" eaLnBrk="1" latinLnBrk="0" hangingPunct="1">
        <a:defRPr sz="1015"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0" name="标题占位符 1">
            <a:extLst>
              <a:ext uri="{FF2B5EF4-FFF2-40B4-BE49-F238E27FC236}">
                <a16:creationId xmlns:a16="http://schemas.microsoft.com/office/drawing/2014/main" id="{FFD39F70-0BB0-4AC2-A90C-E6C64EADCC90}"/>
              </a:ext>
            </a:extLst>
          </p:cNvPr>
          <p:cNvSpPr>
            <a:spLocks noGrp="1" noChangeArrowheads="1"/>
          </p:cNvSpPr>
          <p:nvPr>
            <p:ph type="title"/>
          </p:nvPr>
        </p:nvSpPr>
        <p:spPr bwMode="auto">
          <a:xfrm>
            <a:off x="628650" y="365125"/>
            <a:ext cx="78867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2051" name="文本占位符 2">
            <a:extLst>
              <a:ext uri="{FF2B5EF4-FFF2-40B4-BE49-F238E27FC236}">
                <a16:creationId xmlns:a16="http://schemas.microsoft.com/office/drawing/2014/main" id="{6636DB0A-85E2-4055-B3CE-96C3B7C66DCD}"/>
              </a:ext>
            </a:extLst>
          </p:cNvPr>
          <p:cNvSpPr>
            <a:spLocks noGrp="1" noChangeArrowheads="1"/>
          </p:cNvSpPr>
          <p:nvPr>
            <p:ph type="body" idx="1"/>
          </p:nvPr>
        </p:nvSpPr>
        <p:spPr bwMode="auto">
          <a:xfrm>
            <a:off x="628650" y="1825625"/>
            <a:ext cx="78867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71099ACD-5484-4664-8010-F901F8885EDA}"/>
              </a:ext>
            </a:extLst>
          </p:cNvPr>
          <p:cNvSpPr>
            <a:spLocks noGrp="1"/>
          </p:cNvSpPr>
          <p:nvPr>
            <p:ph type="dt" sz="half" idx="2"/>
          </p:nvPr>
        </p:nvSpPr>
        <p:spPr>
          <a:xfrm>
            <a:off x="628650" y="6356350"/>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fld id="{569522F3-4E8F-46C6-809E-E2A66B821E09}" type="datetimeFigureOut">
              <a:rPr lang="zh-CN" altLang="en-US"/>
              <a:pPr>
                <a:defRPr/>
              </a:pPr>
              <a:t>2024/8/27</a:t>
            </a:fld>
            <a:endParaRPr lang="zh-CN" altLang="en-US"/>
          </a:p>
        </p:txBody>
      </p:sp>
      <p:sp>
        <p:nvSpPr>
          <p:cNvPr id="5" name="页脚占位符 4">
            <a:extLst>
              <a:ext uri="{FF2B5EF4-FFF2-40B4-BE49-F238E27FC236}">
                <a16:creationId xmlns:a16="http://schemas.microsoft.com/office/drawing/2014/main" id="{A9ABCC43-AF1B-4E5E-A12F-999B3CE4B53D}"/>
              </a:ext>
            </a:extLst>
          </p:cNvPr>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lang="zh-CN" altLang="en-US"/>
          </a:p>
        </p:txBody>
      </p:sp>
      <p:sp>
        <p:nvSpPr>
          <p:cNvPr id="6" name="灯片编号占位符 5">
            <a:extLst>
              <a:ext uri="{FF2B5EF4-FFF2-40B4-BE49-F238E27FC236}">
                <a16:creationId xmlns:a16="http://schemas.microsoft.com/office/drawing/2014/main" id="{4AD7DE29-F9B3-4C85-A707-B5D35972BCBA}"/>
              </a:ext>
            </a:extLst>
          </p:cNvPr>
          <p:cNvSpPr>
            <a:spLocks noGrp="1"/>
          </p:cNvSpPr>
          <p:nvPr>
            <p:ph type="sldNum" sz="quarter" idx="4"/>
          </p:nvPr>
        </p:nvSpPr>
        <p:spPr>
          <a:xfrm>
            <a:off x="6457950" y="6356350"/>
            <a:ext cx="2057400" cy="365125"/>
          </a:xfrm>
          <a:prstGeom prst="rect">
            <a:avLst/>
          </a:prstGeom>
        </p:spPr>
        <p:txBody>
          <a:bodyPr vert="horz" wrap="square" lIns="91440" tIns="45720" rIns="91440" bIns="45720" numCol="1" anchor="ctr" anchorCtr="0" compatLnSpc="1">
            <a:prstTxWarp prst="textNoShape">
              <a:avLst/>
            </a:prstTxWarp>
          </a:bodyPr>
          <a:lstStyle>
            <a:lvl1pPr algn="r">
              <a:defRPr sz="1200" smtClean="0">
                <a:solidFill>
                  <a:srgbClr val="898989"/>
                </a:solidFill>
              </a:defRPr>
            </a:lvl1pPr>
          </a:lstStyle>
          <a:p>
            <a:pPr>
              <a:defRPr/>
            </a:pPr>
            <a:fld id="{A76952D7-EF9B-4A41-BF2E-379404780C76}" type="slidenum">
              <a:rPr lang="zh-CN" altLang="en-US"/>
              <a:pPr>
                <a:defRPr/>
              </a:pPr>
              <a:t>‹#›</a:t>
            </a:fld>
            <a:endParaRPr lang="zh-CN" altLang="en-US"/>
          </a:p>
        </p:txBody>
      </p:sp>
    </p:spTree>
  </p:cSld>
  <p:clrMap bg1="lt1" tx1="dk1" bg2="lt2" tx2="dk2" accent1="accent1" accent2="accent2" accent3="accent3" accent4="accent4" accent5="accent5" accent6="accent6" hlink="hlink" folHlink="folHlink"/>
  <p:sldLayoutIdLst>
    <p:sldLayoutId id="2147485035" r:id="rId1"/>
    <p:sldLayoutId id="2147485036" r:id="rId2"/>
    <p:sldLayoutId id="2147485037" r:id="rId3"/>
    <p:sldLayoutId id="2147485038" r:id="rId4"/>
    <p:sldLayoutId id="2147485039" r:id="rId5"/>
    <p:sldLayoutId id="2147485040" r:id="rId6"/>
    <p:sldLayoutId id="2147485041" r:id="rId7"/>
    <p:sldLayoutId id="2147485042" r:id="rId8"/>
    <p:sldLayoutId id="2147485043" r:id="rId9"/>
    <p:sldLayoutId id="2147485044" r:id="rId10"/>
    <p:sldLayoutId id="2147485045" r:id="rId11"/>
  </p:sldLayoutIdLst>
  <p:txStyles>
    <p:titleStyle>
      <a:lvl1pPr algn="l" rtl="0" eaLnBrk="0" fontAlgn="base" hangingPunct="0">
        <a:lnSpc>
          <a:spcPct val="90000"/>
        </a:lnSpc>
        <a:spcBef>
          <a:spcPct val="0"/>
        </a:spcBef>
        <a:spcAft>
          <a:spcPct val="0"/>
        </a:spcAft>
        <a:defRPr sz="44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等线 Light" panose="02010600030101010101" pitchFamily="2" charset="-122"/>
          <a:ea typeface="等线 Light" panose="02010600030101010101" pitchFamily="2" charset="-122"/>
        </a:defRPr>
      </a:lvl2pPr>
      <a:lvl3pPr algn="l" rtl="0" eaLnBrk="0" fontAlgn="base" hangingPunct="0">
        <a:lnSpc>
          <a:spcPct val="90000"/>
        </a:lnSpc>
        <a:spcBef>
          <a:spcPct val="0"/>
        </a:spcBef>
        <a:spcAft>
          <a:spcPct val="0"/>
        </a:spcAft>
        <a:defRPr sz="4400">
          <a:solidFill>
            <a:schemeClr val="tx1"/>
          </a:solidFill>
          <a:latin typeface="等线 Light" panose="02010600030101010101" pitchFamily="2" charset="-122"/>
          <a:ea typeface="等线 Light" panose="02010600030101010101" pitchFamily="2" charset="-122"/>
        </a:defRPr>
      </a:lvl3pPr>
      <a:lvl4pPr algn="l" rtl="0" eaLnBrk="0" fontAlgn="base" hangingPunct="0">
        <a:lnSpc>
          <a:spcPct val="90000"/>
        </a:lnSpc>
        <a:spcBef>
          <a:spcPct val="0"/>
        </a:spcBef>
        <a:spcAft>
          <a:spcPct val="0"/>
        </a:spcAft>
        <a:defRPr sz="4400">
          <a:solidFill>
            <a:schemeClr val="tx1"/>
          </a:solidFill>
          <a:latin typeface="等线 Light" panose="02010600030101010101" pitchFamily="2" charset="-122"/>
          <a:ea typeface="等线 Light" panose="02010600030101010101" pitchFamily="2" charset="-122"/>
        </a:defRPr>
      </a:lvl4pPr>
      <a:lvl5pPr algn="l" rtl="0" eaLnBrk="0" fontAlgn="base" hangingPunct="0">
        <a:lnSpc>
          <a:spcPct val="90000"/>
        </a:lnSpc>
        <a:spcBef>
          <a:spcPct val="0"/>
        </a:spcBef>
        <a:spcAft>
          <a:spcPct val="0"/>
        </a:spcAft>
        <a:defRPr sz="4400">
          <a:solidFill>
            <a:schemeClr val="tx1"/>
          </a:solidFill>
          <a:latin typeface="等线 Light" panose="02010600030101010101" pitchFamily="2" charset="-122"/>
          <a:ea typeface="等线 Light" panose="02010600030101010101" pitchFamily="2" charset="-122"/>
        </a:defRPr>
      </a:lvl5pPr>
      <a:lvl6pPr marL="457200" algn="l" rtl="0" fontAlgn="base">
        <a:lnSpc>
          <a:spcPct val="90000"/>
        </a:lnSpc>
        <a:spcBef>
          <a:spcPct val="0"/>
        </a:spcBef>
        <a:spcAft>
          <a:spcPct val="0"/>
        </a:spcAft>
        <a:defRPr sz="4400">
          <a:solidFill>
            <a:schemeClr val="tx1"/>
          </a:solidFill>
          <a:latin typeface="等线 Light" panose="02010600030101010101" pitchFamily="2" charset="-122"/>
          <a:ea typeface="等线 Light" panose="02010600030101010101" pitchFamily="2" charset="-122"/>
        </a:defRPr>
      </a:lvl6pPr>
      <a:lvl7pPr marL="914400" algn="l" rtl="0" fontAlgn="base">
        <a:lnSpc>
          <a:spcPct val="90000"/>
        </a:lnSpc>
        <a:spcBef>
          <a:spcPct val="0"/>
        </a:spcBef>
        <a:spcAft>
          <a:spcPct val="0"/>
        </a:spcAft>
        <a:defRPr sz="4400">
          <a:solidFill>
            <a:schemeClr val="tx1"/>
          </a:solidFill>
          <a:latin typeface="等线 Light" panose="02010600030101010101" pitchFamily="2" charset="-122"/>
          <a:ea typeface="等线 Light" panose="02010600030101010101" pitchFamily="2" charset="-122"/>
        </a:defRPr>
      </a:lvl7pPr>
      <a:lvl8pPr marL="1371600" algn="l" rtl="0" fontAlgn="base">
        <a:lnSpc>
          <a:spcPct val="90000"/>
        </a:lnSpc>
        <a:spcBef>
          <a:spcPct val="0"/>
        </a:spcBef>
        <a:spcAft>
          <a:spcPct val="0"/>
        </a:spcAft>
        <a:defRPr sz="4400">
          <a:solidFill>
            <a:schemeClr val="tx1"/>
          </a:solidFill>
          <a:latin typeface="等线 Light" panose="02010600030101010101" pitchFamily="2" charset="-122"/>
          <a:ea typeface="等线 Light" panose="02010600030101010101" pitchFamily="2" charset="-122"/>
        </a:defRPr>
      </a:lvl8pPr>
      <a:lvl9pPr marL="1828800" algn="l" rtl="0" fontAlgn="base">
        <a:lnSpc>
          <a:spcPct val="90000"/>
        </a:lnSpc>
        <a:spcBef>
          <a:spcPct val="0"/>
        </a:spcBef>
        <a:spcAft>
          <a:spcPct val="0"/>
        </a:spcAft>
        <a:defRPr sz="4400">
          <a:solidFill>
            <a:schemeClr val="tx1"/>
          </a:solidFill>
          <a:latin typeface="等线 Light" panose="02010600030101010101" pitchFamily="2" charset="-122"/>
          <a:ea typeface="等线 Light" panose="02010600030101010101" pitchFamily="2" charset="-122"/>
        </a:defRPr>
      </a:lvl9pPr>
    </p:titleStyle>
    <p:body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074" name="标题占位符 1">
            <a:extLst>
              <a:ext uri="{FF2B5EF4-FFF2-40B4-BE49-F238E27FC236}">
                <a16:creationId xmlns:a16="http://schemas.microsoft.com/office/drawing/2014/main" id="{37325569-1B1B-4B17-B328-4712ED632871}"/>
              </a:ext>
            </a:extLst>
          </p:cNvPr>
          <p:cNvSpPr>
            <a:spLocks noGrp="1" noChangeArrowheads="1"/>
          </p:cNvSpPr>
          <p:nvPr>
            <p:ph type="title"/>
          </p:nvPr>
        </p:nvSpPr>
        <p:spPr bwMode="auto">
          <a:xfrm>
            <a:off x="628650" y="365125"/>
            <a:ext cx="78867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3075" name="文本占位符 2">
            <a:extLst>
              <a:ext uri="{FF2B5EF4-FFF2-40B4-BE49-F238E27FC236}">
                <a16:creationId xmlns:a16="http://schemas.microsoft.com/office/drawing/2014/main" id="{2A64365C-8E96-4F73-88BC-BDB5830226B7}"/>
              </a:ext>
            </a:extLst>
          </p:cNvPr>
          <p:cNvSpPr>
            <a:spLocks noGrp="1" noChangeArrowheads="1"/>
          </p:cNvSpPr>
          <p:nvPr>
            <p:ph type="body" idx="1"/>
          </p:nvPr>
        </p:nvSpPr>
        <p:spPr bwMode="auto">
          <a:xfrm>
            <a:off x="628650" y="1825625"/>
            <a:ext cx="78867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3F5FCD62-AC2E-43C2-BE76-D287AC30A5C9}"/>
              </a:ext>
            </a:extLst>
          </p:cNvPr>
          <p:cNvSpPr>
            <a:spLocks noGrp="1"/>
          </p:cNvSpPr>
          <p:nvPr>
            <p:ph type="dt" sz="half" idx="2"/>
          </p:nvPr>
        </p:nvSpPr>
        <p:spPr>
          <a:xfrm>
            <a:off x="628650" y="6356350"/>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fld id="{AA1BA76D-D034-4490-A9E2-343D9DF6B426}" type="datetimeFigureOut">
              <a:rPr lang="zh-CN" altLang="en-US"/>
              <a:pPr>
                <a:defRPr/>
              </a:pPr>
              <a:t>2024/8/27</a:t>
            </a:fld>
            <a:endParaRPr lang="zh-CN" altLang="en-US"/>
          </a:p>
        </p:txBody>
      </p:sp>
      <p:sp>
        <p:nvSpPr>
          <p:cNvPr id="5" name="页脚占位符 4">
            <a:extLst>
              <a:ext uri="{FF2B5EF4-FFF2-40B4-BE49-F238E27FC236}">
                <a16:creationId xmlns:a16="http://schemas.microsoft.com/office/drawing/2014/main" id="{876A6EFD-1465-4335-BB27-48965E1FE739}"/>
              </a:ext>
            </a:extLst>
          </p:cNvPr>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lang="zh-CN" altLang="en-US"/>
          </a:p>
        </p:txBody>
      </p:sp>
      <p:sp>
        <p:nvSpPr>
          <p:cNvPr id="6" name="灯片编号占位符 5">
            <a:extLst>
              <a:ext uri="{FF2B5EF4-FFF2-40B4-BE49-F238E27FC236}">
                <a16:creationId xmlns:a16="http://schemas.microsoft.com/office/drawing/2014/main" id="{203D60C0-4DDC-4625-9AB7-A26C57DDE680}"/>
              </a:ext>
            </a:extLst>
          </p:cNvPr>
          <p:cNvSpPr>
            <a:spLocks noGrp="1"/>
          </p:cNvSpPr>
          <p:nvPr>
            <p:ph type="sldNum" sz="quarter" idx="4"/>
          </p:nvPr>
        </p:nvSpPr>
        <p:spPr>
          <a:xfrm>
            <a:off x="6457950" y="6356350"/>
            <a:ext cx="2057400" cy="365125"/>
          </a:xfrm>
          <a:prstGeom prst="rect">
            <a:avLst/>
          </a:prstGeom>
        </p:spPr>
        <p:txBody>
          <a:bodyPr vert="horz" wrap="square" lIns="91440" tIns="45720" rIns="91440" bIns="45720" numCol="1" anchor="ctr" anchorCtr="0" compatLnSpc="1">
            <a:prstTxWarp prst="textNoShape">
              <a:avLst/>
            </a:prstTxWarp>
          </a:bodyPr>
          <a:lstStyle>
            <a:lvl1pPr algn="r">
              <a:defRPr sz="1200" smtClean="0">
                <a:solidFill>
                  <a:srgbClr val="898989"/>
                </a:solidFill>
              </a:defRPr>
            </a:lvl1pPr>
          </a:lstStyle>
          <a:p>
            <a:pPr>
              <a:defRPr/>
            </a:pPr>
            <a:fld id="{31BD40D6-595B-47D3-879E-A122AF10D237}" type="slidenum">
              <a:rPr lang="zh-CN" altLang="en-US"/>
              <a:pPr>
                <a:defRPr/>
              </a:pPr>
              <a:t>‹#›</a:t>
            </a:fld>
            <a:endParaRPr lang="zh-CN" altLang="en-US"/>
          </a:p>
        </p:txBody>
      </p:sp>
    </p:spTree>
  </p:cSld>
  <p:clrMap bg1="lt1" tx1="dk1" bg2="lt2" tx2="dk2" accent1="accent1" accent2="accent2" accent3="accent3" accent4="accent4" accent5="accent5" accent6="accent6" hlink="hlink" folHlink="folHlink"/>
  <p:sldLayoutIdLst>
    <p:sldLayoutId id="2147485046" r:id="rId1"/>
    <p:sldLayoutId id="2147485047" r:id="rId2"/>
    <p:sldLayoutId id="2147485048" r:id="rId3"/>
    <p:sldLayoutId id="2147485049" r:id="rId4"/>
    <p:sldLayoutId id="2147485050" r:id="rId5"/>
    <p:sldLayoutId id="2147485051" r:id="rId6"/>
    <p:sldLayoutId id="2147485052" r:id="rId7"/>
    <p:sldLayoutId id="2147485053" r:id="rId8"/>
    <p:sldLayoutId id="2147485054" r:id="rId9"/>
    <p:sldLayoutId id="2147485055" r:id="rId10"/>
    <p:sldLayoutId id="2147485056" r:id="rId11"/>
  </p:sldLayoutIdLst>
  <p:txStyles>
    <p:titleStyle>
      <a:lvl1pPr algn="l" rtl="0" eaLnBrk="0" fontAlgn="base" hangingPunct="0">
        <a:lnSpc>
          <a:spcPct val="90000"/>
        </a:lnSpc>
        <a:spcBef>
          <a:spcPct val="0"/>
        </a:spcBef>
        <a:spcAft>
          <a:spcPct val="0"/>
        </a:spcAft>
        <a:defRPr sz="44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等线 Light" panose="02010600030101010101" pitchFamily="2" charset="-122"/>
          <a:ea typeface="等线 Light" panose="02010600030101010101" pitchFamily="2" charset="-122"/>
        </a:defRPr>
      </a:lvl2pPr>
      <a:lvl3pPr algn="l" rtl="0" eaLnBrk="0" fontAlgn="base" hangingPunct="0">
        <a:lnSpc>
          <a:spcPct val="90000"/>
        </a:lnSpc>
        <a:spcBef>
          <a:spcPct val="0"/>
        </a:spcBef>
        <a:spcAft>
          <a:spcPct val="0"/>
        </a:spcAft>
        <a:defRPr sz="4400">
          <a:solidFill>
            <a:schemeClr val="tx1"/>
          </a:solidFill>
          <a:latin typeface="等线 Light" panose="02010600030101010101" pitchFamily="2" charset="-122"/>
          <a:ea typeface="等线 Light" panose="02010600030101010101" pitchFamily="2" charset="-122"/>
        </a:defRPr>
      </a:lvl3pPr>
      <a:lvl4pPr algn="l" rtl="0" eaLnBrk="0" fontAlgn="base" hangingPunct="0">
        <a:lnSpc>
          <a:spcPct val="90000"/>
        </a:lnSpc>
        <a:spcBef>
          <a:spcPct val="0"/>
        </a:spcBef>
        <a:spcAft>
          <a:spcPct val="0"/>
        </a:spcAft>
        <a:defRPr sz="4400">
          <a:solidFill>
            <a:schemeClr val="tx1"/>
          </a:solidFill>
          <a:latin typeface="等线 Light" panose="02010600030101010101" pitchFamily="2" charset="-122"/>
          <a:ea typeface="等线 Light" panose="02010600030101010101" pitchFamily="2" charset="-122"/>
        </a:defRPr>
      </a:lvl4pPr>
      <a:lvl5pPr algn="l" rtl="0" eaLnBrk="0" fontAlgn="base" hangingPunct="0">
        <a:lnSpc>
          <a:spcPct val="90000"/>
        </a:lnSpc>
        <a:spcBef>
          <a:spcPct val="0"/>
        </a:spcBef>
        <a:spcAft>
          <a:spcPct val="0"/>
        </a:spcAft>
        <a:defRPr sz="4400">
          <a:solidFill>
            <a:schemeClr val="tx1"/>
          </a:solidFill>
          <a:latin typeface="等线 Light" panose="02010600030101010101" pitchFamily="2" charset="-122"/>
          <a:ea typeface="等线 Light" panose="02010600030101010101" pitchFamily="2" charset="-122"/>
        </a:defRPr>
      </a:lvl5pPr>
      <a:lvl6pPr marL="457200" algn="l" rtl="0" fontAlgn="base">
        <a:lnSpc>
          <a:spcPct val="90000"/>
        </a:lnSpc>
        <a:spcBef>
          <a:spcPct val="0"/>
        </a:spcBef>
        <a:spcAft>
          <a:spcPct val="0"/>
        </a:spcAft>
        <a:defRPr sz="4400">
          <a:solidFill>
            <a:schemeClr val="tx1"/>
          </a:solidFill>
          <a:latin typeface="等线 Light" panose="02010600030101010101" pitchFamily="2" charset="-122"/>
          <a:ea typeface="等线 Light" panose="02010600030101010101" pitchFamily="2" charset="-122"/>
        </a:defRPr>
      </a:lvl6pPr>
      <a:lvl7pPr marL="914400" algn="l" rtl="0" fontAlgn="base">
        <a:lnSpc>
          <a:spcPct val="90000"/>
        </a:lnSpc>
        <a:spcBef>
          <a:spcPct val="0"/>
        </a:spcBef>
        <a:spcAft>
          <a:spcPct val="0"/>
        </a:spcAft>
        <a:defRPr sz="4400">
          <a:solidFill>
            <a:schemeClr val="tx1"/>
          </a:solidFill>
          <a:latin typeface="等线 Light" panose="02010600030101010101" pitchFamily="2" charset="-122"/>
          <a:ea typeface="等线 Light" panose="02010600030101010101" pitchFamily="2" charset="-122"/>
        </a:defRPr>
      </a:lvl7pPr>
      <a:lvl8pPr marL="1371600" algn="l" rtl="0" fontAlgn="base">
        <a:lnSpc>
          <a:spcPct val="90000"/>
        </a:lnSpc>
        <a:spcBef>
          <a:spcPct val="0"/>
        </a:spcBef>
        <a:spcAft>
          <a:spcPct val="0"/>
        </a:spcAft>
        <a:defRPr sz="4400">
          <a:solidFill>
            <a:schemeClr val="tx1"/>
          </a:solidFill>
          <a:latin typeface="等线 Light" panose="02010600030101010101" pitchFamily="2" charset="-122"/>
          <a:ea typeface="等线 Light" panose="02010600030101010101" pitchFamily="2" charset="-122"/>
        </a:defRPr>
      </a:lvl8pPr>
      <a:lvl9pPr marL="1828800" algn="l" rtl="0" fontAlgn="base">
        <a:lnSpc>
          <a:spcPct val="90000"/>
        </a:lnSpc>
        <a:spcBef>
          <a:spcPct val="0"/>
        </a:spcBef>
        <a:spcAft>
          <a:spcPct val="0"/>
        </a:spcAft>
        <a:defRPr sz="4400">
          <a:solidFill>
            <a:schemeClr val="tx1"/>
          </a:solidFill>
          <a:latin typeface="等线 Light" panose="02010600030101010101" pitchFamily="2" charset="-122"/>
          <a:ea typeface="等线 Light" panose="02010600030101010101" pitchFamily="2" charset="-122"/>
        </a:defRPr>
      </a:lvl9pPr>
    </p:titleStyle>
    <p:body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098" name="Title Placeholder 1">
            <a:extLst>
              <a:ext uri="{FF2B5EF4-FFF2-40B4-BE49-F238E27FC236}">
                <a16:creationId xmlns:a16="http://schemas.microsoft.com/office/drawing/2014/main" id="{EEDA3903-E769-4A98-B2AC-6A1876D4D00E}"/>
              </a:ext>
            </a:extLst>
          </p:cNvPr>
          <p:cNvSpPr>
            <a:spLocks noGrp="1" noChangeArrowheads="1"/>
          </p:cNvSpPr>
          <p:nvPr>
            <p:ph type="title"/>
          </p:nvPr>
        </p:nvSpPr>
        <p:spPr bwMode="auto">
          <a:xfrm>
            <a:off x="633413" y="365125"/>
            <a:ext cx="78867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endParaRPr lang="en-US" altLang="zh-CN"/>
          </a:p>
        </p:txBody>
      </p:sp>
      <p:sp>
        <p:nvSpPr>
          <p:cNvPr id="4099" name="Text Placeholder 2">
            <a:extLst>
              <a:ext uri="{FF2B5EF4-FFF2-40B4-BE49-F238E27FC236}">
                <a16:creationId xmlns:a16="http://schemas.microsoft.com/office/drawing/2014/main" id="{BA018CC4-E6C3-409F-A47D-F932743FFF94}"/>
              </a:ext>
            </a:extLst>
          </p:cNvPr>
          <p:cNvSpPr>
            <a:spLocks noGrp="1" noChangeArrowheads="1"/>
          </p:cNvSpPr>
          <p:nvPr>
            <p:ph type="body" idx="1"/>
          </p:nvPr>
        </p:nvSpPr>
        <p:spPr bwMode="auto">
          <a:xfrm>
            <a:off x="633413" y="1828800"/>
            <a:ext cx="78867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ltLang="zh-CN"/>
          </a:p>
        </p:txBody>
      </p:sp>
      <p:sp>
        <p:nvSpPr>
          <p:cNvPr id="4" name="Date Placeholder 3">
            <a:extLst>
              <a:ext uri="{FF2B5EF4-FFF2-40B4-BE49-F238E27FC236}">
                <a16:creationId xmlns:a16="http://schemas.microsoft.com/office/drawing/2014/main" id="{D68CCD12-EAFF-4F24-82AC-F30E3AE99810}"/>
              </a:ext>
            </a:extLst>
          </p:cNvPr>
          <p:cNvSpPr>
            <a:spLocks noGrp="1"/>
          </p:cNvSpPr>
          <p:nvPr>
            <p:ph type="dt" sz="half" idx="2"/>
          </p:nvPr>
        </p:nvSpPr>
        <p:spPr>
          <a:xfrm>
            <a:off x="628650" y="6356350"/>
            <a:ext cx="2057400" cy="365125"/>
          </a:xfrm>
          <a:prstGeom prst="rect">
            <a:avLst/>
          </a:prstGeom>
        </p:spPr>
        <p:txBody>
          <a:bodyPr vert="horz" lIns="91440" tIns="45720" rIns="91440" bIns="45720" rtlCol="0" anchor="ctr"/>
          <a:lstStyle>
            <a:lvl1pPr algn="l">
              <a:defRPr sz="825">
                <a:solidFill>
                  <a:schemeClr val="tx1">
                    <a:lumMod val="65000"/>
                    <a:lumOff val="35000"/>
                  </a:schemeClr>
                </a:solidFill>
              </a:defRPr>
            </a:lvl1pPr>
          </a:lstStyle>
          <a:p>
            <a:pPr>
              <a:defRPr/>
            </a:pPr>
            <a:endParaRPr lang="en-US" altLang="zh-CN"/>
          </a:p>
        </p:txBody>
      </p:sp>
      <p:sp>
        <p:nvSpPr>
          <p:cNvPr id="5" name="Footer Placeholder 4">
            <a:extLst>
              <a:ext uri="{FF2B5EF4-FFF2-40B4-BE49-F238E27FC236}">
                <a16:creationId xmlns:a16="http://schemas.microsoft.com/office/drawing/2014/main" id="{86A6808D-1942-494C-8DF0-1089DDB9AD7B}"/>
              </a:ext>
            </a:extLst>
          </p:cNvPr>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a:defRPr sz="825">
                <a:solidFill>
                  <a:schemeClr val="tx1">
                    <a:lumMod val="65000"/>
                    <a:lumOff val="35000"/>
                  </a:schemeClr>
                </a:solidFill>
              </a:defRPr>
            </a:lvl1pPr>
          </a:lstStyle>
          <a:p>
            <a:pPr>
              <a:defRPr/>
            </a:pPr>
            <a:endParaRPr lang="en-US" altLang="zh-CN"/>
          </a:p>
        </p:txBody>
      </p:sp>
      <p:sp>
        <p:nvSpPr>
          <p:cNvPr id="6" name="Slide Number Placeholder 5">
            <a:extLst>
              <a:ext uri="{FF2B5EF4-FFF2-40B4-BE49-F238E27FC236}">
                <a16:creationId xmlns:a16="http://schemas.microsoft.com/office/drawing/2014/main" id="{02D995F8-4B68-415C-942E-E1A75C6DBCE7}"/>
              </a:ext>
            </a:extLst>
          </p:cNvPr>
          <p:cNvSpPr>
            <a:spLocks noGrp="1"/>
          </p:cNvSpPr>
          <p:nvPr>
            <p:ph type="sldNum" sz="quarter" idx="4"/>
          </p:nvPr>
        </p:nvSpPr>
        <p:spPr>
          <a:xfrm>
            <a:off x="6462713" y="6356350"/>
            <a:ext cx="2057400" cy="365125"/>
          </a:xfrm>
          <a:prstGeom prst="rect">
            <a:avLst/>
          </a:prstGeom>
        </p:spPr>
        <p:txBody>
          <a:bodyPr vert="horz" wrap="square" lIns="91440" tIns="45720" rIns="91440" bIns="45720" numCol="1" anchor="ctr" anchorCtr="0" compatLnSpc="1">
            <a:prstTxWarp prst="textNoShape">
              <a:avLst/>
            </a:prstTxWarp>
          </a:bodyPr>
          <a:lstStyle>
            <a:lvl1pPr algn="r">
              <a:defRPr sz="800" smtClean="0">
                <a:solidFill>
                  <a:srgbClr val="898989"/>
                </a:solidFill>
              </a:defRPr>
            </a:lvl1pPr>
          </a:lstStyle>
          <a:p>
            <a:pPr>
              <a:defRPr/>
            </a:pPr>
            <a:fld id="{1E2DC961-7D88-4FF7-89D1-D53EDDF2DB43}" type="slidenum">
              <a:rPr lang="zh-CN" altLang="en-US"/>
              <a:pPr>
                <a:defRPr/>
              </a:pPr>
              <a:t>‹#›</a:t>
            </a:fld>
            <a:endParaRPr lang="en-US" altLang="zh-CN"/>
          </a:p>
        </p:txBody>
      </p:sp>
    </p:spTree>
  </p:cSld>
  <p:clrMap bg1="lt1" tx1="dk1" bg2="lt2" tx2="dk2" accent1="accent1" accent2="accent2" accent3="accent3" accent4="accent4" accent5="accent5" accent6="accent6" hlink="hlink" folHlink="folHlink"/>
  <p:sldLayoutIdLst>
    <p:sldLayoutId id="2147485069" r:id="rId1"/>
    <p:sldLayoutId id="2147485070" r:id="rId2"/>
    <p:sldLayoutId id="2147485071" r:id="rId3"/>
    <p:sldLayoutId id="2147485072" r:id="rId4"/>
    <p:sldLayoutId id="2147485073" r:id="rId5"/>
    <p:sldLayoutId id="2147485074" r:id="rId6"/>
    <p:sldLayoutId id="2147485075" r:id="rId7"/>
    <p:sldLayoutId id="2147485076" r:id="rId8"/>
    <p:sldLayoutId id="2147485077" r:id="rId9"/>
    <p:sldLayoutId id="2147485078" r:id="rId10"/>
    <p:sldLayoutId id="2147485079" r:id="rId11"/>
  </p:sldLayoutIdLst>
  <p:txStyles>
    <p:titleStyle>
      <a:lvl1pPr algn="l" defTabSz="685800" rtl="0" eaLnBrk="0" fontAlgn="base" hangingPunct="0">
        <a:lnSpc>
          <a:spcPct val="90000"/>
        </a:lnSpc>
        <a:spcBef>
          <a:spcPct val="0"/>
        </a:spcBef>
        <a:spcAft>
          <a:spcPct val="0"/>
        </a:spcAft>
        <a:defRPr sz="3300" kern="1200">
          <a:solidFill>
            <a:schemeClr val="tx1"/>
          </a:solidFill>
          <a:latin typeface="+mj-lt"/>
          <a:ea typeface="+mj-ea"/>
          <a:cs typeface="+mj-cs"/>
        </a:defRPr>
      </a:lvl1pPr>
      <a:lvl2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2pPr>
      <a:lvl3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3pPr>
      <a:lvl4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4pPr>
      <a:lvl5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5pPr>
      <a:lvl6pPr marL="457200" algn="l" defTabSz="685800" rtl="0" fontAlgn="base">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6pPr>
      <a:lvl7pPr marL="914400" algn="l" defTabSz="685800" rtl="0" fontAlgn="base">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7pPr>
      <a:lvl8pPr marL="1371600" algn="l" defTabSz="685800" rtl="0" fontAlgn="base">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8pPr>
      <a:lvl9pPr marL="1828800" algn="l" defTabSz="685800" rtl="0" fontAlgn="base">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9pPr>
    </p:titleStyle>
    <p:bodyStyle>
      <a:lvl1pPr marL="171450" indent="-171450" algn="l" defTabSz="685800" rtl="0" eaLnBrk="0" fontAlgn="base" hangingPunct="0">
        <a:lnSpc>
          <a:spcPct val="90000"/>
        </a:lnSpc>
        <a:spcBef>
          <a:spcPts val="750"/>
        </a:spcBef>
        <a:spcAft>
          <a:spcPct val="0"/>
        </a:spcAft>
        <a:buFont typeface="Wingdings 2" panose="05020102010507070707" pitchFamily="18" charset="2"/>
        <a:buChar char=""/>
        <a:defRPr sz="2100" kern="1200">
          <a:solidFill>
            <a:schemeClr val="tx1"/>
          </a:solidFill>
          <a:latin typeface="+mn-lt"/>
          <a:ea typeface="+mn-ea"/>
          <a:cs typeface="+mn-cs"/>
        </a:defRPr>
      </a:lvl1pPr>
      <a:lvl2pPr marL="514350" indent="-171450" algn="l" defTabSz="685800" rtl="0" eaLnBrk="0" fontAlgn="base" hangingPunct="0">
        <a:lnSpc>
          <a:spcPct val="90000"/>
        </a:lnSpc>
        <a:spcBef>
          <a:spcPts val="375"/>
        </a:spcBef>
        <a:spcAft>
          <a:spcPct val="0"/>
        </a:spcAft>
        <a:buFont typeface="Wingdings 2" panose="05020102010507070707" pitchFamily="18" charset="2"/>
        <a:buChar char=""/>
        <a:defRPr kern="1200">
          <a:solidFill>
            <a:schemeClr val="tx1"/>
          </a:solidFill>
          <a:latin typeface="+mn-lt"/>
          <a:ea typeface="+mn-ea"/>
          <a:cs typeface="+mn-cs"/>
        </a:defRPr>
      </a:lvl2pPr>
      <a:lvl3pPr marL="857250" indent="-171450" algn="l" defTabSz="685800" rtl="0" eaLnBrk="0" fontAlgn="base" hangingPunct="0">
        <a:lnSpc>
          <a:spcPct val="90000"/>
        </a:lnSpc>
        <a:spcBef>
          <a:spcPts val="375"/>
        </a:spcBef>
        <a:spcAft>
          <a:spcPct val="0"/>
        </a:spcAft>
        <a:buFont typeface="Wingdings 2" panose="05020102010507070707" pitchFamily="18" charset="2"/>
        <a:buChar char=""/>
        <a:defRPr sz="1500" kern="1200">
          <a:solidFill>
            <a:schemeClr val="tx1"/>
          </a:solidFill>
          <a:latin typeface="+mn-lt"/>
          <a:ea typeface="+mn-ea"/>
          <a:cs typeface="+mn-cs"/>
        </a:defRPr>
      </a:lvl3pPr>
      <a:lvl4pPr marL="1200150" indent="-171450" algn="l" defTabSz="685800" rtl="0" eaLnBrk="0" fontAlgn="base" hangingPunct="0">
        <a:lnSpc>
          <a:spcPct val="90000"/>
        </a:lnSpc>
        <a:spcBef>
          <a:spcPts val="375"/>
        </a:spcBef>
        <a:spcAft>
          <a:spcPct val="0"/>
        </a:spcAft>
        <a:buFont typeface="Wingdings 2" panose="05020102010507070707" pitchFamily="18" charset="2"/>
        <a:buChar char=""/>
        <a:defRPr sz="1300" kern="1200">
          <a:solidFill>
            <a:schemeClr val="tx1"/>
          </a:solidFill>
          <a:latin typeface="+mn-lt"/>
          <a:ea typeface="+mn-ea"/>
          <a:cs typeface="+mn-cs"/>
        </a:defRPr>
      </a:lvl4pPr>
      <a:lvl5pPr marL="1543050" indent="-171450" algn="l" defTabSz="685800" rtl="0" eaLnBrk="0" fontAlgn="base" hangingPunct="0">
        <a:lnSpc>
          <a:spcPct val="90000"/>
        </a:lnSpc>
        <a:spcBef>
          <a:spcPts val="375"/>
        </a:spcBef>
        <a:spcAft>
          <a:spcPct val="0"/>
        </a:spcAft>
        <a:buFont typeface="Wingdings 2" panose="05020102010507070707" pitchFamily="18" charset="2"/>
        <a:buChar char=""/>
        <a:defRPr sz="1300" kern="1200">
          <a:solidFill>
            <a:schemeClr val="tx1"/>
          </a:solidFill>
          <a:latin typeface="+mn-lt"/>
          <a:ea typeface="+mn-ea"/>
          <a:cs typeface="+mn-cs"/>
        </a:defRPr>
      </a:lvl5pPr>
      <a:lvl6pPr marL="1885950" indent="-171450" algn="l" defTabSz="685800" rtl="0" eaLnBrk="1" latinLnBrk="0" hangingPunct="1">
        <a:spcBef>
          <a:spcPct val="20000"/>
        </a:spcBef>
        <a:buFont typeface="Wingdings 2" pitchFamily="18" charset="2"/>
        <a:buChar char=""/>
        <a:defRPr sz="1350" kern="1200">
          <a:solidFill>
            <a:schemeClr val="tx1"/>
          </a:solidFill>
          <a:latin typeface="+mn-lt"/>
          <a:ea typeface="+mn-ea"/>
          <a:cs typeface="+mn-cs"/>
        </a:defRPr>
      </a:lvl6pPr>
      <a:lvl7pPr marL="2228850" indent="-171450" algn="l" defTabSz="685800" rtl="0" eaLnBrk="1" latinLnBrk="0" hangingPunct="1">
        <a:spcBef>
          <a:spcPct val="20000"/>
        </a:spcBef>
        <a:buFont typeface="Wingdings 2" pitchFamily="18" charset="2"/>
        <a:buChar char=""/>
        <a:defRPr sz="1350" kern="1200">
          <a:solidFill>
            <a:schemeClr val="tx1"/>
          </a:solidFill>
          <a:latin typeface="+mn-lt"/>
          <a:ea typeface="+mn-ea"/>
          <a:cs typeface="+mn-cs"/>
        </a:defRPr>
      </a:lvl7pPr>
      <a:lvl8pPr marL="2571750" indent="-171450" algn="l" defTabSz="685800" rtl="0" eaLnBrk="1" latinLnBrk="0" hangingPunct="1">
        <a:spcBef>
          <a:spcPct val="20000"/>
        </a:spcBef>
        <a:buFont typeface="Wingdings 2" pitchFamily="18" charset="2"/>
        <a:buChar char=""/>
        <a:defRPr sz="1350" kern="1200">
          <a:solidFill>
            <a:schemeClr val="tx1"/>
          </a:solidFill>
          <a:latin typeface="+mn-lt"/>
          <a:ea typeface="+mn-ea"/>
          <a:cs typeface="+mn-cs"/>
        </a:defRPr>
      </a:lvl8pPr>
      <a:lvl9pPr marL="2914650" indent="-171450" algn="l" defTabSz="685800" rtl="0" eaLnBrk="1" latinLnBrk="0" hangingPunct="1">
        <a:spcBef>
          <a:spcPct val="20000"/>
        </a:spcBef>
        <a:buFont typeface="Wingdings 2" pitchFamily="18" charset="2"/>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标题 3">
            <a:extLst>
              <a:ext uri="{FF2B5EF4-FFF2-40B4-BE49-F238E27FC236}">
                <a16:creationId xmlns:a16="http://schemas.microsoft.com/office/drawing/2014/main" id="{E6E024B2-E338-47D3-B952-17C8D3CA11A6}"/>
              </a:ext>
            </a:extLst>
          </p:cNvPr>
          <p:cNvSpPr>
            <a:spLocks noGrp="1"/>
          </p:cNvSpPr>
          <p:nvPr>
            <p:ph type="title" idx="4294967295"/>
          </p:nvPr>
        </p:nvSpPr>
        <p:spPr>
          <a:xfrm>
            <a:off x="623888" y="1709738"/>
            <a:ext cx="7886700" cy="2852737"/>
          </a:xfrm>
        </p:spPr>
        <p:txBody>
          <a:bodyPr/>
          <a:lstStyle/>
          <a:p>
            <a:pPr marL="457200" indent="-457200" eaLnBrk="1" hangingPunct="1">
              <a:defRPr/>
            </a:pPr>
            <a:br>
              <a:rPr lang="zh-CN" altLang="zh-CN" sz="6000">
                <a:effectLst>
                  <a:outerShdw blurRad="38100" dist="38100" dir="2700000" algn="tl">
                    <a:srgbClr val="C0C0C0"/>
                  </a:outerShdw>
                </a:effectLst>
              </a:rPr>
            </a:br>
            <a:endParaRPr lang="zh-CN" altLang="zh-CN" sz="6000">
              <a:effectLst>
                <a:outerShdw blurRad="38100" dist="38100" dir="2700000" algn="tl">
                  <a:srgbClr val="C0C0C0"/>
                </a:outerShdw>
              </a:effectLst>
            </a:endParaRPr>
          </a:p>
        </p:txBody>
      </p:sp>
      <p:sp>
        <p:nvSpPr>
          <p:cNvPr id="31747" name="文本占位符 4">
            <a:extLst>
              <a:ext uri="{FF2B5EF4-FFF2-40B4-BE49-F238E27FC236}">
                <a16:creationId xmlns:a16="http://schemas.microsoft.com/office/drawing/2014/main" id="{A3143DA6-CFC3-4C1F-8561-41F8006CA61A}"/>
              </a:ext>
            </a:extLst>
          </p:cNvPr>
          <p:cNvSpPr>
            <a:spLocks noGrp="1" noChangeArrowheads="1"/>
          </p:cNvSpPr>
          <p:nvPr>
            <p:ph type="body" idx="4294967295"/>
          </p:nvPr>
        </p:nvSpPr>
        <p:spPr>
          <a:xfrm>
            <a:off x="1900238" y="1536700"/>
            <a:ext cx="4967287" cy="1500188"/>
          </a:xfrm>
        </p:spPr>
        <p:txBody>
          <a:bodyPr/>
          <a:lstStyle/>
          <a:p>
            <a:pPr marL="0" indent="0" eaLnBrk="1" hangingPunct="1">
              <a:buFontTx/>
              <a:buNone/>
            </a:pPr>
            <a:r>
              <a:rPr lang="en-US" altLang="zh-CN" sz="6600" dirty="0">
                <a:solidFill>
                  <a:srgbClr val="10181C"/>
                </a:solidFill>
              </a:rPr>
              <a:t>    </a:t>
            </a:r>
            <a:r>
              <a:rPr lang="zh-CN" altLang="zh-CN" sz="6600" dirty="0">
                <a:solidFill>
                  <a:srgbClr val="10181C"/>
                </a:solidFill>
              </a:rPr>
              <a:t>绪  论</a:t>
            </a:r>
          </a:p>
        </p:txBody>
      </p:sp>
      <p:sp>
        <p:nvSpPr>
          <p:cNvPr id="31748" name="Rectangle 3">
            <a:extLst>
              <a:ext uri="{FF2B5EF4-FFF2-40B4-BE49-F238E27FC236}">
                <a16:creationId xmlns:a16="http://schemas.microsoft.com/office/drawing/2014/main" id="{6AB8C210-2E54-4F36-809C-4F77A4B7AC2A}"/>
              </a:ext>
            </a:extLst>
          </p:cNvPr>
          <p:cNvSpPr txBox="1">
            <a:spLocks noChangeArrowheads="1"/>
          </p:cNvSpPr>
          <p:nvPr/>
        </p:nvSpPr>
        <p:spPr bwMode="auto">
          <a:xfrm>
            <a:off x="1061610" y="3163887"/>
            <a:ext cx="6300700" cy="2182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marL="457200" indent="-457200">
              <a:spcBef>
                <a:spcPct val="20000"/>
              </a:spcBef>
              <a:buFont typeface="Arial" panose="020B0604020202020204" pitchFamily="34" charset="0"/>
              <a:buChar char="•"/>
              <a:defRPr sz="24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Font typeface="Arial" panose="020B0604020202020204" pitchFamily="34" charset="0"/>
              <a:buChar char="–"/>
              <a:defRPr>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Arial" panose="020B0604020202020204" pitchFamily="34" charset="0"/>
              <a:buChar char="•"/>
              <a:defRPr sz="16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Font typeface="Arial" panose="020B0604020202020204" pitchFamily="34" charset="0"/>
              <a:buChar char="–"/>
              <a:defRPr sz="14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Arial" panose="020B0604020202020204" pitchFamily="34" charset="0"/>
              <a:buChar char="»"/>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1400">
                <a:solidFill>
                  <a:schemeClr val="tx1"/>
                </a:solidFill>
                <a:latin typeface="Times New Roman" panose="02020603050405020304" pitchFamily="18" charset="0"/>
                <a:ea typeface="宋体" panose="02010600030101010101" pitchFamily="2" charset="-122"/>
              </a:defRPr>
            </a:lvl9pPr>
          </a:lstStyle>
          <a:p>
            <a:pPr algn="just" eaLnBrk="1" hangingPunct="1">
              <a:buClr>
                <a:schemeClr val="folHlink"/>
              </a:buClr>
              <a:buSzPct val="60000"/>
              <a:buFont typeface="Wingdings" panose="05000000000000000000" pitchFamily="2" charset="2"/>
              <a:buChar char="n"/>
            </a:pPr>
            <a:r>
              <a:rPr lang="en-US" altLang="zh-CN" sz="3600" b="1" dirty="0">
                <a:latin typeface="Verdana" panose="020B0604030504040204" pitchFamily="34" charset="0"/>
              </a:rPr>
              <a:t>0.1 </a:t>
            </a:r>
            <a:r>
              <a:rPr lang="zh-CN" altLang="en-US" sz="3600" b="1" dirty="0">
                <a:latin typeface="Verdana" panose="020B0604030504040204" pitchFamily="34" charset="0"/>
              </a:rPr>
              <a:t>统计计算概述</a:t>
            </a:r>
            <a:endParaRPr lang="en-US" altLang="zh-CN" sz="3600" b="1" dirty="0">
              <a:latin typeface="Verdana" panose="020B0604030504040204" pitchFamily="34" charset="0"/>
            </a:endParaRPr>
          </a:p>
          <a:p>
            <a:pPr algn="just" eaLnBrk="1" hangingPunct="1">
              <a:buClr>
                <a:schemeClr val="folHlink"/>
              </a:buClr>
              <a:buSzPct val="60000"/>
              <a:buFont typeface="Wingdings" panose="05000000000000000000" pitchFamily="2" charset="2"/>
              <a:buChar char="n"/>
            </a:pPr>
            <a:r>
              <a:rPr lang="en-US" altLang="zh-CN" sz="3600" b="1" dirty="0">
                <a:latin typeface="Verdana" panose="020B0604030504040204" pitchFamily="34" charset="0"/>
              </a:rPr>
              <a:t>0.2 </a:t>
            </a:r>
            <a:r>
              <a:rPr lang="zh-CN" altLang="en-US" sz="3600" b="1" dirty="0">
                <a:latin typeface="Verdana" panose="020B0604030504040204" pitchFamily="34" charset="0"/>
              </a:rPr>
              <a:t>主要内容</a:t>
            </a:r>
            <a:endParaRPr lang="en-US" altLang="zh-CN" sz="3600" b="1" dirty="0">
              <a:latin typeface="Verdana" panose="020B0604030504040204" pitchFamily="34" charset="0"/>
            </a:endParaRPr>
          </a:p>
          <a:p>
            <a:pPr algn="just" eaLnBrk="1" hangingPunct="1">
              <a:buClr>
                <a:schemeClr val="folHlink"/>
              </a:buClr>
              <a:buSzPct val="60000"/>
              <a:buFont typeface="Wingdings" panose="05000000000000000000" pitchFamily="2" charset="2"/>
              <a:buChar char="n"/>
            </a:pPr>
            <a:r>
              <a:rPr lang="en-US" altLang="zh-CN" sz="3600" b="1" dirty="0">
                <a:latin typeface="Verdana" panose="020B0604030504040204" pitchFamily="34" charset="0"/>
              </a:rPr>
              <a:t>0.3 </a:t>
            </a:r>
            <a:r>
              <a:rPr lang="zh-CN" altLang="en-US" sz="3600" b="1" dirty="0">
                <a:latin typeface="Verdana" panose="020B0604030504040204" pitchFamily="34" charset="0"/>
              </a:rPr>
              <a:t>统计软件</a:t>
            </a:r>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标题 1">
            <a:extLst>
              <a:ext uri="{FF2B5EF4-FFF2-40B4-BE49-F238E27FC236}">
                <a16:creationId xmlns:a16="http://schemas.microsoft.com/office/drawing/2014/main" id="{C5D96BB7-F3EE-475D-8C4A-757D9F1B8C06}"/>
              </a:ext>
            </a:extLst>
          </p:cNvPr>
          <p:cNvSpPr>
            <a:spLocks noGrp="1" noChangeArrowheads="1"/>
          </p:cNvSpPr>
          <p:nvPr>
            <p:ph type="title"/>
          </p:nvPr>
        </p:nvSpPr>
        <p:spPr>
          <a:xfrm>
            <a:off x="-15875" y="142875"/>
            <a:ext cx="8229600" cy="642938"/>
          </a:xfrm>
        </p:spPr>
        <p:txBody>
          <a:bodyPr/>
          <a:lstStyle/>
          <a:p>
            <a:pPr algn="l" defTabSz="512763" fontAlgn="base">
              <a:spcAft>
                <a:spcPct val="0"/>
              </a:spcAft>
            </a:pPr>
            <a:r>
              <a:rPr lang="en-US" altLang="zh-CN" dirty="0"/>
              <a:t>0.1</a:t>
            </a:r>
            <a:r>
              <a:rPr lang="zh-CN" altLang="en-US" sz="3600" b="1" dirty="0">
                <a:latin typeface="Verdana" panose="020B0604030504040204" pitchFamily="34" charset="0"/>
              </a:rPr>
              <a:t>统计计算</a:t>
            </a:r>
            <a:r>
              <a:rPr lang="zh-CN" altLang="en-US" b="1" dirty="0"/>
              <a:t>概述</a:t>
            </a:r>
          </a:p>
        </p:txBody>
      </p:sp>
      <p:sp>
        <p:nvSpPr>
          <p:cNvPr id="32771" name="矩形 2">
            <a:extLst>
              <a:ext uri="{FF2B5EF4-FFF2-40B4-BE49-F238E27FC236}">
                <a16:creationId xmlns:a16="http://schemas.microsoft.com/office/drawing/2014/main" id="{B731BE61-7118-4693-9D37-9B3F32F84AAF}"/>
              </a:ext>
            </a:extLst>
          </p:cNvPr>
          <p:cNvSpPr>
            <a:spLocks noChangeArrowheads="1"/>
          </p:cNvSpPr>
          <p:nvPr/>
        </p:nvSpPr>
        <p:spPr bwMode="auto">
          <a:xfrm>
            <a:off x="1016605" y="1448780"/>
            <a:ext cx="5580620" cy="33055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20000"/>
              </a:spcBef>
              <a:buFontTx/>
              <a:buChar char="•"/>
            </a:pPr>
            <a:r>
              <a:rPr lang="en-US" altLang="zh-CN" sz="3600" dirty="0">
                <a:solidFill>
                  <a:srgbClr val="006699"/>
                </a:solidFill>
                <a:latin typeface="Verdana" panose="020B0604030504040204" pitchFamily="34" charset="0"/>
              </a:rPr>
              <a:t>1 </a:t>
            </a:r>
            <a:r>
              <a:rPr lang="zh-CN" altLang="en-US" sz="3600" dirty="0">
                <a:solidFill>
                  <a:srgbClr val="006699"/>
                </a:solidFill>
                <a:latin typeface="Verdana" panose="020B0604030504040204" pitchFamily="34" charset="0"/>
              </a:rPr>
              <a:t>统计学的意义</a:t>
            </a:r>
            <a:endParaRPr lang="en-US" altLang="zh-CN" sz="3600" dirty="0">
              <a:solidFill>
                <a:srgbClr val="006699"/>
              </a:solidFill>
              <a:latin typeface="Verdana" panose="020B0604030504040204" pitchFamily="34" charset="0"/>
            </a:endParaRPr>
          </a:p>
          <a:p>
            <a:pPr eaLnBrk="1" hangingPunct="1">
              <a:spcBef>
                <a:spcPct val="20000"/>
              </a:spcBef>
              <a:buFontTx/>
              <a:buChar char="•"/>
            </a:pPr>
            <a:endParaRPr lang="en-US" altLang="zh-CN" sz="3600" dirty="0">
              <a:solidFill>
                <a:srgbClr val="006699"/>
              </a:solidFill>
              <a:latin typeface="Verdana" panose="020B0604030504040204" pitchFamily="34" charset="0"/>
            </a:endParaRPr>
          </a:p>
          <a:p>
            <a:pPr eaLnBrk="1" hangingPunct="1">
              <a:spcBef>
                <a:spcPct val="20000"/>
              </a:spcBef>
              <a:buFontTx/>
              <a:buChar char="•"/>
            </a:pPr>
            <a:r>
              <a:rPr lang="en-US" altLang="zh-CN" sz="3600" dirty="0">
                <a:solidFill>
                  <a:srgbClr val="006699"/>
                </a:solidFill>
                <a:latin typeface="Verdana" panose="020B0604030504040204" pitchFamily="34" charset="0"/>
              </a:rPr>
              <a:t>2 </a:t>
            </a:r>
            <a:r>
              <a:rPr lang="zh-CN" altLang="en-US" sz="3600" dirty="0">
                <a:solidFill>
                  <a:srgbClr val="006699"/>
                </a:solidFill>
                <a:latin typeface="Verdana" panose="020B0604030504040204" pitchFamily="34" charset="0"/>
              </a:rPr>
              <a:t>统计计算研究方法</a:t>
            </a:r>
            <a:endParaRPr lang="en-US" altLang="zh-CN" sz="3600" dirty="0">
              <a:solidFill>
                <a:srgbClr val="006699"/>
              </a:solidFill>
              <a:latin typeface="Verdana" panose="020B0604030504040204" pitchFamily="34" charset="0"/>
            </a:endParaRPr>
          </a:p>
          <a:p>
            <a:pPr eaLnBrk="1" hangingPunct="1">
              <a:spcBef>
                <a:spcPct val="20000"/>
              </a:spcBef>
              <a:buFontTx/>
              <a:buChar char="•"/>
            </a:pPr>
            <a:endParaRPr lang="zh-CN" altLang="en-US" sz="3600" dirty="0">
              <a:solidFill>
                <a:srgbClr val="006699"/>
              </a:solidFill>
              <a:latin typeface="Verdana" panose="020B0604030504040204" pitchFamily="34" charset="0"/>
            </a:endParaRPr>
          </a:p>
          <a:p>
            <a:pPr eaLnBrk="1" hangingPunct="1">
              <a:spcBef>
                <a:spcPct val="20000"/>
              </a:spcBef>
              <a:buFontTx/>
              <a:buChar char="•"/>
            </a:pPr>
            <a:r>
              <a:rPr lang="en-US" altLang="zh-CN" sz="3600" dirty="0">
                <a:solidFill>
                  <a:srgbClr val="006699"/>
                </a:solidFill>
                <a:latin typeface="Verdana" panose="020B0604030504040204" pitchFamily="34" charset="0"/>
              </a:rPr>
              <a:t>3 </a:t>
            </a:r>
            <a:r>
              <a:rPr lang="zh-CN" altLang="en-US" sz="3600" dirty="0">
                <a:solidFill>
                  <a:srgbClr val="006699"/>
                </a:solidFill>
                <a:latin typeface="Verdana" panose="020B0604030504040204" pitchFamily="34" charset="0"/>
              </a:rPr>
              <a:t>统计计算的任务</a:t>
            </a:r>
            <a:endParaRPr lang="en-US" altLang="zh-CN" sz="3600" dirty="0">
              <a:solidFill>
                <a:srgbClr val="006699"/>
              </a:solidFill>
              <a:latin typeface="Verdana" panose="020B0604030504040204" pitchFamily="34" charset="0"/>
            </a:endParaRPr>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标题 1">
            <a:extLst>
              <a:ext uri="{FF2B5EF4-FFF2-40B4-BE49-F238E27FC236}">
                <a16:creationId xmlns:a16="http://schemas.microsoft.com/office/drawing/2014/main" id="{C5D96BB7-F3EE-475D-8C4A-757D9F1B8C06}"/>
              </a:ext>
            </a:extLst>
          </p:cNvPr>
          <p:cNvSpPr>
            <a:spLocks noGrp="1" noChangeArrowheads="1"/>
          </p:cNvSpPr>
          <p:nvPr>
            <p:ph type="title"/>
          </p:nvPr>
        </p:nvSpPr>
        <p:spPr>
          <a:xfrm>
            <a:off x="-15875" y="142875"/>
            <a:ext cx="8229600" cy="642938"/>
          </a:xfrm>
        </p:spPr>
        <p:txBody>
          <a:bodyPr/>
          <a:lstStyle/>
          <a:p>
            <a:pPr algn="l" defTabSz="512763" fontAlgn="base">
              <a:spcAft>
                <a:spcPct val="0"/>
              </a:spcAft>
            </a:pPr>
            <a:r>
              <a:rPr lang="en-US" altLang="zh-CN" dirty="0"/>
              <a:t>1 </a:t>
            </a:r>
            <a:r>
              <a:rPr lang="zh-CN" altLang="en-US" dirty="0"/>
              <a:t>统计学的意义</a:t>
            </a:r>
          </a:p>
        </p:txBody>
      </p:sp>
      <p:sp>
        <p:nvSpPr>
          <p:cNvPr id="32771" name="矩形 2">
            <a:extLst>
              <a:ext uri="{FF2B5EF4-FFF2-40B4-BE49-F238E27FC236}">
                <a16:creationId xmlns:a16="http://schemas.microsoft.com/office/drawing/2014/main" id="{B731BE61-7118-4693-9D37-9B3F32F84AAF}"/>
              </a:ext>
            </a:extLst>
          </p:cNvPr>
          <p:cNvSpPr>
            <a:spLocks noChangeArrowheads="1"/>
          </p:cNvSpPr>
          <p:nvPr/>
        </p:nvSpPr>
        <p:spPr bwMode="auto">
          <a:xfrm>
            <a:off x="566555" y="3447928"/>
            <a:ext cx="6795755" cy="19759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20000"/>
              </a:spcBef>
              <a:buFontTx/>
              <a:buChar char="•"/>
            </a:pPr>
            <a:r>
              <a:rPr lang="zh-CN" altLang="en-US" sz="3600" dirty="0">
                <a:latin typeface="Verdana" panose="020B0604030504040204" pitchFamily="34" charset="0"/>
              </a:rPr>
              <a:t>统计必须为各个领域服务</a:t>
            </a:r>
          </a:p>
          <a:p>
            <a:pPr eaLnBrk="1" hangingPunct="1">
              <a:spcBef>
                <a:spcPct val="20000"/>
              </a:spcBef>
              <a:buFontTx/>
              <a:buChar char="•"/>
            </a:pPr>
            <a:r>
              <a:rPr lang="zh-CN" altLang="en-US" sz="3600" dirty="0">
                <a:latin typeface="Verdana" panose="020B0604030504040204" pitchFamily="34" charset="0"/>
              </a:rPr>
              <a:t>统计必须和数据打交道</a:t>
            </a:r>
            <a:endParaRPr lang="en-US" altLang="zh-CN" sz="3600" dirty="0">
              <a:latin typeface="Verdana" panose="020B0604030504040204" pitchFamily="34" charset="0"/>
            </a:endParaRPr>
          </a:p>
          <a:p>
            <a:pPr eaLnBrk="1" hangingPunct="1">
              <a:spcBef>
                <a:spcPct val="20000"/>
              </a:spcBef>
              <a:buFontTx/>
              <a:buChar char="•"/>
            </a:pPr>
            <a:r>
              <a:rPr lang="zh-CN" altLang="en-US" sz="3600" dirty="0">
                <a:latin typeface="Verdana" panose="020B0604030504040204" pitchFamily="34" charset="0"/>
              </a:rPr>
              <a:t>统计必须和计算机结合</a:t>
            </a:r>
            <a:endParaRPr lang="en-US" altLang="zh-CN" sz="3600" dirty="0">
              <a:latin typeface="Verdana" panose="020B0604030504040204" pitchFamily="34" charset="0"/>
            </a:endParaRPr>
          </a:p>
        </p:txBody>
      </p:sp>
      <p:sp>
        <p:nvSpPr>
          <p:cNvPr id="5" name="文本框 4">
            <a:extLst>
              <a:ext uri="{FF2B5EF4-FFF2-40B4-BE49-F238E27FC236}">
                <a16:creationId xmlns:a16="http://schemas.microsoft.com/office/drawing/2014/main" id="{40973106-AFF1-4AFE-ABFA-675FF6D5D222}"/>
              </a:ext>
            </a:extLst>
          </p:cNvPr>
          <p:cNvSpPr txBox="1"/>
          <p:nvPr/>
        </p:nvSpPr>
        <p:spPr>
          <a:xfrm>
            <a:off x="0" y="1053754"/>
            <a:ext cx="9144000" cy="2308324"/>
          </a:xfrm>
          <a:prstGeom prst="rect">
            <a:avLst/>
          </a:prstGeom>
          <a:noFill/>
          <a:ln w="25400">
            <a:solidFill>
              <a:srgbClr val="0070C0"/>
            </a:solidFill>
          </a:ln>
        </p:spPr>
        <p:txBody>
          <a:bodyPr wrap="square">
            <a:spAutoFit/>
          </a:bodyPr>
          <a:lstStyle/>
          <a:p>
            <a:r>
              <a:rPr lang="zh-CN" altLang="en-US" sz="3600" b="1" dirty="0">
                <a:latin typeface="Verdana" panose="020B0604030504040204" pitchFamily="34" charset="0"/>
              </a:rPr>
              <a:t>统计学</a:t>
            </a:r>
            <a:r>
              <a:rPr lang="zh-CN" altLang="en-US" sz="3600" dirty="0">
                <a:latin typeface="Verdana" panose="020B0604030504040204" pitchFamily="34" charset="0"/>
              </a:rPr>
              <a:t>是研究如何有效地搜集、整理和分析带有随机性的数据， 以及对所观察的问题作出推断或预测， 直至为采取一定的决策和行动提供依据和建议的学科。</a:t>
            </a:r>
          </a:p>
        </p:txBody>
      </p:sp>
      <p:sp>
        <p:nvSpPr>
          <p:cNvPr id="6" name="文本框 5">
            <a:extLst>
              <a:ext uri="{FF2B5EF4-FFF2-40B4-BE49-F238E27FC236}">
                <a16:creationId xmlns:a16="http://schemas.microsoft.com/office/drawing/2014/main" id="{2D785E82-4D97-497E-AA08-B06185C508DB}"/>
              </a:ext>
            </a:extLst>
          </p:cNvPr>
          <p:cNvSpPr txBox="1"/>
          <p:nvPr/>
        </p:nvSpPr>
        <p:spPr>
          <a:xfrm>
            <a:off x="161510" y="5481080"/>
            <a:ext cx="7830869" cy="646331"/>
          </a:xfrm>
          <a:prstGeom prst="rect">
            <a:avLst/>
          </a:prstGeom>
          <a:noFill/>
          <a:ln w="25400">
            <a:solidFill>
              <a:srgbClr val="0070C0"/>
            </a:solidFill>
          </a:ln>
        </p:spPr>
        <p:txBody>
          <a:bodyPr wrap="square">
            <a:spAutoFit/>
          </a:bodyPr>
          <a:lstStyle/>
          <a:p>
            <a:r>
              <a:rPr lang="zh-CN" altLang="en-US" sz="3600" dirty="0">
                <a:latin typeface="Verdana" panose="020B0604030504040204" pitchFamily="34" charset="0"/>
              </a:rPr>
              <a:t>统计计算是现代统计的重要组成部分</a:t>
            </a:r>
          </a:p>
        </p:txBody>
      </p:sp>
    </p:spTree>
    <p:extLst>
      <p:ext uri="{BB962C8B-B14F-4D97-AF65-F5344CB8AC3E}">
        <p14:creationId xmlns:p14="http://schemas.microsoft.com/office/powerpoint/2010/main" val="1662708404"/>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2771"/>
                                        </p:tgtEl>
                                        <p:attrNameLst>
                                          <p:attrName>style.visibility</p:attrName>
                                        </p:attrNameLst>
                                      </p:cBhvr>
                                      <p:to>
                                        <p:strVal val="visible"/>
                                      </p:to>
                                    </p:set>
                                    <p:anim calcmode="lin" valueType="num">
                                      <p:cBhvr additive="base">
                                        <p:cTn id="7" dur="500" fill="hold"/>
                                        <p:tgtEl>
                                          <p:spTgt spid="32771"/>
                                        </p:tgtEl>
                                        <p:attrNameLst>
                                          <p:attrName>ppt_x</p:attrName>
                                        </p:attrNameLst>
                                      </p:cBhvr>
                                      <p:tavLst>
                                        <p:tav tm="0">
                                          <p:val>
                                            <p:strVal val="#ppt_x"/>
                                          </p:val>
                                        </p:tav>
                                        <p:tav tm="100000">
                                          <p:val>
                                            <p:strVal val="#ppt_x"/>
                                          </p:val>
                                        </p:tav>
                                      </p:tavLst>
                                    </p:anim>
                                    <p:anim calcmode="lin" valueType="num">
                                      <p:cBhvr additive="base">
                                        <p:cTn id="8" dur="500" fill="hold"/>
                                        <p:tgtEl>
                                          <p:spTgt spid="32771"/>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771" grpId="0"/>
      <p:bldP spid="6"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5A50B29C-DE9B-43E2-9536-3C32812512EB}"/>
              </a:ext>
            </a:extLst>
          </p:cNvPr>
          <p:cNvSpPr>
            <a:spLocks noGrp="1"/>
          </p:cNvSpPr>
          <p:nvPr>
            <p:ph type="sldNum" sz="quarter" idx="12"/>
          </p:nvPr>
        </p:nvSpPr>
        <p:spPr/>
        <p:txBody>
          <a:bodyPr/>
          <a:lstStyle/>
          <a:p>
            <a:fld id="{5A8FC9E3-917F-4276-BFD5-27680B282527}" type="slidenum">
              <a:rPr lang="en-US" altLang="zh-CN"/>
              <a:pPr/>
              <a:t>4</a:t>
            </a:fld>
            <a:endParaRPr lang="en-US" altLang="zh-CN"/>
          </a:p>
        </p:txBody>
      </p:sp>
      <p:sp>
        <p:nvSpPr>
          <p:cNvPr id="12290" name="Rectangle 2">
            <a:extLst>
              <a:ext uri="{FF2B5EF4-FFF2-40B4-BE49-F238E27FC236}">
                <a16:creationId xmlns:a16="http://schemas.microsoft.com/office/drawing/2014/main" id="{0718A447-23E8-4D96-9B6A-967A52ED2E2D}"/>
              </a:ext>
            </a:extLst>
          </p:cNvPr>
          <p:cNvSpPr>
            <a:spLocks noGrp="1" noChangeArrowheads="1"/>
          </p:cNvSpPr>
          <p:nvPr>
            <p:ph type="title"/>
          </p:nvPr>
        </p:nvSpPr>
        <p:spPr>
          <a:xfrm>
            <a:off x="68262" y="-6309"/>
            <a:ext cx="7551738" cy="979487"/>
          </a:xfrm>
        </p:spPr>
        <p:txBody>
          <a:bodyPr/>
          <a:lstStyle/>
          <a:p>
            <a:pPr algn="l"/>
            <a:r>
              <a:rPr lang="en-US" altLang="zh-CN" b="1" dirty="0"/>
              <a:t>2 </a:t>
            </a:r>
            <a:r>
              <a:rPr lang="zh-CN" altLang="en-US" b="1" dirty="0"/>
              <a:t>统计计算研究方法</a:t>
            </a:r>
          </a:p>
        </p:txBody>
      </p:sp>
      <p:sp>
        <p:nvSpPr>
          <p:cNvPr id="12295" name="Rectangle 7">
            <a:extLst>
              <a:ext uri="{FF2B5EF4-FFF2-40B4-BE49-F238E27FC236}">
                <a16:creationId xmlns:a16="http://schemas.microsoft.com/office/drawing/2014/main" id="{532AEE2B-5169-469A-9B21-F7B06A0EC2E5}"/>
              </a:ext>
            </a:extLst>
          </p:cNvPr>
          <p:cNvSpPr>
            <a:spLocks noChangeArrowheads="1"/>
          </p:cNvSpPr>
          <p:nvPr/>
        </p:nvSpPr>
        <p:spPr bwMode="auto">
          <a:xfrm>
            <a:off x="1" y="1133746"/>
            <a:ext cx="8892480" cy="41174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ct val="150000"/>
              </a:lnSpc>
            </a:pPr>
            <a:r>
              <a:rPr kumimoji="1" lang="zh-CN" altLang="en-US" sz="3600" b="1" dirty="0">
                <a:latin typeface="宋体" panose="02010600030101010101" pitchFamily="2" charset="-122"/>
              </a:rPr>
              <a:t>（</a:t>
            </a:r>
            <a:r>
              <a:rPr kumimoji="1" lang="en-US" altLang="zh-CN" sz="3600" b="1" dirty="0">
                <a:latin typeface="宋体" panose="02010600030101010101" pitchFamily="2" charset="-122"/>
              </a:rPr>
              <a:t>1</a:t>
            </a:r>
            <a:r>
              <a:rPr kumimoji="1" lang="zh-CN" altLang="en-US" sz="3600" b="1" dirty="0">
                <a:latin typeface="宋体" panose="02010600030101010101" pitchFamily="2" charset="-122"/>
              </a:rPr>
              <a:t>）首先要正确选择研究课题。</a:t>
            </a:r>
          </a:p>
          <a:p>
            <a:pPr>
              <a:lnSpc>
                <a:spcPct val="150000"/>
              </a:lnSpc>
            </a:pPr>
            <a:r>
              <a:rPr kumimoji="1" lang="zh-CN" altLang="en-US" sz="3600" b="1" dirty="0">
                <a:latin typeface="宋体" panose="02010600030101010101" pitchFamily="2" charset="-122"/>
              </a:rPr>
              <a:t>（</a:t>
            </a:r>
            <a:r>
              <a:rPr kumimoji="1" lang="en-US" altLang="zh-CN" sz="3600" b="1" dirty="0">
                <a:latin typeface="宋体" panose="02010600030101010101" pitchFamily="2" charset="-122"/>
              </a:rPr>
              <a:t>2</a:t>
            </a:r>
            <a:r>
              <a:rPr kumimoji="1" lang="zh-CN" altLang="en-US" sz="3600" b="1" dirty="0">
                <a:latin typeface="宋体" panose="02010600030101010101" pitchFamily="2" charset="-122"/>
              </a:rPr>
              <a:t>）根据课题性质选择最佳设计方案，即寻找最优统计模型。</a:t>
            </a:r>
          </a:p>
          <a:p>
            <a:pPr>
              <a:lnSpc>
                <a:spcPct val="150000"/>
              </a:lnSpc>
            </a:pPr>
            <a:r>
              <a:rPr kumimoji="1" lang="zh-CN" altLang="en-US" sz="3600" b="1" dirty="0">
                <a:latin typeface="宋体" panose="02010600030101010101" pitchFamily="2" charset="-122"/>
              </a:rPr>
              <a:t>（</a:t>
            </a:r>
            <a:r>
              <a:rPr kumimoji="1" lang="en-US" altLang="zh-CN" sz="3600" b="1" dirty="0">
                <a:latin typeface="宋体" panose="02010600030101010101" pitchFamily="2" charset="-122"/>
              </a:rPr>
              <a:t>3</a:t>
            </a:r>
            <a:r>
              <a:rPr kumimoji="1" lang="zh-CN" altLang="en-US" sz="3600" b="1" dirty="0">
                <a:latin typeface="宋体" panose="02010600030101010101" pitchFamily="2" charset="-122"/>
              </a:rPr>
              <a:t>）研究对象的正确诊断，制订具体的纳入和排除标准。</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1552DDFE-7903-42F4-B6EC-376FA7316597}"/>
              </a:ext>
            </a:extLst>
          </p:cNvPr>
          <p:cNvSpPr>
            <a:spLocks noChangeArrowheads="1"/>
          </p:cNvSpPr>
          <p:nvPr/>
        </p:nvSpPr>
        <p:spPr bwMode="auto">
          <a:xfrm>
            <a:off x="1" y="1133746"/>
            <a:ext cx="8892480" cy="49484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ct val="150000"/>
              </a:lnSpc>
            </a:pPr>
            <a:r>
              <a:rPr kumimoji="1" lang="zh-CN" altLang="en-US" sz="3600" b="1" dirty="0">
                <a:latin typeface="宋体" panose="02010600030101010101" pitchFamily="2" charset="-122"/>
              </a:rPr>
              <a:t>（</a:t>
            </a:r>
            <a:r>
              <a:rPr kumimoji="1" lang="en-US" altLang="zh-CN" sz="3600" b="1" dirty="0">
                <a:latin typeface="宋体" panose="02010600030101010101" pitchFamily="2" charset="-122"/>
              </a:rPr>
              <a:t>4</a:t>
            </a:r>
            <a:r>
              <a:rPr kumimoji="1" lang="zh-CN" altLang="en-US" sz="3600" b="1" dirty="0">
                <a:latin typeface="宋体" panose="02010600030101010101" pitchFamily="2" charset="-122"/>
              </a:rPr>
              <a:t>）样本含量的大小要合适，防止样本太小，试验结果不说明问题，样本太大造成不必要的浪费。</a:t>
            </a:r>
          </a:p>
          <a:p>
            <a:pPr>
              <a:lnSpc>
                <a:spcPct val="150000"/>
              </a:lnSpc>
            </a:pPr>
            <a:r>
              <a:rPr kumimoji="1" lang="zh-CN" altLang="en-US" sz="3600" b="1" dirty="0">
                <a:latin typeface="宋体" panose="02010600030101010101" pitchFamily="2" charset="-122"/>
              </a:rPr>
              <a:t>（</a:t>
            </a:r>
            <a:r>
              <a:rPr kumimoji="1" lang="en-US" altLang="zh-CN" sz="3600" b="1" dirty="0">
                <a:latin typeface="宋体" panose="02010600030101010101" pitchFamily="2" charset="-122"/>
              </a:rPr>
              <a:t>5</a:t>
            </a:r>
            <a:r>
              <a:rPr kumimoji="1" lang="zh-CN" altLang="en-US" sz="3600" b="1" dirty="0">
                <a:latin typeface="宋体" panose="02010600030101010101" pitchFamily="2" charset="-122"/>
              </a:rPr>
              <a:t>）防止或识别各种误差对研究结果的干扰。</a:t>
            </a:r>
          </a:p>
          <a:p>
            <a:pPr>
              <a:lnSpc>
                <a:spcPct val="150000"/>
              </a:lnSpc>
            </a:pPr>
            <a:r>
              <a:rPr kumimoji="1" lang="zh-CN" altLang="en-US" sz="3600" b="1" dirty="0">
                <a:latin typeface="宋体" panose="02010600030101010101" pitchFamily="2" charset="-122"/>
              </a:rPr>
              <a:t>（</a:t>
            </a:r>
            <a:r>
              <a:rPr kumimoji="1" lang="en-US" altLang="zh-CN" sz="3600" b="1" dirty="0">
                <a:latin typeface="宋体" panose="02010600030101010101" pitchFamily="2" charset="-122"/>
              </a:rPr>
              <a:t>6</a:t>
            </a:r>
            <a:r>
              <a:rPr kumimoji="1" lang="zh-CN" altLang="en-US" sz="3600" b="1" dirty="0">
                <a:latin typeface="宋体" panose="02010600030101010101" pitchFamily="2" charset="-122"/>
              </a:rPr>
              <a:t>）正确应用统计分析方法。 </a:t>
            </a:r>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标题 1">
            <a:extLst>
              <a:ext uri="{FF2B5EF4-FFF2-40B4-BE49-F238E27FC236}">
                <a16:creationId xmlns:a16="http://schemas.microsoft.com/office/drawing/2014/main" id="{C5D96BB7-F3EE-475D-8C4A-757D9F1B8C06}"/>
              </a:ext>
            </a:extLst>
          </p:cNvPr>
          <p:cNvSpPr>
            <a:spLocks noGrp="1" noChangeArrowheads="1"/>
          </p:cNvSpPr>
          <p:nvPr>
            <p:ph type="title"/>
          </p:nvPr>
        </p:nvSpPr>
        <p:spPr>
          <a:xfrm>
            <a:off x="-15875" y="142875"/>
            <a:ext cx="8229600" cy="642938"/>
          </a:xfrm>
        </p:spPr>
        <p:txBody>
          <a:bodyPr/>
          <a:lstStyle/>
          <a:p>
            <a:pPr algn="l" defTabSz="512763" fontAlgn="base">
              <a:spcAft>
                <a:spcPct val="0"/>
              </a:spcAft>
            </a:pPr>
            <a:r>
              <a:rPr lang="en-US" altLang="zh-CN" dirty="0"/>
              <a:t>3 </a:t>
            </a:r>
            <a:r>
              <a:rPr lang="zh-CN" altLang="en-US" dirty="0"/>
              <a:t>统计计算的任务</a:t>
            </a:r>
          </a:p>
        </p:txBody>
      </p:sp>
      <p:sp>
        <p:nvSpPr>
          <p:cNvPr id="32771" name="矩形 2">
            <a:extLst>
              <a:ext uri="{FF2B5EF4-FFF2-40B4-BE49-F238E27FC236}">
                <a16:creationId xmlns:a16="http://schemas.microsoft.com/office/drawing/2014/main" id="{B731BE61-7118-4693-9D37-9B3F32F84AAF}"/>
              </a:ext>
            </a:extLst>
          </p:cNvPr>
          <p:cNvSpPr>
            <a:spLocks noChangeArrowheads="1"/>
          </p:cNvSpPr>
          <p:nvPr/>
        </p:nvSpPr>
        <p:spPr bwMode="auto">
          <a:xfrm>
            <a:off x="206515" y="1493785"/>
            <a:ext cx="8416458" cy="35271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20000"/>
              </a:spcBef>
              <a:buFontTx/>
              <a:buChar char="•"/>
            </a:pPr>
            <a:r>
              <a:rPr lang="zh-CN" altLang="en-US" sz="3600" dirty="0">
                <a:latin typeface="Verdana" panose="020B0604030504040204" pitchFamily="34" charset="0"/>
              </a:rPr>
              <a:t>利用统计方法解决实际问题，力求把统计思想、数值计算步骤及在计算机上的实现结合起来。</a:t>
            </a:r>
            <a:endParaRPr lang="en-US" altLang="zh-CN" sz="3600" dirty="0">
              <a:latin typeface="Verdana" panose="020B0604030504040204" pitchFamily="34" charset="0"/>
            </a:endParaRPr>
          </a:p>
          <a:p>
            <a:pPr eaLnBrk="1" hangingPunct="1">
              <a:spcBef>
                <a:spcPct val="20000"/>
              </a:spcBef>
              <a:buFontTx/>
              <a:buChar char="•"/>
            </a:pPr>
            <a:r>
              <a:rPr lang="zh-CN" altLang="en-US" sz="3600" dirty="0">
                <a:latin typeface="Verdana" panose="020B0604030504040204" pitchFamily="34" charset="0"/>
              </a:rPr>
              <a:t>应用统计学的基本原理和方法去发现实践中遇到的各种问题及更好地解决这些问题，提高解决这些问题的能力。</a:t>
            </a:r>
            <a:endParaRPr lang="en-US" altLang="zh-CN" sz="3600" dirty="0">
              <a:latin typeface="Verdana" panose="020B0604030504040204" pitchFamily="34" charset="0"/>
            </a:endParaRPr>
          </a:p>
        </p:txBody>
      </p:sp>
    </p:spTree>
    <p:extLst>
      <p:ext uri="{BB962C8B-B14F-4D97-AF65-F5344CB8AC3E}">
        <p14:creationId xmlns:p14="http://schemas.microsoft.com/office/powerpoint/2010/main" val="3853909140"/>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6">
            <a:extLst>
              <a:ext uri="{FF2B5EF4-FFF2-40B4-BE49-F238E27FC236}">
                <a16:creationId xmlns:a16="http://schemas.microsoft.com/office/drawing/2014/main" id="{D4EA714A-B156-4783-8609-BD07FF1DAE57}"/>
              </a:ext>
            </a:extLst>
          </p:cNvPr>
          <p:cNvSpPr>
            <a:spLocks noChangeArrowheads="1"/>
          </p:cNvSpPr>
          <p:nvPr/>
        </p:nvSpPr>
        <p:spPr bwMode="auto">
          <a:xfrm>
            <a:off x="0" y="27860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Font typeface="Arial" panose="020B0604020202020204" pitchFamily="34" charset="0"/>
              <a:buChar char="•"/>
              <a:defRPr sz="24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Font typeface="Arial" panose="020B0604020202020204" pitchFamily="34" charset="0"/>
              <a:buChar char="–"/>
              <a:defRPr>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Arial" panose="020B0604020202020204" pitchFamily="34" charset="0"/>
              <a:buChar char="•"/>
              <a:defRPr sz="16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Font typeface="Arial" panose="020B0604020202020204" pitchFamily="34" charset="0"/>
              <a:buChar char="–"/>
              <a:defRPr sz="14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Arial" panose="020B0604020202020204" pitchFamily="34" charset="0"/>
              <a:buChar char="»"/>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14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zh-CN" sz="1800">
              <a:latin typeface="Verdana" panose="020B0604030504040204" pitchFamily="34" charset="0"/>
            </a:endParaRPr>
          </a:p>
        </p:txBody>
      </p:sp>
      <p:sp>
        <p:nvSpPr>
          <p:cNvPr id="34819" name="Rectangle 8">
            <a:extLst>
              <a:ext uri="{FF2B5EF4-FFF2-40B4-BE49-F238E27FC236}">
                <a16:creationId xmlns:a16="http://schemas.microsoft.com/office/drawing/2014/main" id="{0BD5EBFD-2E81-45CC-A12E-5C25840E6535}"/>
              </a:ext>
            </a:extLst>
          </p:cNvPr>
          <p:cNvSpPr>
            <a:spLocks noChangeArrowheads="1"/>
          </p:cNvSpPr>
          <p:nvPr/>
        </p:nvSpPr>
        <p:spPr bwMode="auto">
          <a:xfrm>
            <a:off x="175949" y="981075"/>
            <a:ext cx="8963289" cy="5078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Font typeface="Arial" panose="020B0604020202020204" pitchFamily="34" charset="0"/>
              <a:buChar char="•"/>
              <a:defRPr sz="24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Font typeface="Arial" panose="020B0604020202020204" pitchFamily="34" charset="0"/>
              <a:buChar char="–"/>
              <a:defRPr>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Arial" panose="020B0604020202020204" pitchFamily="34" charset="0"/>
              <a:buChar char="•"/>
              <a:defRPr sz="16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Font typeface="Arial" panose="020B0604020202020204" pitchFamily="34" charset="0"/>
              <a:buChar char="–"/>
              <a:defRPr sz="14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Arial" panose="020B0604020202020204" pitchFamily="34" charset="0"/>
              <a:buChar char="»"/>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14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3200" b="1" dirty="0">
                <a:latin typeface="Verdana" panose="020B0604030504040204" pitchFamily="34" charset="0"/>
              </a:rPr>
              <a:t>1</a:t>
            </a:r>
            <a:r>
              <a:rPr lang="zh-CN" altLang="en-US" sz="3200" b="1" dirty="0">
                <a:latin typeface="Verdana" panose="020B0604030504040204" pitchFamily="34" charset="0"/>
              </a:rPr>
              <a:t>，随机数的产生和检验</a:t>
            </a:r>
            <a:endParaRPr lang="en-US" altLang="zh-CN" sz="3200" b="1" dirty="0">
              <a:latin typeface="Verdana" panose="020B0604030504040204" pitchFamily="34" charset="0"/>
            </a:endParaRPr>
          </a:p>
          <a:p>
            <a:pPr eaLnBrk="1" hangingPunct="1">
              <a:spcBef>
                <a:spcPct val="0"/>
              </a:spcBef>
              <a:buFontTx/>
              <a:buNone/>
            </a:pPr>
            <a:r>
              <a:rPr lang="zh-CN" altLang="en-US" sz="2800" dirty="0">
                <a:latin typeface="Verdana" panose="020B0604030504040204" pitchFamily="34" charset="0"/>
              </a:rPr>
              <a:t>均匀分布，非均匀分布，随机向量（*），随机过程（*）</a:t>
            </a:r>
            <a:endParaRPr lang="en-US" altLang="zh-CN" sz="2800" dirty="0">
              <a:latin typeface="Verdana" panose="020B0604030504040204" pitchFamily="34" charset="0"/>
            </a:endParaRPr>
          </a:p>
          <a:p>
            <a:pPr eaLnBrk="1" hangingPunct="1">
              <a:spcBef>
                <a:spcPct val="0"/>
              </a:spcBef>
              <a:buFontTx/>
              <a:buNone/>
            </a:pPr>
            <a:endParaRPr lang="en-US" altLang="zh-CN" sz="2800" dirty="0">
              <a:latin typeface="Verdana" panose="020B0604030504040204" pitchFamily="34" charset="0"/>
            </a:endParaRPr>
          </a:p>
          <a:p>
            <a:pPr eaLnBrk="1" hangingPunct="1">
              <a:spcBef>
                <a:spcPct val="0"/>
              </a:spcBef>
              <a:buFontTx/>
              <a:buNone/>
            </a:pPr>
            <a:r>
              <a:rPr lang="en-US" altLang="zh-CN" sz="3200" b="1" dirty="0">
                <a:latin typeface="Verdana" panose="020B0604030504040204" pitchFamily="34" charset="0"/>
              </a:rPr>
              <a:t>2</a:t>
            </a:r>
            <a:r>
              <a:rPr lang="zh-CN" altLang="en-US" sz="3200" b="1" dirty="0">
                <a:latin typeface="Verdana" panose="020B0604030504040204" pitchFamily="34" charset="0"/>
              </a:rPr>
              <a:t>，随机模拟方法</a:t>
            </a:r>
            <a:endParaRPr lang="en-US" altLang="zh-CN" sz="3200" b="1" dirty="0">
              <a:latin typeface="Verdana" panose="020B0604030504040204" pitchFamily="34" charset="0"/>
            </a:endParaRPr>
          </a:p>
          <a:p>
            <a:pPr eaLnBrk="1" hangingPunct="1">
              <a:spcBef>
                <a:spcPct val="0"/>
              </a:spcBef>
              <a:buFontTx/>
              <a:buNone/>
            </a:pPr>
            <a:r>
              <a:rPr lang="zh-CN" altLang="en-US" sz="2800" dirty="0">
                <a:latin typeface="+mn-lt"/>
              </a:rPr>
              <a:t>随机模拟积分，方差缩减，</a:t>
            </a:r>
            <a:r>
              <a:rPr lang="en-US" altLang="zh-CN" sz="2800" dirty="0">
                <a:latin typeface="+mn-lt"/>
              </a:rPr>
              <a:t>Bootstrap</a:t>
            </a:r>
            <a:r>
              <a:rPr lang="zh-CN" altLang="en-US" sz="2800" dirty="0">
                <a:latin typeface="+mn-lt"/>
              </a:rPr>
              <a:t>，</a:t>
            </a:r>
            <a:r>
              <a:rPr lang="en-US" altLang="zh-CN" sz="2800" dirty="0">
                <a:latin typeface="+mn-lt"/>
              </a:rPr>
              <a:t>MCMC</a:t>
            </a:r>
            <a:r>
              <a:rPr lang="zh-CN" altLang="en-US" sz="2800" dirty="0">
                <a:latin typeface="+mn-lt"/>
              </a:rPr>
              <a:t>方法，随机服务系统模拟</a:t>
            </a:r>
            <a:r>
              <a:rPr lang="zh-CN" altLang="en-US" sz="2800" dirty="0">
                <a:latin typeface="Verdana" panose="020B0604030504040204" pitchFamily="34" charset="0"/>
              </a:rPr>
              <a:t>（*） </a:t>
            </a:r>
            <a:endParaRPr lang="en-US" altLang="zh-CN" sz="2800" dirty="0">
              <a:latin typeface="+mn-lt"/>
            </a:endParaRPr>
          </a:p>
          <a:p>
            <a:pPr eaLnBrk="1" hangingPunct="1">
              <a:spcBef>
                <a:spcPct val="0"/>
              </a:spcBef>
              <a:buFontTx/>
              <a:buNone/>
            </a:pPr>
            <a:r>
              <a:rPr lang="en-US" altLang="zh-CN" sz="3200" b="1" dirty="0">
                <a:latin typeface="Verdana" panose="020B0604030504040204" pitchFamily="34" charset="0"/>
              </a:rPr>
              <a:t>3</a:t>
            </a:r>
            <a:r>
              <a:rPr lang="zh-CN" altLang="en-US" sz="3200" b="1" dirty="0">
                <a:latin typeface="Verdana" panose="020B0604030504040204" pitchFamily="34" charset="0"/>
              </a:rPr>
              <a:t>，统计计算中的优化问题</a:t>
            </a:r>
            <a:endParaRPr lang="en-US" altLang="zh-CN" sz="3200" b="1" dirty="0">
              <a:latin typeface="Verdana" panose="020B0604030504040204" pitchFamily="34" charset="0"/>
            </a:endParaRPr>
          </a:p>
          <a:p>
            <a:pPr eaLnBrk="1" hangingPunct="1">
              <a:spcBef>
                <a:spcPct val="0"/>
              </a:spcBef>
              <a:buFontTx/>
              <a:buNone/>
            </a:pPr>
            <a:r>
              <a:rPr lang="zh-CN" altLang="en-US" sz="2800" dirty="0">
                <a:latin typeface="Verdana" panose="020B0604030504040204" pitchFamily="34" charset="0"/>
              </a:rPr>
              <a:t>最大似然估计（*） ， 非线性回归（*） ，</a:t>
            </a:r>
            <a:r>
              <a:rPr lang="en-US" altLang="zh-CN" sz="2800" dirty="0">
                <a:latin typeface="Verdana" panose="020B0604030504040204" pitchFamily="34" charset="0"/>
              </a:rPr>
              <a:t>EM</a:t>
            </a:r>
            <a:r>
              <a:rPr lang="zh-CN" altLang="en-US" sz="2800" dirty="0">
                <a:latin typeface="Verdana" panose="020B0604030504040204" pitchFamily="34" charset="0"/>
              </a:rPr>
              <a:t>算法</a:t>
            </a:r>
            <a:endParaRPr lang="en-US" altLang="zh-CN" sz="2800" dirty="0">
              <a:latin typeface="Verdana" panose="020B0604030504040204" pitchFamily="34" charset="0"/>
            </a:endParaRPr>
          </a:p>
          <a:p>
            <a:pPr eaLnBrk="1" hangingPunct="1">
              <a:spcBef>
                <a:spcPct val="0"/>
              </a:spcBef>
              <a:buFontTx/>
              <a:buNone/>
            </a:pPr>
            <a:endParaRPr lang="en-US" altLang="zh-CN" sz="2800" dirty="0">
              <a:latin typeface="Verdana" panose="020B0604030504040204" pitchFamily="34" charset="0"/>
            </a:endParaRPr>
          </a:p>
          <a:p>
            <a:pPr eaLnBrk="1" hangingPunct="1">
              <a:spcBef>
                <a:spcPct val="0"/>
              </a:spcBef>
              <a:buFontTx/>
              <a:buNone/>
            </a:pPr>
            <a:r>
              <a:rPr lang="en-US" altLang="zh-CN" sz="3200" b="1" dirty="0">
                <a:latin typeface="Verdana" panose="020B0604030504040204" pitchFamily="34" charset="0"/>
              </a:rPr>
              <a:t>4</a:t>
            </a:r>
            <a:r>
              <a:rPr lang="zh-CN" altLang="en-US" sz="3200" b="1" dirty="0">
                <a:latin typeface="Verdana" panose="020B0604030504040204" pitchFamily="34" charset="0"/>
              </a:rPr>
              <a:t>，多元统计方法（*）</a:t>
            </a:r>
            <a:endParaRPr lang="en-US" altLang="zh-CN" sz="3200" b="1" dirty="0">
              <a:latin typeface="Verdana" panose="020B0604030504040204" pitchFamily="34" charset="0"/>
            </a:endParaRPr>
          </a:p>
          <a:p>
            <a:pPr eaLnBrk="1" hangingPunct="1">
              <a:spcBef>
                <a:spcPct val="0"/>
              </a:spcBef>
              <a:buFontTx/>
              <a:buNone/>
            </a:pPr>
            <a:r>
              <a:rPr lang="zh-CN" altLang="en-US" sz="2800" b="1" dirty="0">
                <a:latin typeface="Verdana" panose="020B0604030504040204" pitchFamily="34" charset="0"/>
              </a:rPr>
              <a:t>      </a:t>
            </a:r>
            <a:r>
              <a:rPr lang="zh-CN" altLang="en-US" sz="2800" dirty="0">
                <a:latin typeface="Verdana" panose="020B0604030504040204" pitchFamily="34" charset="0"/>
              </a:rPr>
              <a:t>方差分析，回归分析，主成分分析，聚类分析</a:t>
            </a:r>
          </a:p>
        </p:txBody>
      </p:sp>
      <p:sp>
        <p:nvSpPr>
          <p:cNvPr id="9" name="文本框 8">
            <a:extLst>
              <a:ext uri="{FF2B5EF4-FFF2-40B4-BE49-F238E27FC236}">
                <a16:creationId xmlns:a16="http://schemas.microsoft.com/office/drawing/2014/main" id="{08C35960-44D0-4FBD-BCD3-4976C521825C}"/>
              </a:ext>
            </a:extLst>
          </p:cNvPr>
          <p:cNvSpPr txBox="1"/>
          <p:nvPr/>
        </p:nvSpPr>
        <p:spPr>
          <a:xfrm>
            <a:off x="175949" y="143635"/>
            <a:ext cx="4588932" cy="584775"/>
          </a:xfrm>
          <a:prstGeom prst="rect">
            <a:avLst/>
          </a:prstGeom>
          <a:noFill/>
          <a:ln w="25400">
            <a:noFill/>
          </a:ln>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3200" b="1" i="0" u="none" strike="noStrike" kern="1200" cap="none" spc="0" normalizeH="0" baseline="0" noProof="0" dirty="0">
                <a:ln>
                  <a:noFill/>
                </a:ln>
                <a:solidFill>
                  <a:prstClr val="black"/>
                </a:solidFill>
                <a:effectLst/>
                <a:uLnTx/>
                <a:uFillTx/>
                <a:latin typeface="Verdana" panose="020B0604030504040204" pitchFamily="34" charset="0"/>
                <a:ea typeface="宋体" panose="02010600030101010101" pitchFamily="2" charset="-122"/>
                <a:cs typeface="+mn-cs"/>
              </a:rPr>
              <a:t>0.2 </a:t>
            </a:r>
            <a:r>
              <a:rPr kumimoji="0" lang="zh-CN" altLang="en-US" sz="3200" b="1" i="0" u="none" strike="noStrike" kern="1200" cap="none" spc="0" normalizeH="0" baseline="0" noProof="0" dirty="0">
                <a:ln>
                  <a:noFill/>
                </a:ln>
                <a:solidFill>
                  <a:prstClr val="black"/>
                </a:solidFill>
                <a:effectLst/>
                <a:uLnTx/>
                <a:uFillTx/>
                <a:latin typeface="Verdana" panose="020B0604030504040204" pitchFamily="34" charset="0"/>
                <a:ea typeface="宋体" panose="02010600030101010101" pitchFamily="2" charset="-122"/>
                <a:cs typeface="+mn-cs"/>
              </a:rPr>
              <a:t>主要内容</a:t>
            </a:r>
            <a:endParaRPr kumimoji="0" lang="en-US" altLang="zh-CN" sz="3200" b="1" i="0" u="none" strike="noStrike" kern="1200" cap="none" spc="0" normalizeH="0" baseline="0" noProof="0" dirty="0">
              <a:ln>
                <a:noFill/>
              </a:ln>
              <a:solidFill>
                <a:prstClr val="black"/>
              </a:solidFill>
              <a:effectLst/>
              <a:uLnTx/>
              <a:uFillTx/>
              <a:latin typeface="Verdana" panose="020B0604030504040204" pitchFamily="34" charset="0"/>
              <a:ea typeface="宋体" panose="02010600030101010101" pitchFamily="2" charset="-122"/>
              <a:cs typeface="+mn-cs"/>
            </a:endParaRPr>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4" name="Rectangle 6">
            <a:extLst>
              <a:ext uri="{FF2B5EF4-FFF2-40B4-BE49-F238E27FC236}">
                <a16:creationId xmlns:a16="http://schemas.microsoft.com/office/drawing/2014/main" id="{1F24BB65-5B2A-48CB-982B-C0ED12B8AB68}"/>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60CABAE4-7497-4D68-8D93-8CD1E1E3A5A4}" type="slidenum">
              <a:rPr lang="en-US" altLang="zh-CN">
                <a:solidFill>
                  <a:srgbClr val="0000FF"/>
                </a:solidFill>
                <a:latin typeface="Garamond" panose="02020404030301010803" pitchFamily="18" charset="0"/>
              </a:rPr>
              <a:pPr eaLnBrk="1" hangingPunct="1"/>
              <a:t>8</a:t>
            </a:fld>
            <a:endParaRPr lang="en-US" altLang="zh-CN">
              <a:solidFill>
                <a:srgbClr val="0000FF"/>
              </a:solidFill>
              <a:latin typeface="Garamond" panose="02020404030301010803" pitchFamily="18" charset="0"/>
            </a:endParaRPr>
          </a:p>
        </p:txBody>
      </p:sp>
      <p:sp>
        <p:nvSpPr>
          <p:cNvPr id="141315" name="Rectangle 2">
            <a:extLst>
              <a:ext uri="{FF2B5EF4-FFF2-40B4-BE49-F238E27FC236}">
                <a16:creationId xmlns:a16="http://schemas.microsoft.com/office/drawing/2014/main" id="{00C232CA-2A07-4DD7-99F2-89D0BA0D5B88}"/>
              </a:ext>
            </a:extLst>
          </p:cNvPr>
          <p:cNvSpPr>
            <a:spLocks noGrp="1" noChangeArrowheads="1"/>
          </p:cNvSpPr>
          <p:nvPr>
            <p:ph type="title"/>
          </p:nvPr>
        </p:nvSpPr>
        <p:spPr/>
        <p:txBody>
          <a:bodyPr/>
          <a:lstStyle/>
          <a:p>
            <a:r>
              <a:rPr lang="zh-CN" altLang="en-US" dirty="0"/>
              <a:t>统计模拟的基本概念</a:t>
            </a:r>
          </a:p>
        </p:txBody>
      </p:sp>
      <p:sp>
        <p:nvSpPr>
          <p:cNvPr id="141316" name="Rectangle 3">
            <a:extLst>
              <a:ext uri="{FF2B5EF4-FFF2-40B4-BE49-F238E27FC236}">
                <a16:creationId xmlns:a16="http://schemas.microsoft.com/office/drawing/2014/main" id="{28DBC869-D8CC-4AE0-9A68-2DE98D2D4789}"/>
              </a:ext>
            </a:extLst>
          </p:cNvPr>
          <p:cNvSpPr>
            <a:spLocks noGrp="1" noChangeArrowheads="1"/>
          </p:cNvSpPr>
          <p:nvPr>
            <p:ph type="body" idx="1"/>
          </p:nvPr>
        </p:nvSpPr>
        <p:spPr>
          <a:xfrm>
            <a:off x="71501" y="1268414"/>
            <a:ext cx="8865984" cy="2202878"/>
          </a:xfrm>
        </p:spPr>
        <p:txBody>
          <a:bodyPr>
            <a:normAutofit/>
          </a:bodyPr>
          <a:lstStyle/>
          <a:p>
            <a:pPr lvl="1">
              <a:buFont typeface="Wingdings" panose="05000000000000000000" pitchFamily="2" charset="2"/>
              <a:buChar char="l"/>
            </a:pPr>
            <a:r>
              <a:rPr lang="zh-CN" altLang="en-US" sz="3200" dirty="0">
                <a:solidFill>
                  <a:schemeClr val="tx1"/>
                </a:solidFill>
                <a:latin typeface="楷体_GB2312" pitchFamily="49" charset="-122"/>
                <a:ea typeface="楷体_GB2312" pitchFamily="49" charset="-122"/>
              </a:rPr>
              <a:t> 统计模拟即是</a:t>
            </a:r>
            <a:r>
              <a:rPr lang="zh-CN" altLang="en-US" sz="3200" dirty="0">
                <a:solidFill>
                  <a:srgbClr val="FF0000"/>
                </a:solidFill>
                <a:latin typeface="楷体_GB2312" pitchFamily="49" charset="-122"/>
                <a:ea typeface="楷体_GB2312" pitchFamily="49" charset="-122"/>
              </a:rPr>
              <a:t>计算机统计模拟</a:t>
            </a:r>
            <a:r>
              <a:rPr lang="zh-CN" altLang="en-US" sz="3200" dirty="0">
                <a:solidFill>
                  <a:schemeClr val="tx1"/>
                </a:solidFill>
                <a:latin typeface="楷体_GB2312" pitchFamily="49" charset="-122"/>
                <a:ea typeface="楷体_GB2312" pitchFamily="49" charset="-122"/>
              </a:rPr>
              <a:t>，</a:t>
            </a:r>
            <a:endParaRPr lang="en-US" altLang="zh-CN" sz="3200" dirty="0">
              <a:solidFill>
                <a:schemeClr val="tx1"/>
              </a:solidFill>
              <a:latin typeface="楷体_GB2312" pitchFamily="49" charset="-122"/>
              <a:ea typeface="楷体_GB2312" pitchFamily="49" charset="-122"/>
            </a:endParaRPr>
          </a:p>
          <a:p>
            <a:pPr lvl="1">
              <a:buFont typeface="Wingdings" panose="05000000000000000000" pitchFamily="2" charset="2"/>
              <a:buChar char="l"/>
            </a:pPr>
            <a:r>
              <a:rPr lang="zh-CN" altLang="en-US" sz="3200" dirty="0">
                <a:solidFill>
                  <a:schemeClr val="tx1"/>
                </a:solidFill>
                <a:latin typeface="楷体_GB2312" pitchFamily="49" charset="-122"/>
                <a:ea typeface="楷体_GB2312" pitchFamily="49" charset="-122"/>
              </a:rPr>
              <a:t> 实质上是计算机建模，</a:t>
            </a:r>
            <a:endParaRPr lang="en-US" altLang="zh-CN" sz="3200" dirty="0">
              <a:solidFill>
                <a:schemeClr val="tx1"/>
              </a:solidFill>
              <a:latin typeface="楷体_GB2312" pitchFamily="49" charset="-122"/>
              <a:ea typeface="楷体_GB2312" pitchFamily="49" charset="-122"/>
            </a:endParaRPr>
          </a:p>
          <a:p>
            <a:pPr lvl="1">
              <a:buFont typeface="Wingdings" panose="05000000000000000000" pitchFamily="2" charset="2"/>
              <a:buChar char="l"/>
            </a:pPr>
            <a:r>
              <a:rPr lang="zh-CN" altLang="en-US" sz="3200" dirty="0">
                <a:solidFill>
                  <a:schemeClr val="tx1"/>
                </a:solidFill>
                <a:latin typeface="楷体_GB2312" pitchFamily="49" charset="-122"/>
                <a:ea typeface="楷体_GB2312" pitchFamily="49" charset="-122"/>
              </a:rPr>
              <a:t>是架于计算机理论和实际问题之间的桥梁</a:t>
            </a:r>
          </a:p>
        </p:txBody>
      </p:sp>
      <p:sp>
        <p:nvSpPr>
          <p:cNvPr id="234500" name="Text Box 4">
            <a:extLst>
              <a:ext uri="{FF2B5EF4-FFF2-40B4-BE49-F238E27FC236}">
                <a16:creationId xmlns:a16="http://schemas.microsoft.com/office/drawing/2014/main" id="{CE653F8D-C670-4523-9755-1B6E35857870}"/>
              </a:ext>
            </a:extLst>
          </p:cNvPr>
          <p:cNvSpPr txBox="1">
            <a:spLocks noChangeArrowheads="1"/>
          </p:cNvSpPr>
          <p:nvPr/>
        </p:nvSpPr>
        <p:spPr bwMode="auto">
          <a:xfrm>
            <a:off x="1674025" y="3630327"/>
            <a:ext cx="1296987" cy="396875"/>
          </a:xfrm>
          <a:prstGeom prst="rect">
            <a:avLst/>
          </a:prstGeom>
          <a:solidFill>
            <a:srgbClr val="FFFF99"/>
          </a:solidFill>
          <a:ln w="9525">
            <a:noFill/>
            <a:miter lim="800000"/>
            <a:headEnd/>
            <a:tailEnd/>
          </a:ln>
          <a:effectLst/>
        </p:spPr>
        <p:txBody>
          <a:bodyPr>
            <a:spAutoFit/>
          </a:bodyPr>
          <a:lstStyle/>
          <a:p>
            <a:pPr>
              <a:spcBef>
                <a:spcPct val="50000"/>
              </a:spcBef>
              <a:defRPr/>
            </a:pPr>
            <a:r>
              <a:rPr lang="zh-CN" altLang="en-US" sz="2000" b="1">
                <a:effectLst>
                  <a:outerShdw blurRad="38100" dist="38100" dir="2700000" algn="tl">
                    <a:srgbClr val="FFFFFF"/>
                  </a:outerShdw>
                </a:effectLst>
                <a:latin typeface="Arial" charset="0"/>
                <a:ea typeface="楷体_GB2312" pitchFamily="49" charset="-122"/>
              </a:rPr>
              <a:t>实际问题</a:t>
            </a:r>
          </a:p>
        </p:txBody>
      </p:sp>
      <p:sp>
        <p:nvSpPr>
          <p:cNvPr id="234501" name="Text Box 5">
            <a:extLst>
              <a:ext uri="{FF2B5EF4-FFF2-40B4-BE49-F238E27FC236}">
                <a16:creationId xmlns:a16="http://schemas.microsoft.com/office/drawing/2014/main" id="{1083AC69-2D1D-484B-8642-E000D1C7E3C0}"/>
              </a:ext>
            </a:extLst>
          </p:cNvPr>
          <p:cNvSpPr txBox="1">
            <a:spLocks noChangeArrowheads="1"/>
          </p:cNvSpPr>
          <p:nvPr/>
        </p:nvSpPr>
        <p:spPr bwMode="auto">
          <a:xfrm>
            <a:off x="4121950" y="3630327"/>
            <a:ext cx="2592387" cy="396875"/>
          </a:xfrm>
          <a:prstGeom prst="rect">
            <a:avLst/>
          </a:prstGeom>
          <a:solidFill>
            <a:srgbClr val="FFFF99"/>
          </a:solidFill>
          <a:ln w="9525">
            <a:noFill/>
            <a:miter lim="800000"/>
            <a:headEnd/>
            <a:tailEnd/>
          </a:ln>
          <a:effectLst/>
        </p:spPr>
        <p:txBody>
          <a:bodyPr>
            <a:spAutoFit/>
          </a:bodyPr>
          <a:lstStyle/>
          <a:p>
            <a:pPr>
              <a:spcBef>
                <a:spcPct val="50000"/>
              </a:spcBef>
              <a:defRPr/>
            </a:pPr>
            <a:r>
              <a:rPr lang="zh-CN" altLang="en-US" sz="2000" b="1" dirty="0">
                <a:effectLst>
                  <a:outerShdw blurRad="38100" dist="38100" dir="2700000" algn="tl">
                    <a:srgbClr val="FFFFFF"/>
                  </a:outerShdw>
                </a:effectLst>
                <a:latin typeface="Arial" charset="0"/>
                <a:ea typeface="楷体_GB2312" pitchFamily="49" charset="-122"/>
              </a:rPr>
              <a:t>统计、逻辑 模型</a:t>
            </a:r>
          </a:p>
        </p:txBody>
      </p:sp>
      <p:sp>
        <p:nvSpPr>
          <p:cNvPr id="234502" name="Text Box 6">
            <a:extLst>
              <a:ext uri="{FF2B5EF4-FFF2-40B4-BE49-F238E27FC236}">
                <a16:creationId xmlns:a16="http://schemas.microsoft.com/office/drawing/2014/main" id="{797B5F11-C0F2-475F-8AC3-A3E33F22824A}"/>
              </a:ext>
            </a:extLst>
          </p:cNvPr>
          <p:cNvSpPr txBox="1">
            <a:spLocks noChangeArrowheads="1"/>
          </p:cNvSpPr>
          <p:nvPr/>
        </p:nvSpPr>
        <p:spPr bwMode="auto">
          <a:xfrm>
            <a:off x="3924275" y="4395885"/>
            <a:ext cx="3457575" cy="396875"/>
          </a:xfrm>
          <a:prstGeom prst="rect">
            <a:avLst/>
          </a:prstGeom>
          <a:solidFill>
            <a:srgbClr val="FFFF99"/>
          </a:solidFill>
          <a:ln w="9525">
            <a:noFill/>
            <a:miter lim="800000"/>
            <a:headEnd/>
            <a:tailEnd/>
          </a:ln>
          <a:effectLst/>
        </p:spPr>
        <p:txBody>
          <a:bodyPr>
            <a:spAutoFit/>
          </a:bodyPr>
          <a:lstStyle/>
          <a:p>
            <a:pPr>
              <a:spcBef>
                <a:spcPct val="50000"/>
              </a:spcBef>
              <a:defRPr/>
            </a:pPr>
            <a:r>
              <a:rPr lang="zh-CN" altLang="en-US" sz="2000" b="1">
                <a:effectLst>
                  <a:outerShdw blurRad="38100" dist="38100" dir="2700000" algn="tl">
                    <a:srgbClr val="FFFFFF"/>
                  </a:outerShdw>
                </a:effectLst>
                <a:latin typeface="Arial" charset="0"/>
                <a:ea typeface="楷体_GB2312" pitchFamily="49" charset="-122"/>
              </a:rPr>
              <a:t>计算机模拟（程序、算法）</a:t>
            </a:r>
          </a:p>
        </p:txBody>
      </p:sp>
      <p:sp>
        <p:nvSpPr>
          <p:cNvPr id="234503" name="Text Box 7">
            <a:extLst>
              <a:ext uri="{FF2B5EF4-FFF2-40B4-BE49-F238E27FC236}">
                <a16:creationId xmlns:a16="http://schemas.microsoft.com/office/drawing/2014/main" id="{E74D1E00-2E9C-41BF-8BB4-92A9108CFE61}"/>
              </a:ext>
            </a:extLst>
          </p:cNvPr>
          <p:cNvSpPr txBox="1">
            <a:spLocks noChangeArrowheads="1"/>
          </p:cNvSpPr>
          <p:nvPr/>
        </p:nvSpPr>
        <p:spPr bwMode="auto">
          <a:xfrm>
            <a:off x="4121950" y="5024152"/>
            <a:ext cx="2305050" cy="396875"/>
          </a:xfrm>
          <a:prstGeom prst="rect">
            <a:avLst/>
          </a:prstGeom>
          <a:solidFill>
            <a:srgbClr val="FFFF99"/>
          </a:solidFill>
          <a:ln w="9525">
            <a:noFill/>
            <a:miter lim="800000"/>
            <a:headEnd/>
            <a:tailEnd/>
          </a:ln>
          <a:effectLst/>
        </p:spPr>
        <p:txBody>
          <a:bodyPr>
            <a:spAutoFit/>
          </a:bodyPr>
          <a:lstStyle/>
          <a:p>
            <a:pPr>
              <a:spcBef>
                <a:spcPct val="50000"/>
              </a:spcBef>
              <a:defRPr/>
            </a:pPr>
            <a:r>
              <a:rPr lang="zh-CN" altLang="en-US" sz="2000" b="1">
                <a:effectLst>
                  <a:outerShdw blurRad="38100" dist="38100" dir="2700000" algn="tl">
                    <a:srgbClr val="FFFFFF"/>
                  </a:outerShdw>
                </a:effectLst>
                <a:latin typeface="Arial" charset="0"/>
                <a:ea typeface="楷体_GB2312" pitchFamily="49" charset="-122"/>
              </a:rPr>
              <a:t>统计、计算机解</a:t>
            </a:r>
          </a:p>
        </p:txBody>
      </p:sp>
      <p:sp>
        <p:nvSpPr>
          <p:cNvPr id="234504" name="Text Box 8">
            <a:extLst>
              <a:ext uri="{FF2B5EF4-FFF2-40B4-BE49-F238E27FC236}">
                <a16:creationId xmlns:a16="http://schemas.microsoft.com/office/drawing/2014/main" id="{BC060D7D-551E-4EC6-ACE3-9103FB7C93E7}"/>
              </a:ext>
            </a:extLst>
          </p:cNvPr>
          <p:cNvSpPr txBox="1">
            <a:spLocks noChangeArrowheads="1"/>
          </p:cNvSpPr>
          <p:nvPr/>
        </p:nvSpPr>
        <p:spPr bwMode="auto">
          <a:xfrm>
            <a:off x="1745462" y="5041615"/>
            <a:ext cx="1008063" cy="396875"/>
          </a:xfrm>
          <a:prstGeom prst="rect">
            <a:avLst/>
          </a:prstGeom>
          <a:solidFill>
            <a:srgbClr val="FFFF99"/>
          </a:solidFill>
          <a:ln w="9525">
            <a:noFill/>
            <a:miter lim="800000"/>
            <a:headEnd/>
            <a:tailEnd/>
          </a:ln>
          <a:effectLst/>
        </p:spPr>
        <p:txBody>
          <a:bodyPr>
            <a:spAutoFit/>
          </a:bodyPr>
          <a:lstStyle/>
          <a:p>
            <a:pPr>
              <a:spcBef>
                <a:spcPct val="50000"/>
              </a:spcBef>
              <a:defRPr/>
            </a:pPr>
            <a:r>
              <a:rPr lang="zh-CN" altLang="en-US" sz="2000" b="1">
                <a:effectLst>
                  <a:outerShdw blurRad="38100" dist="38100" dir="2700000" algn="tl">
                    <a:srgbClr val="FFFFFF"/>
                  </a:outerShdw>
                </a:effectLst>
                <a:latin typeface="Arial" charset="0"/>
                <a:ea typeface="楷体_GB2312" pitchFamily="49" charset="-122"/>
              </a:rPr>
              <a:t>实际解</a:t>
            </a:r>
          </a:p>
        </p:txBody>
      </p:sp>
      <p:sp>
        <p:nvSpPr>
          <p:cNvPr id="234505" name="Line 9">
            <a:extLst>
              <a:ext uri="{FF2B5EF4-FFF2-40B4-BE49-F238E27FC236}">
                <a16:creationId xmlns:a16="http://schemas.microsoft.com/office/drawing/2014/main" id="{FE77171E-F014-4206-ACC8-FBE5429540F2}"/>
              </a:ext>
            </a:extLst>
          </p:cNvPr>
          <p:cNvSpPr>
            <a:spLocks noChangeShapeType="1"/>
          </p:cNvSpPr>
          <p:nvPr/>
        </p:nvSpPr>
        <p:spPr bwMode="auto">
          <a:xfrm>
            <a:off x="3040862" y="3854165"/>
            <a:ext cx="1009650" cy="0"/>
          </a:xfrm>
          <a:prstGeom prst="line">
            <a:avLst/>
          </a:prstGeom>
          <a:noFill/>
          <a:ln w="9525">
            <a:solidFill>
              <a:schemeClr val="tx1"/>
            </a:solidFill>
            <a:round/>
            <a:headEnd/>
            <a:tailEnd type="arrow" w="med" len="med"/>
          </a:ln>
          <a:extLst>
            <a:ext uri="{909E8E84-426E-40DD-AFC4-6F175D3DCCD1}">
              <a14:hiddenFill xmlns:a14="http://schemas.microsoft.com/office/drawing/2010/main">
                <a:noFill/>
              </a14:hiddenFill>
            </a:ext>
          </a:extLst>
        </p:spPr>
        <p:txBody>
          <a:bodyPr/>
          <a:lstStyle/>
          <a:p>
            <a:endParaRPr lang="zh-CN" altLang="en-US"/>
          </a:p>
        </p:txBody>
      </p:sp>
      <p:sp>
        <p:nvSpPr>
          <p:cNvPr id="234506" name="Line 10">
            <a:extLst>
              <a:ext uri="{FF2B5EF4-FFF2-40B4-BE49-F238E27FC236}">
                <a16:creationId xmlns:a16="http://schemas.microsoft.com/office/drawing/2014/main" id="{60CC5516-3D29-4DFA-9359-C4D7C16B3CCF}"/>
              </a:ext>
            </a:extLst>
          </p:cNvPr>
          <p:cNvSpPr>
            <a:spLocks noChangeShapeType="1"/>
          </p:cNvSpPr>
          <p:nvPr/>
        </p:nvSpPr>
        <p:spPr bwMode="auto">
          <a:xfrm>
            <a:off x="4914112" y="4070065"/>
            <a:ext cx="0" cy="215900"/>
          </a:xfrm>
          <a:prstGeom prst="line">
            <a:avLst/>
          </a:prstGeom>
          <a:noFill/>
          <a:ln w="9525">
            <a:solidFill>
              <a:schemeClr val="tx1"/>
            </a:solidFill>
            <a:round/>
            <a:headEnd/>
            <a:tailEnd type="arrow" w="med" len="med"/>
          </a:ln>
          <a:extLst>
            <a:ext uri="{909E8E84-426E-40DD-AFC4-6F175D3DCCD1}">
              <a14:hiddenFill xmlns:a14="http://schemas.microsoft.com/office/drawing/2010/main">
                <a:noFill/>
              </a14:hiddenFill>
            </a:ext>
          </a:extLst>
        </p:spPr>
        <p:txBody>
          <a:bodyPr/>
          <a:lstStyle/>
          <a:p>
            <a:endParaRPr lang="zh-CN" altLang="en-US"/>
          </a:p>
        </p:txBody>
      </p:sp>
      <p:sp>
        <p:nvSpPr>
          <p:cNvPr id="234507" name="Line 11">
            <a:extLst>
              <a:ext uri="{FF2B5EF4-FFF2-40B4-BE49-F238E27FC236}">
                <a16:creationId xmlns:a16="http://schemas.microsoft.com/office/drawing/2014/main" id="{05CDDFFA-3CE6-4AF0-82DB-1D065E081AED}"/>
              </a:ext>
            </a:extLst>
          </p:cNvPr>
          <p:cNvSpPr>
            <a:spLocks noChangeShapeType="1"/>
          </p:cNvSpPr>
          <p:nvPr/>
        </p:nvSpPr>
        <p:spPr bwMode="auto">
          <a:xfrm>
            <a:off x="4914112" y="4790790"/>
            <a:ext cx="0" cy="215900"/>
          </a:xfrm>
          <a:prstGeom prst="line">
            <a:avLst/>
          </a:prstGeom>
          <a:noFill/>
          <a:ln w="9525">
            <a:solidFill>
              <a:schemeClr val="tx1"/>
            </a:solidFill>
            <a:round/>
            <a:headEnd/>
            <a:tailEnd type="arrow" w="med" len="med"/>
          </a:ln>
          <a:extLst>
            <a:ext uri="{909E8E84-426E-40DD-AFC4-6F175D3DCCD1}">
              <a14:hiddenFill xmlns:a14="http://schemas.microsoft.com/office/drawing/2010/main">
                <a:noFill/>
              </a14:hiddenFill>
            </a:ext>
          </a:extLst>
        </p:spPr>
        <p:txBody>
          <a:bodyPr/>
          <a:lstStyle/>
          <a:p>
            <a:endParaRPr lang="zh-CN" altLang="en-US"/>
          </a:p>
        </p:txBody>
      </p:sp>
      <p:sp>
        <p:nvSpPr>
          <p:cNvPr id="234508" name="Line 12">
            <a:extLst>
              <a:ext uri="{FF2B5EF4-FFF2-40B4-BE49-F238E27FC236}">
                <a16:creationId xmlns:a16="http://schemas.microsoft.com/office/drawing/2014/main" id="{7DC7CD62-BE1C-47C9-AA1D-ED4D6D221607}"/>
              </a:ext>
            </a:extLst>
          </p:cNvPr>
          <p:cNvSpPr>
            <a:spLocks noChangeShapeType="1"/>
          </p:cNvSpPr>
          <p:nvPr/>
        </p:nvSpPr>
        <p:spPr bwMode="auto">
          <a:xfrm flipH="1">
            <a:off x="2826550" y="5222590"/>
            <a:ext cx="1223962" cy="0"/>
          </a:xfrm>
          <a:prstGeom prst="line">
            <a:avLst/>
          </a:prstGeom>
          <a:noFill/>
          <a:ln w="9525">
            <a:solidFill>
              <a:schemeClr val="tx1"/>
            </a:solidFill>
            <a:round/>
            <a:headEnd/>
            <a:tailEnd type="arrow" w="med" len="med"/>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234500"/>
                                        </p:tgtEl>
                                        <p:attrNameLst>
                                          <p:attrName>style.visibility</p:attrName>
                                        </p:attrNameLst>
                                      </p:cBhvr>
                                      <p:to>
                                        <p:strVal val="visible"/>
                                      </p:to>
                                    </p:set>
                                    <p:animEffect transition="in" filter="randombar(horizontal)">
                                      <p:cBhvr>
                                        <p:cTn id="7" dur="500"/>
                                        <p:tgtEl>
                                          <p:spTgt spid="23450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4" presetClass="entr" presetSubtype="10" fill="hold" nodeType="clickEffect">
                                  <p:stCondLst>
                                    <p:cond delay="0"/>
                                  </p:stCondLst>
                                  <p:childTnLst>
                                    <p:set>
                                      <p:cBhvr>
                                        <p:cTn id="11" dur="1" fill="hold">
                                          <p:stCondLst>
                                            <p:cond delay="0"/>
                                          </p:stCondLst>
                                        </p:cTn>
                                        <p:tgtEl>
                                          <p:spTgt spid="234505"/>
                                        </p:tgtEl>
                                        <p:attrNameLst>
                                          <p:attrName>style.visibility</p:attrName>
                                        </p:attrNameLst>
                                      </p:cBhvr>
                                      <p:to>
                                        <p:strVal val="visible"/>
                                      </p:to>
                                    </p:set>
                                    <p:animEffect transition="in" filter="randombar(horizontal)">
                                      <p:cBhvr>
                                        <p:cTn id="12" dur="500"/>
                                        <p:tgtEl>
                                          <p:spTgt spid="234505"/>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4" presetClass="entr" presetSubtype="10" fill="hold" grpId="0" nodeType="clickEffect">
                                  <p:stCondLst>
                                    <p:cond delay="0"/>
                                  </p:stCondLst>
                                  <p:childTnLst>
                                    <p:set>
                                      <p:cBhvr>
                                        <p:cTn id="16" dur="1" fill="hold">
                                          <p:stCondLst>
                                            <p:cond delay="0"/>
                                          </p:stCondLst>
                                        </p:cTn>
                                        <p:tgtEl>
                                          <p:spTgt spid="234501"/>
                                        </p:tgtEl>
                                        <p:attrNameLst>
                                          <p:attrName>style.visibility</p:attrName>
                                        </p:attrNameLst>
                                      </p:cBhvr>
                                      <p:to>
                                        <p:strVal val="visible"/>
                                      </p:to>
                                    </p:set>
                                    <p:animEffect transition="in" filter="randombar(horizontal)">
                                      <p:cBhvr>
                                        <p:cTn id="17" dur="500"/>
                                        <p:tgtEl>
                                          <p:spTgt spid="234501"/>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4" presetClass="entr" presetSubtype="10" fill="hold" nodeType="clickEffect">
                                  <p:stCondLst>
                                    <p:cond delay="0"/>
                                  </p:stCondLst>
                                  <p:childTnLst>
                                    <p:set>
                                      <p:cBhvr>
                                        <p:cTn id="21" dur="1" fill="hold">
                                          <p:stCondLst>
                                            <p:cond delay="0"/>
                                          </p:stCondLst>
                                        </p:cTn>
                                        <p:tgtEl>
                                          <p:spTgt spid="234506"/>
                                        </p:tgtEl>
                                        <p:attrNameLst>
                                          <p:attrName>style.visibility</p:attrName>
                                        </p:attrNameLst>
                                      </p:cBhvr>
                                      <p:to>
                                        <p:strVal val="visible"/>
                                      </p:to>
                                    </p:set>
                                    <p:animEffect transition="in" filter="randombar(horizontal)">
                                      <p:cBhvr>
                                        <p:cTn id="22" dur="500"/>
                                        <p:tgtEl>
                                          <p:spTgt spid="234506"/>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4" presetClass="entr" presetSubtype="10" fill="hold" grpId="0" nodeType="clickEffect">
                                  <p:stCondLst>
                                    <p:cond delay="0"/>
                                  </p:stCondLst>
                                  <p:childTnLst>
                                    <p:set>
                                      <p:cBhvr>
                                        <p:cTn id="26" dur="1" fill="hold">
                                          <p:stCondLst>
                                            <p:cond delay="0"/>
                                          </p:stCondLst>
                                        </p:cTn>
                                        <p:tgtEl>
                                          <p:spTgt spid="234502"/>
                                        </p:tgtEl>
                                        <p:attrNameLst>
                                          <p:attrName>style.visibility</p:attrName>
                                        </p:attrNameLst>
                                      </p:cBhvr>
                                      <p:to>
                                        <p:strVal val="visible"/>
                                      </p:to>
                                    </p:set>
                                    <p:animEffect transition="in" filter="randombar(horizontal)">
                                      <p:cBhvr>
                                        <p:cTn id="27" dur="500"/>
                                        <p:tgtEl>
                                          <p:spTgt spid="234502"/>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14" presetClass="entr" presetSubtype="10" fill="hold" nodeType="clickEffect">
                                  <p:stCondLst>
                                    <p:cond delay="0"/>
                                  </p:stCondLst>
                                  <p:childTnLst>
                                    <p:set>
                                      <p:cBhvr>
                                        <p:cTn id="31" dur="1" fill="hold">
                                          <p:stCondLst>
                                            <p:cond delay="0"/>
                                          </p:stCondLst>
                                        </p:cTn>
                                        <p:tgtEl>
                                          <p:spTgt spid="234507"/>
                                        </p:tgtEl>
                                        <p:attrNameLst>
                                          <p:attrName>style.visibility</p:attrName>
                                        </p:attrNameLst>
                                      </p:cBhvr>
                                      <p:to>
                                        <p:strVal val="visible"/>
                                      </p:to>
                                    </p:set>
                                    <p:animEffect transition="in" filter="randombar(horizontal)">
                                      <p:cBhvr>
                                        <p:cTn id="32" dur="500"/>
                                        <p:tgtEl>
                                          <p:spTgt spid="234507"/>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234503"/>
                                        </p:tgtEl>
                                        <p:attrNameLst>
                                          <p:attrName>style.visibility</p:attrName>
                                        </p:attrNameLst>
                                      </p:cBhvr>
                                      <p:to>
                                        <p:strVal val="visible"/>
                                      </p:to>
                                    </p:set>
                                    <p:animEffect transition="in" filter="randombar(horizontal)">
                                      <p:cBhvr>
                                        <p:cTn id="37" dur="500"/>
                                        <p:tgtEl>
                                          <p:spTgt spid="234503"/>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14" presetClass="entr" presetSubtype="5" fill="hold" nodeType="clickEffect">
                                  <p:stCondLst>
                                    <p:cond delay="0"/>
                                  </p:stCondLst>
                                  <p:childTnLst>
                                    <p:set>
                                      <p:cBhvr>
                                        <p:cTn id="41" dur="1" fill="hold">
                                          <p:stCondLst>
                                            <p:cond delay="0"/>
                                          </p:stCondLst>
                                        </p:cTn>
                                        <p:tgtEl>
                                          <p:spTgt spid="234508"/>
                                        </p:tgtEl>
                                        <p:attrNameLst>
                                          <p:attrName>style.visibility</p:attrName>
                                        </p:attrNameLst>
                                      </p:cBhvr>
                                      <p:to>
                                        <p:strVal val="visible"/>
                                      </p:to>
                                    </p:set>
                                    <p:animEffect transition="in" filter="randombar(vertical)">
                                      <p:cBhvr>
                                        <p:cTn id="42" dur="500"/>
                                        <p:tgtEl>
                                          <p:spTgt spid="234508"/>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14" presetClass="entr" presetSubtype="10" fill="hold" grpId="0" nodeType="clickEffect">
                                  <p:stCondLst>
                                    <p:cond delay="0"/>
                                  </p:stCondLst>
                                  <p:childTnLst>
                                    <p:set>
                                      <p:cBhvr>
                                        <p:cTn id="46" dur="1" fill="hold">
                                          <p:stCondLst>
                                            <p:cond delay="0"/>
                                          </p:stCondLst>
                                        </p:cTn>
                                        <p:tgtEl>
                                          <p:spTgt spid="234504"/>
                                        </p:tgtEl>
                                        <p:attrNameLst>
                                          <p:attrName>style.visibility</p:attrName>
                                        </p:attrNameLst>
                                      </p:cBhvr>
                                      <p:to>
                                        <p:strVal val="visible"/>
                                      </p:to>
                                    </p:set>
                                    <p:animEffect transition="in" filter="randombar(horizontal)">
                                      <p:cBhvr>
                                        <p:cTn id="47" dur="500"/>
                                        <p:tgtEl>
                                          <p:spTgt spid="23450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4500" grpId="0" animBg="1"/>
      <p:bldP spid="234501" grpId="0" animBg="1"/>
      <p:bldP spid="234502" grpId="0" animBg="1"/>
      <p:bldP spid="234503" grpId="0" animBg="1"/>
      <p:bldP spid="234504"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Rectangle 6">
            <a:extLst>
              <a:ext uri="{FF2B5EF4-FFF2-40B4-BE49-F238E27FC236}">
                <a16:creationId xmlns:a16="http://schemas.microsoft.com/office/drawing/2014/main" id="{4A0B34A0-1B5F-4774-8F9F-31A2D3AF8385}"/>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D67E3C87-6DD6-4E0B-989C-6A8AD5453CA6}" type="slidenum">
              <a:rPr lang="en-US" altLang="zh-CN">
                <a:solidFill>
                  <a:srgbClr val="0000FF"/>
                </a:solidFill>
                <a:latin typeface="Garamond" panose="02020404030301010803" pitchFamily="18" charset="0"/>
              </a:rPr>
              <a:pPr eaLnBrk="1" hangingPunct="1"/>
              <a:t>9</a:t>
            </a:fld>
            <a:endParaRPr lang="en-US" altLang="zh-CN">
              <a:solidFill>
                <a:srgbClr val="0000FF"/>
              </a:solidFill>
              <a:latin typeface="Garamond" panose="02020404030301010803" pitchFamily="18" charset="0"/>
            </a:endParaRPr>
          </a:p>
        </p:txBody>
      </p:sp>
      <p:sp>
        <p:nvSpPr>
          <p:cNvPr id="142339" name="Rectangle 2">
            <a:extLst>
              <a:ext uri="{FF2B5EF4-FFF2-40B4-BE49-F238E27FC236}">
                <a16:creationId xmlns:a16="http://schemas.microsoft.com/office/drawing/2014/main" id="{E9940BC2-255C-4B63-99D1-2F13DA9FED15}"/>
              </a:ext>
            </a:extLst>
          </p:cNvPr>
          <p:cNvSpPr>
            <a:spLocks noGrp="1" noChangeArrowheads="1"/>
          </p:cNvSpPr>
          <p:nvPr>
            <p:ph type="title"/>
          </p:nvPr>
        </p:nvSpPr>
        <p:spPr/>
        <p:txBody>
          <a:bodyPr/>
          <a:lstStyle/>
          <a:p>
            <a:r>
              <a:rPr lang="zh-CN" altLang="en-US" dirty="0"/>
              <a:t>统计模拟的基本概念</a:t>
            </a:r>
          </a:p>
        </p:txBody>
      </p:sp>
      <p:sp>
        <p:nvSpPr>
          <p:cNvPr id="142340" name="Rectangle 3">
            <a:extLst>
              <a:ext uri="{FF2B5EF4-FFF2-40B4-BE49-F238E27FC236}">
                <a16:creationId xmlns:a16="http://schemas.microsoft.com/office/drawing/2014/main" id="{7F72DCAF-19A1-4D36-8AA6-EA79932AE23F}"/>
              </a:ext>
            </a:extLst>
          </p:cNvPr>
          <p:cNvSpPr>
            <a:spLocks noGrp="1" noChangeArrowheads="1"/>
          </p:cNvSpPr>
          <p:nvPr>
            <p:ph type="body" idx="1"/>
          </p:nvPr>
        </p:nvSpPr>
        <p:spPr>
          <a:xfrm>
            <a:off x="386535" y="1052513"/>
            <a:ext cx="8505945" cy="4968875"/>
          </a:xfrm>
        </p:spPr>
        <p:txBody>
          <a:bodyPr>
            <a:noAutofit/>
          </a:bodyPr>
          <a:lstStyle/>
          <a:p>
            <a:pPr>
              <a:lnSpc>
                <a:spcPct val="90000"/>
              </a:lnSpc>
            </a:pPr>
            <a:r>
              <a:rPr lang="zh-CN" altLang="en-US" sz="3200" dirty="0">
                <a:solidFill>
                  <a:srgbClr val="FF0000"/>
                </a:solidFill>
                <a:latin typeface="楷体_GB2312" pitchFamily="49" charset="-122"/>
                <a:ea typeface="楷体_GB2312" pitchFamily="49" charset="-122"/>
              </a:rPr>
              <a:t>统计模拟分类：</a:t>
            </a:r>
          </a:p>
          <a:p>
            <a:pPr lvl="1">
              <a:lnSpc>
                <a:spcPct val="90000"/>
              </a:lnSpc>
            </a:pPr>
            <a:r>
              <a:rPr lang="zh-CN" altLang="en-US" sz="2800" dirty="0">
                <a:solidFill>
                  <a:schemeClr val="tx1"/>
                </a:solidFill>
                <a:latin typeface="楷体_GB2312" pitchFamily="49" charset="-122"/>
                <a:ea typeface="楷体_GB2312" pitchFamily="49" charset="-122"/>
              </a:rPr>
              <a:t>若按状态变量的变化性质分为连续随机模拟和离散随机模拟。</a:t>
            </a:r>
          </a:p>
          <a:p>
            <a:pPr lvl="1">
              <a:lnSpc>
                <a:spcPct val="90000"/>
              </a:lnSpc>
            </a:pPr>
            <a:r>
              <a:rPr lang="zh-CN" altLang="en-US" sz="2800" dirty="0">
                <a:solidFill>
                  <a:schemeClr val="tx1"/>
                </a:solidFill>
                <a:latin typeface="楷体_GB2312" pitchFamily="49" charset="-122"/>
                <a:ea typeface="楷体_GB2312" pitchFamily="49" charset="-122"/>
              </a:rPr>
              <a:t>而按变量是否随时间变化又可分为动态随机模拟和静态随机模拟。</a:t>
            </a:r>
            <a:endParaRPr lang="en-US" altLang="zh-CN" sz="2800" dirty="0">
              <a:solidFill>
                <a:schemeClr val="tx1"/>
              </a:solidFill>
              <a:latin typeface="楷体_GB2312" pitchFamily="49" charset="-122"/>
              <a:ea typeface="楷体_GB2312" pitchFamily="49" charset="-122"/>
            </a:endParaRPr>
          </a:p>
          <a:p>
            <a:pPr lvl="1">
              <a:lnSpc>
                <a:spcPct val="90000"/>
              </a:lnSpc>
            </a:pPr>
            <a:endParaRPr lang="zh-CN" altLang="en-US" sz="2800" dirty="0">
              <a:solidFill>
                <a:schemeClr val="tx1"/>
              </a:solidFill>
              <a:latin typeface="楷体_GB2312" pitchFamily="49" charset="-122"/>
              <a:ea typeface="楷体_GB2312" pitchFamily="49" charset="-122"/>
            </a:endParaRPr>
          </a:p>
          <a:p>
            <a:pPr>
              <a:lnSpc>
                <a:spcPct val="90000"/>
              </a:lnSpc>
            </a:pPr>
            <a:r>
              <a:rPr lang="zh-CN" altLang="en-US" sz="3200" dirty="0">
                <a:solidFill>
                  <a:srgbClr val="FF0000"/>
                </a:solidFill>
                <a:latin typeface="楷体_GB2312" pitchFamily="49" charset="-122"/>
                <a:ea typeface="楷体_GB2312" pitchFamily="49" charset="-122"/>
              </a:rPr>
              <a:t>常用的统计模拟方法：</a:t>
            </a:r>
          </a:p>
          <a:p>
            <a:pPr lvl="1">
              <a:lnSpc>
                <a:spcPct val="90000"/>
              </a:lnSpc>
            </a:pPr>
            <a:r>
              <a:rPr lang="en-US" altLang="zh-CN" sz="2400" dirty="0">
                <a:solidFill>
                  <a:schemeClr val="tx1"/>
                </a:solidFill>
                <a:latin typeface="楷体_GB2312" pitchFamily="49" charset="-122"/>
                <a:ea typeface="楷体_GB2312" pitchFamily="49" charset="-122"/>
              </a:rPr>
              <a:t>1.</a:t>
            </a:r>
            <a:r>
              <a:rPr lang="zh-CN" altLang="en-US" sz="2400" dirty="0">
                <a:solidFill>
                  <a:schemeClr val="tx1"/>
                </a:solidFill>
                <a:latin typeface="楷体_GB2312" pitchFamily="49" charset="-122"/>
                <a:ea typeface="楷体_GB2312" pitchFamily="49" charset="-122"/>
              </a:rPr>
              <a:t>蒙特卡罗法（如：随机投点法， 平均值法，重要抽样法）</a:t>
            </a:r>
          </a:p>
          <a:p>
            <a:pPr lvl="1">
              <a:lnSpc>
                <a:spcPct val="90000"/>
              </a:lnSpc>
            </a:pPr>
            <a:r>
              <a:rPr lang="en-US" altLang="zh-CN" sz="2400" dirty="0">
                <a:solidFill>
                  <a:schemeClr val="tx1"/>
                </a:solidFill>
                <a:latin typeface="楷体_GB2312" pitchFamily="49" charset="-122"/>
                <a:ea typeface="楷体_GB2312" pitchFamily="49" charset="-122"/>
              </a:rPr>
              <a:t>2.</a:t>
            </a:r>
            <a:r>
              <a:rPr lang="zh-CN" altLang="en-US" sz="2400" dirty="0">
                <a:solidFill>
                  <a:schemeClr val="tx1"/>
                </a:solidFill>
                <a:latin typeface="楷体_GB2312" pitchFamily="49" charset="-122"/>
                <a:ea typeface="楷体_GB2312" pitchFamily="49" charset="-122"/>
              </a:rPr>
              <a:t>系统模拟方法（如：随机服务系统模拟）</a:t>
            </a:r>
          </a:p>
          <a:p>
            <a:pPr lvl="1">
              <a:lnSpc>
                <a:spcPct val="90000"/>
              </a:lnSpc>
            </a:pPr>
            <a:r>
              <a:rPr lang="en-US" altLang="zh-CN" sz="2400" dirty="0">
                <a:solidFill>
                  <a:schemeClr val="tx1"/>
                </a:solidFill>
                <a:latin typeface="楷体_GB2312" pitchFamily="49" charset="-122"/>
                <a:ea typeface="楷体_GB2312" pitchFamily="49" charset="-122"/>
              </a:rPr>
              <a:t>3.</a:t>
            </a:r>
            <a:r>
              <a:rPr lang="zh-CN" altLang="en-US" sz="2400" dirty="0">
                <a:solidFill>
                  <a:schemeClr val="tx1"/>
                </a:solidFill>
                <a:latin typeface="楷体_GB2312" pitchFamily="49" charset="-122"/>
                <a:ea typeface="楷体_GB2312" pitchFamily="49" charset="-122"/>
              </a:rPr>
              <a:t>其它方法：包括</a:t>
            </a:r>
            <a:r>
              <a:rPr lang="en-US" altLang="zh-CN" sz="2400" dirty="0">
                <a:solidFill>
                  <a:schemeClr val="tx1"/>
                </a:solidFill>
                <a:latin typeface="楷体_GB2312" pitchFamily="49" charset="-122"/>
                <a:ea typeface="楷体_GB2312" pitchFamily="49" charset="-122"/>
              </a:rPr>
              <a:t>Bootstrap(</a:t>
            </a:r>
            <a:r>
              <a:rPr lang="zh-CN" altLang="en-US" sz="2400" dirty="0">
                <a:solidFill>
                  <a:schemeClr val="tx1"/>
                </a:solidFill>
                <a:latin typeface="楷体_GB2312" pitchFamily="49" charset="-122"/>
                <a:ea typeface="楷体_GB2312" pitchFamily="49" charset="-122"/>
              </a:rPr>
              <a:t>自助法</a:t>
            </a:r>
            <a:r>
              <a:rPr lang="en-US" altLang="zh-CN" sz="2400" dirty="0">
                <a:solidFill>
                  <a:schemeClr val="tx1"/>
                </a:solidFill>
                <a:latin typeface="楷体_GB2312" pitchFamily="49" charset="-122"/>
                <a:ea typeface="楷体_GB2312" pitchFamily="49" charset="-122"/>
              </a:rPr>
              <a:t>)</a:t>
            </a:r>
            <a:r>
              <a:rPr lang="zh-CN" altLang="en-US" sz="2400" dirty="0">
                <a:solidFill>
                  <a:schemeClr val="tx1"/>
                </a:solidFill>
                <a:latin typeface="楷体_GB2312" pitchFamily="49" charset="-122"/>
                <a:ea typeface="楷体_GB2312" pitchFamily="49" charset="-122"/>
              </a:rPr>
              <a:t>、</a:t>
            </a:r>
            <a:r>
              <a:rPr lang="en-US" altLang="zh-CN" sz="2400" dirty="0">
                <a:solidFill>
                  <a:schemeClr val="tx1"/>
                </a:solidFill>
                <a:latin typeface="楷体_GB2312" pitchFamily="49" charset="-122"/>
                <a:ea typeface="楷体_GB2312" pitchFamily="49" charset="-122"/>
              </a:rPr>
              <a:t>MCMC</a:t>
            </a:r>
            <a:r>
              <a:rPr lang="zh-CN" altLang="en-US" sz="2400" dirty="0">
                <a:solidFill>
                  <a:schemeClr val="tx1"/>
                </a:solidFill>
                <a:latin typeface="楷体_GB2312" pitchFamily="49" charset="-122"/>
                <a:ea typeface="楷体_GB2312" pitchFamily="49" charset="-122"/>
              </a:rPr>
              <a:t>（马氏链蒙特卡罗法）等。</a:t>
            </a:r>
            <a:endParaRPr lang="en-US" altLang="zh-CN" sz="2400" dirty="0">
              <a:solidFill>
                <a:schemeClr val="tx1"/>
              </a:solidFill>
              <a:latin typeface="楷体_GB2312" pitchFamily="49" charset="-122"/>
              <a:ea typeface="楷体_GB2312" pitchFamily="49" charset="-122"/>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2" name="Rectangle 6">
            <a:extLst>
              <a:ext uri="{FF2B5EF4-FFF2-40B4-BE49-F238E27FC236}">
                <a16:creationId xmlns:a16="http://schemas.microsoft.com/office/drawing/2014/main" id="{7E081697-F395-4A54-ABF0-24F98DCA0D16}"/>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6BDB5998-59D6-4640-9DE2-C25CBDF5E61F}" type="slidenum">
              <a:rPr lang="en-US" altLang="zh-CN">
                <a:solidFill>
                  <a:srgbClr val="0000FF"/>
                </a:solidFill>
                <a:latin typeface="Garamond" panose="02020404030301010803" pitchFamily="18" charset="0"/>
              </a:rPr>
              <a:pPr eaLnBrk="1" hangingPunct="1"/>
              <a:t>10</a:t>
            </a:fld>
            <a:endParaRPr lang="en-US" altLang="zh-CN">
              <a:solidFill>
                <a:srgbClr val="0000FF"/>
              </a:solidFill>
              <a:latin typeface="Garamond" panose="02020404030301010803" pitchFamily="18" charset="0"/>
            </a:endParaRPr>
          </a:p>
        </p:txBody>
      </p:sp>
      <p:sp>
        <p:nvSpPr>
          <p:cNvPr id="143363" name="Rectangle 2">
            <a:extLst>
              <a:ext uri="{FF2B5EF4-FFF2-40B4-BE49-F238E27FC236}">
                <a16:creationId xmlns:a16="http://schemas.microsoft.com/office/drawing/2014/main" id="{CF34C177-394A-435E-B555-F6BB5291A47A}"/>
              </a:ext>
            </a:extLst>
          </p:cNvPr>
          <p:cNvSpPr>
            <a:spLocks noGrp="1" noChangeArrowheads="1"/>
          </p:cNvSpPr>
          <p:nvPr>
            <p:ph type="title"/>
          </p:nvPr>
        </p:nvSpPr>
        <p:spPr/>
        <p:txBody>
          <a:bodyPr/>
          <a:lstStyle/>
          <a:p>
            <a:r>
              <a:rPr lang="zh-CN" altLang="en-US"/>
              <a:t>统计模拟的基本概念</a:t>
            </a:r>
          </a:p>
        </p:txBody>
      </p:sp>
      <p:sp>
        <p:nvSpPr>
          <p:cNvPr id="143364" name="Rectangle 3">
            <a:extLst>
              <a:ext uri="{FF2B5EF4-FFF2-40B4-BE49-F238E27FC236}">
                <a16:creationId xmlns:a16="http://schemas.microsoft.com/office/drawing/2014/main" id="{9A2E946F-F358-4FC0-9519-39AFBA2D4EA1}"/>
              </a:ext>
            </a:extLst>
          </p:cNvPr>
          <p:cNvSpPr>
            <a:spLocks noGrp="1" noChangeArrowheads="1"/>
          </p:cNvSpPr>
          <p:nvPr>
            <p:ph type="body" idx="1"/>
          </p:nvPr>
        </p:nvSpPr>
        <p:spPr>
          <a:xfrm>
            <a:off x="251520" y="1163637"/>
            <a:ext cx="8229600" cy="4530725"/>
          </a:xfrm>
        </p:spPr>
        <p:txBody>
          <a:bodyPr/>
          <a:lstStyle/>
          <a:p>
            <a:r>
              <a:rPr lang="zh-CN" altLang="en-US" sz="3200" b="1" dirty="0">
                <a:solidFill>
                  <a:srgbClr val="FF0000"/>
                </a:solidFill>
                <a:latin typeface="楷体_GB2312" pitchFamily="49" charset="-122"/>
                <a:ea typeface="楷体_GB2312" pitchFamily="49" charset="-122"/>
              </a:rPr>
              <a:t>统计模拟的一般步骤</a:t>
            </a:r>
          </a:p>
          <a:p>
            <a:pPr lvl="1"/>
            <a:r>
              <a:rPr lang="zh-CN" altLang="en-US" sz="3000" dirty="0">
                <a:solidFill>
                  <a:schemeClr val="tx1"/>
                </a:solidFill>
                <a:latin typeface="楷体_GB2312" pitchFamily="49" charset="-122"/>
                <a:ea typeface="楷体_GB2312" pitchFamily="49" charset="-122"/>
              </a:rPr>
              <a:t>根据欲研究问题的性质，建立能够描述该问题的理论模型</a:t>
            </a:r>
            <a:r>
              <a:rPr lang="en-US" altLang="zh-CN" sz="3000" dirty="0">
                <a:solidFill>
                  <a:schemeClr val="tx1"/>
                </a:solidFill>
                <a:latin typeface="楷体_GB2312" pitchFamily="49" charset="-122"/>
                <a:ea typeface="楷体_GB2312" pitchFamily="49" charset="-122"/>
              </a:rPr>
              <a:t>(</a:t>
            </a:r>
            <a:r>
              <a:rPr lang="zh-CN" altLang="en-US" sz="3000" dirty="0">
                <a:solidFill>
                  <a:schemeClr val="tx1"/>
                </a:solidFill>
                <a:latin typeface="楷体_GB2312" pitchFamily="49" charset="-122"/>
                <a:ea typeface="楷体_GB2312" pitchFamily="49" charset="-122"/>
              </a:rPr>
              <a:t>概率统计</a:t>
            </a:r>
            <a:r>
              <a:rPr lang="en-US" altLang="zh-CN" sz="3000" dirty="0">
                <a:solidFill>
                  <a:schemeClr val="tx1"/>
                </a:solidFill>
                <a:latin typeface="楷体_GB2312" pitchFamily="49" charset="-122"/>
                <a:ea typeface="楷体_GB2312" pitchFamily="49" charset="-122"/>
              </a:rPr>
              <a:t>)</a:t>
            </a:r>
            <a:r>
              <a:rPr lang="zh-CN" altLang="en-US" sz="3000" dirty="0">
                <a:solidFill>
                  <a:schemeClr val="tx1"/>
                </a:solidFill>
                <a:latin typeface="楷体_GB2312" pitchFamily="49" charset="-122"/>
                <a:ea typeface="楷体_GB2312" pitchFamily="49" charset="-122"/>
              </a:rPr>
              <a:t>，确定该模型感兴趣的量及其中有关量的概率分布；</a:t>
            </a:r>
          </a:p>
          <a:p>
            <a:pPr lvl="1"/>
            <a:r>
              <a:rPr lang="zh-CN" altLang="en-US" sz="3000" dirty="0">
                <a:solidFill>
                  <a:schemeClr val="tx1"/>
                </a:solidFill>
                <a:latin typeface="楷体_GB2312" pitchFamily="49" charset="-122"/>
                <a:ea typeface="楷体_GB2312" pitchFamily="49" charset="-122"/>
              </a:rPr>
              <a:t>从概率分布出发进行随机抽样，得到感兴趣特征量的一些模拟结果；</a:t>
            </a:r>
          </a:p>
          <a:p>
            <a:pPr lvl="1"/>
            <a:r>
              <a:rPr lang="zh-CN" altLang="en-US" sz="3000" dirty="0">
                <a:solidFill>
                  <a:schemeClr val="tx1"/>
                </a:solidFill>
                <a:latin typeface="楷体_GB2312" pitchFamily="49" charset="-122"/>
                <a:ea typeface="楷体_GB2312" pitchFamily="49" charset="-122"/>
              </a:rPr>
              <a:t>对模拟结果进行分析、总结，得出结论或进行改进</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6" name="Rectangle 6">
            <a:extLst>
              <a:ext uri="{FF2B5EF4-FFF2-40B4-BE49-F238E27FC236}">
                <a16:creationId xmlns:a16="http://schemas.microsoft.com/office/drawing/2014/main" id="{9A1EF06F-7377-4C29-8BBC-23A3C7E8EAC5}"/>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D0C1C8B4-C5B7-4F9E-81D4-10B3472C03B4}" type="slidenum">
              <a:rPr lang="en-US" altLang="zh-CN">
                <a:solidFill>
                  <a:srgbClr val="0000FF"/>
                </a:solidFill>
                <a:latin typeface="Garamond" panose="02020404030301010803" pitchFamily="18" charset="0"/>
              </a:rPr>
              <a:pPr eaLnBrk="1" hangingPunct="1"/>
              <a:t>11</a:t>
            </a:fld>
            <a:endParaRPr lang="en-US" altLang="zh-CN">
              <a:solidFill>
                <a:srgbClr val="0000FF"/>
              </a:solidFill>
              <a:latin typeface="Garamond" panose="02020404030301010803" pitchFamily="18" charset="0"/>
            </a:endParaRPr>
          </a:p>
        </p:txBody>
      </p:sp>
      <p:pic>
        <p:nvPicPr>
          <p:cNvPr id="245762" name="Picture 2">
            <a:extLst>
              <a:ext uri="{FF2B5EF4-FFF2-40B4-BE49-F238E27FC236}">
                <a16:creationId xmlns:a16="http://schemas.microsoft.com/office/drawing/2014/main" id="{2D563666-82BF-4221-83EB-0D1F960959E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92275" y="1085850"/>
            <a:ext cx="5545138" cy="5070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4388" name="Rectangle 3">
            <a:extLst>
              <a:ext uri="{FF2B5EF4-FFF2-40B4-BE49-F238E27FC236}">
                <a16:creationId xmlns:a16="http://schemas.microsoft.com/office/drawing/2014/main" id="{EA869A20-B970-4642-8C29-C4B17D9954F8}"/>
              </a:ext>
            </a:extLst>
          </p:cNvPr>
          <p:cNvSpPr>
            <a:spLocks noGrp="1" noChangeArrowheads="1"/>
          </p:cNvSpPr>
          <p:nvPr>
            <p:ph type="title"/>
          </p:nvPr>
        </p:nvSpPr>
        <p:spPr/>
        <p:txBody>
          <a:bodyPr/>
          <a:lstStyle/>
          <a:p>
            <a:r>
              <a:rPr lang="zh-CN" altLang="en-US" dirty="0"/>
              <a:t>统计模拟的一般步骤</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4" presetClass="entr" presetSubtype="10" fill="hold" nodeType="clickEffect">
                                  <p:stCondLst>
                                    <p:cond delay="0"/>
                                  </p:stCondLst>
                                  <p:childTnLst>
                                    <p:set>
                                      <p:cBhvr>
                                        <p:cTn id="6" dur="1" fill="hold">
                                          <p:stCondLst>
                                            <p:cond delay="0"/>
                                          </p:stCondLst>
                                        </p:cTn>
                                        <p:tgtEl>
                                          <p:spTgt spid="245762"/>
                                        </p:tgtEl>
                                        <p:attrNameLst>
                                          <p:attrName>style.visibility</p:attrName>
                                        </p:attrNameLst>
                                      </p:cBhvr>
                                      <p:to>
                                        <p:strVal val="visible"/>
                                      </p:to>
                                    </p:set>
                                    <p:animEffect transition="in" filter="randombar(horizontal)">
                                      <p:cBhvr>
                                        <p:cTn id="7" dur="500"/>
                                        <p:tgtEl>
                                          <p:spTgt spid="2457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10" name="Rectangle 6">
            <a:extLst>
              <a:ext uri="{FF2B5EF4-FFF2-40B4-BE49-F238E27FC236}">
                <a16:creationId xmlns:a16="http://schemas.microsoft.com/office/drawing/2014/main" id="{52F44881-F53B-4894-BDF6-A8DB859D4D54}"/>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185E9605-660E-435B-9847-7853600DE33C}" type="slidenum">
              <a:rPr lang="en-US" altLang="zh-CN">
                <a:solidFill>
                  <a:srgbClr val="0000FF"/>
                </a:solidFill>
                <a:latin typeface="Garamond" panose="02020404030301010803" pitchFamily="18" charset="0"/>
              </a:rPr>
              <a:pPr eaLnBrk="1" hangingPunct="1"/>
              <a:t>12</a:t>
            </a:fld>
            <a:endParaRPr lang="en-US" altLang="zh-CN">
              <a:solidFill>
                <a:srgbClr val="0000FF"/>
              </a:solidFill>
              <a:latin typeface="Garamond" panose="02020404030301010803" pitchFamily="18" charset="0"/>
            </a:endParaRPr>
          </a:p>
        </p:txBody>
      </p:sp>
      <p:sp>
        <p:nvSpPr>
          <p:cNvPr id="145411" name="Rectangle 2">
            <a:extLst>
              <a:ext uri="{FF2B5EF4-FFF2-40B4-BE49-F238E27FC236}">
                <a16:creationId xmlns:a16="http://schemas.microsoft.com/office/drawing/2014/main" id="{3EADEEAA-7EF8-4CB1-A105-EAFA3A2D02A0}"/>
              </a:ext>
            </a:extLst>
          </p:cNvPr>
          <p:cNvSpPr>
            <a:spLocks noGrp="1" noChangeArrowheads="1"/>
          </p:cNvSpPr>
          <p:nvPr>
            <p:ph type="title"/>
          </p:nvPr>
        </p:nvSpPr>
        <p:spPr/>
        <p:txBody>
          <a:bodyPr/>
          <a:lstStyle/>
          <a:p>
            <a:r>
              <a:rPr lang="zh-CN" altLang="en-US" dirty="0"/>
              <a:t>统计模拟的发展与应用</a:t>
            </a:r>
          </a:p>
        </p:txBody>
      </p:sp>
      <p:sp>
        <p:nvSpPr>
          <p:cNvPr id="145412" name="Rectangle 3">
            <a:extLst>
              <a:ext uri="{FF2B5EF4-FFF2-40B4-BE49-F238E27FC236}">
                <a16:creationId xmlns:a16="http://schemas.microsoft.com/office/drawing/2014/main" id="{E23FAE09-2ADD-4510-9CF9-76C1FDEA5AC2}"/>
              </a:ext>
            </a:extLst>
          </p:cNvPr>
          <p:cNvSpPr>
            <a:spLocks noGrp="1" noChangeArrowheads="1"/>
          </p:cNvSpPr>
          <p:nvPr>
            <p:ph type="body" idx="1"/>
          </p:nvPr>
        </p:nvSpPr>
        <p:spPr>
          <a:xfrm>
            <a:off x="457200" y="1000125"/>
            <a:ext cx="8229600" cy="2158845"/>
          </a:xfrm>
        </p:spPr>
        <p:txBody>
          <a:bodyPr/>
          <a:lstStyle/>
          <a:p>
            <a:pPr>
              <a:lnSpc>
                <a:spcPct val="90000"/>
              </a:lnSpc>
            </a:pPr>
            <a:r>
              <a:rPr lang="zh-CN" altLang="en-US" sz="2600" dirty="0">
                <a:solidFill>
                  <a:srgbClr val="FF0000"/>
                </a:solidFill>
                <a:latin typeface="楷体_GB2312" pitchFamily="49" charset="-122"/>
                <a:ea typeface="楷体_GB2312" pitchFamily="49" charset="-122"/>
              </a:rPr>
              <a:t>统计模拟</a:t>
            </a:r>
            <a:r>
              <a:rPr lang="en-US" altLang="zh-CN" sz="2600" dirty="0">
                <a:solidFill>
                  <a:srgbClr val="FF0000"/>
                </a:solidFill>
                <a:latin typeface="楷体_GB2312" pitchFamily="49" charset="-122"/>
                <a:ea typeface="楷体_GB2312" pitchFamily="49" charset="-122"/>
              </a:rPr>
              <a:t>(statistical simulation)</a:t>
            </a:r>
            <a:r>
              <a:rPr lang="zh-CN" altLang="en-US" sz="2600" dirty="0">
                <a:solidFill>
                  <a:srgbClr val="FF0000"/>
                </a:solidFill>
                <a:latin typeface="楷体_GB2312" pitchFamily="49" charset="-122"/>
                <a:ea typeface="楷体_GB2312" pitchFamily="49" charset="-122"/>
              </a:rPr>
              <a:t>方法</a:t>
            </a:r>
          </a:p>
          <a:p>
            <a:pPr lvl="1">
              <a:lnSpc>
                <a:spcPct val="90000"/>
              </a:lnSpc>
            </a:pPr>
            <a:r>
              <a:rPr lang="zh-CN" altLang="en-US" dirty="0">
                <a:solidFill>
                  <a:schemeClr val="tx1"/>
                </a:solidFill>
                <a:latin typeface="楷体_GB2312" pitchFamily="49" charset="-122"/>
                <a:ea typeface="楷体_GB2312" pitchFamily="49" charset="-122"/>
              </a:rPr>
              <a:t>亦称蒙特卡罗</a:t>
            </a:r>
            <a:r>
              <a:rPr lang="en-US" altLang="zh-CN" dirty="0">
                <a:solidFill>
                  <a:schemeClr val="tx1"/>
                </a:solidFill>
                <a:latin typeface="楷体_GB2312" pitchFamily="49" charset="-122"/>
                <a:ea typeface="楷体_GB2312" pitchFamily="49" charset="-122"/>
              </a:rPr>
              <a:t>(Monte Carlo)</a:t>
            </a:r>
            <a:r>
              <a:rPr lang="zh-CN" altLang="en-US" dirty="0">
                <a:solidFill>
                  <a:schemeClr val="tx1"/>
                </a:solidFill>
                <a:latin typeface="楷体_GB2312" pitchFamily="49" charset="-122"/>
                <a:ea typeface="楷体_GB2312" pitchFamily="49" charset="-122"/>
              </a:rPr>
              <a:t>方法</a:t>
            </a:r>
          </a:p>
          <a:p>
            <a:pPr lvl="2">
              <a:lnSpc>
                <a:spcPct val="90000"/>
              </a:lnSpc>
            </a:pPr>
            <a:r>
              <a:rPr lang="zh-CN" altLang="en-US" sz="2700" dirty="0">
                <a:solidFill>
                  <a:schemeClr val="tx1"/>
                </a:solidFill>
                <a:latin typeface="楷体_GB2312" pitchFamily="49" charset="-122"/>
                <a:ea typeface="楷体_GB2312" pitchFamily="49" charset="-122"/>
              </a:rPr>
              <a:t>利用计算机产生随机数进行数值模拟的方法</a:t>
            </a:r>
            <a:endParaRPr lang="en-US" altLang="zh-CN" sz="2700" dirty="0">
              <a:solidFill>
                <a:schemeClr val="tx1"/>
              </a:solidFill>
              <a:latin typeface="楷体_GB2312" pitchFamily="49" charset="-122"/>
              <a:ea typeface="楷体_GB2312" pitchFamily="49" charset="-122"/>
            </a:endParaRPr>
          </a:p>
          <a:p>
            <a:pPr lvl="2">
              <a:lnSpc>
                <a:spcPct val="90000"/>
              </a:lnSpc>
            </a:pPr>
            <a:endParaRPr lang="zh-CN" altLang="en-US" sz="2700" dirty="0">
              <a:solidFill>
                <a:schemeClr val="tx1"/>
              </a:solidFill>
              <a:latin typeface="楷体_GB2312" pitchFamily="49" charset="-122"/>
              <a:ea typeface="楷体_GB2312" pitchFamily="49" charset="-122"/>
            </a:endParaRPr>
          </a:p>
          <a:p>
            <a:pPr>
              <a:lnSpc>
                <a:spcPct val="90000"/>
              </a:lnSpc>
            </a:pPr>
            <a:r>
              <a:rPr lang="en-US" altLang="zh-CN" sz="2600" dirty="0">
                <a:solidFill>
                  <a:srgbClr val="FF0000"/>
                </a:solidFill>
                <a:latin typeface="楷体_GB2312" pitchFamily="49" charset="-122"/>
                <a:ea typeface="楷体_GB2312" pitchFamily="49" charset="-122"/>
              </a:rPr>
              <a:t>Monte Carlo</a:t>
            </a:r>
            <a:r>
              <a:rPr lang="zh-CN" altLang="en-US" sz="2600" dirty="0">
                <a:solidFill>
                  <a:srgbClr val="FF0000"/>
                </a:solidFill>
                <a:latin typeface="楷体_GB2312" pitchFamily="49" charset="-122"/>
                <a:ea typeface="楷体_GB2312" pitchFamily="49" charset="-122"/>
              </a:rPr>
              <a:t>名字的由来</a:t>
            </a:r>
          </a:p>
        </p:txBody>
      </p:sp>
      <p:sp>
        <p:nvSpPr>
          <p:cNvPr id="5" name="Rectangle 6">
            <a:extLst>
              <a:ext uri="{FF2B5EF4-FFF2-40B4-BE49-F238E27FC236}">
                <a16:creationId xmlns:a16="http://schemas.microsoft.com/office/drawing/2014/main" id="{8975446B-8352-4A4F-AB02-0D1253F6EB33}"/>
              </a:ext>
            </a:extLst>
          </p:cNvPr>
          <p:cNvSpPr>
            <a:spLocks noChangeArrowheads="1"/>
          </p:cNvSpPr>
          <p:nvPr/>
        </p:nvSpPr>
        <p:spPr bwMode="auto">
          <a:xfrm>
            <a:off x="5607115" y="5536015"/>
            <a:ext cx="3486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dirty="0"/>
              <a:t>Nicholas Metropolis (1915-1999)</a:t>
            </a:r>
            <a:endParaRPr lang="zh-CN" altLang="en-US" dirty="0"/>
          </a:p>
        </p:txBody>
      </p:sp>
      <p:pic>
        <p:nvPicPr>
          <p:cNvPr id="6" name="Picture 4">
            <a:extLst>
              <a:ext uri="{FF2B5EF4-FFF2-40B4-BE49-F238E27FC236}">
                <a16:creationId xmlns:a16="http://schemas.microsoft.com/office/drawing/2014/main" id="{8F378FAA-A531-47C0-9364-D46512E920A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37970" y="2393885"/>
            <a:ext cx="2417338" cy="2859949"/>
          </a:xfrm>
          <a:prstGeom prst="rect">
            <a:avLst/>
          </a:prstGeom>
          <a:noFill/>
          <a:ln w="9525">
            <a:solidFill>
              <a:srgbClr val="0000FF"/>
            </a:solidFill>
            <a:miter lim="800000"/>
            <a:headEnd/>
            <a:tailEnd/>
          </a:ln>
          <a:extLst>
            <a:ext uri="{909E8E84-426E-40DD-AFC4-6F175D3DCCD1}">
              <a14:hiddenFill xmlns:a14="http://schemas.microsoft.com/office/drawing/2010/main">
                <a:solidFill>
                  <a:srgbClr val="FFFFFF"/>
                </a:solidFill>
              </a14:hiddenFill>
            </a:ext>
          </a:extLst>
        </p:spPr>
      </p:pic>
      <p:sp>
        <p:nvSpPr>
          <p:cNvPr id="10" name="文本框 9">
            <a:extLst>
              <a:ext uri="{FF2B5EF4-FFF2-40B4-BE49-F238E27FC236}">
                <a16:creationId xmlns:a16="http://schemas.microsoft.com/office/drawing/2014/main" id="{953C23DA-71DF-40D3-A84F-A3A948B367F9}"/>
              </a:ext>
            </a:extLst>
          </p:cNvPr>
          <p:cNvSpPr txBox="1"/>
          <p:nvPr/>
        </p:nvSpPr>
        <p:spPr>
          <a:xfrm>
            <a:off x="537119" y="3289246"/>
            <a:ext cx="5430036" cy="1815882"/>
          </a:xfrm>
          <a:prstGeom prst="rect">
            <a:avLst/>
          </a:prstGeom>
          <a:noFill/>
          <a:ln w="25400">
            <a:noFill/>
          </a:ln>
        </p:spPr>
        <p:txBody>
          <a:bodyPr wrap="square">
            <a:spAutoFit/>
          </a:bodyPr>
          <a:lstStyle/>
          <a:p>
            <a:pPr marL="457200" indent="-457200">
              <a:buFont typeface="Arial" panose="020B0604020202020204" pitchFamily="34" charset="0"/>
              <a:buChar char="•"/>
            </a:pPr>
            <a:r>
              <a:rPr lang="zh-CN" altLang="en-US" sz="2800" dirty="0"/>
              <a:t>是由</a:t>
            </a:r>
            <a:r>
              <a:rPr lang="en-US" altLang="zh-CN" sz="2800" dirty="0"/>
              <a:t>Metropolis</a:t>
            </a:r>
            <a:r>
              <a:rPr lang="zh-CN" altLang="en-US" sz="2800" dirty="0"/>
              <a:t>在二次世界大战期间提出的：</a:t>
            </a:r>
          </a:p>
          <a:p>
            <a:pPr marL="457200" indent="-457200">
              <a:buFont typeface="Arial" panose="020B0604020202020204" pitchFamily="34" charset="0"/>
              <a:buChar char="•"/>
            </a:pPr>
            <a:r>
              <a:rPr lang="en-US" altLang="zh-CN" sz="2800" dirty="0"/>
              <a:t>Manhattan</a:t>
            </a:r>
            <a:r>
              <a:rPr lang="zh-CN" altLang="en-US" sz="2800" dirty="0"/>
              <a:t>计划，研究与原子弹有关的中子输运过程</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4" name="Rectangle 6">
            <a:extLst>
              <a:ext uri="{FF2B5EF4-FFF2-40B4-BE49-F238E27FC236}">
                <a16:creationId xmlns:a16="http://schemas.microsoft.com/office/drawing/2014/main" id="{FE035CEA-691D-47A3-8A83-E64A59DE9D4E}"/>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A3D12561-3ABF-48C4-B6B0-8CA97950682F}" type="slidenum">
              <a:rPr lang="en-US" altLang="zh-CN">
                <a:solidFill>
                  <a:srgbClr val="0000FF"/>
                </a:solidFill>
                <a:latin typeface="Garamond" panose="02020404030301010803" pitchFamily="18" charset="0"/>
              </a:rPr>
              <a:pPr eaLnBrk="1" hangingPunct="1"/>
              <a:t>13</a:t>
            </a:fld>
            <a:endParaRPr lang="en-US" altLang="zh-CN">
              <a:solidFill>
                <a:srgbClr val="0000FF"/>
              </a:solidFill>
              <a:latin typeface="Garamond" panose="02020404030301010803" pitchFamily="18" charset="0"/>
            </a:endParaRPr>
          </a:p>
        </p:txBody>
      </p:sp>
      <p:pic>
        <p:nvPicPr>
          <p:cNvPr id="146436" name="Picture 5">
            <a:extLst>
              <a:ext uri="{FF2B5EF4-FFF2-40B4-BE49-F238E27FC236}">
                <a16:creationId xmlns:a16="http://schemas.microsoft.com/office/drawing/2014/main" id="{F559997F-37A4-4EB2-9C2A-F4DE5B2E067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51275" y="1695450"/>
            <a:ext cx="4897438" cy="3248025"/>
          </a:xfrm>
          <a:prstGeom prst="rect">
            <a:avLst/>
          </a:prstGeom>
          <a:noFill/>
          <a:ln w="9525">
            <a:solidFill>
              <a:srgbClr val="0000FF"/>
            </a:solidFill>
            <a:miter lim="800000"/>
            <a:headEnd/>
            <a:tailEnd/>
          </a:ln>
          <a:extLst>
            <a:ext uri="{909E8E84-426E-40DD-AFC4-6F175D3DCCD1}">
              <a14:hiddenFill xmlns:a14="http://schemas.microsoft.com/office/drawing/2010/main">
                <a:solidFill>
                  <a:srgbClr val="FFFFFF"/>
                </a:solidFill>
              </a14:hiddenFill>
            </a:ext>
          </a:extLst>
        </p:spPr>
      </p:pic>
      <p:sp>
        <p:nvSpPr>
          <p:cNvPr id="146438" name="Rectangle 8">
            <a:extLst>
              <a:ext uri="{FF2B5EF4-FFF2-40B4-BE49-F238E27FC236}">
                <a16:creationId xmlns:a16="http://schemas.microsoft.com/office/drawing/2014/main" id="{EDD41A78-39FD-482A-9307-2026CA55232B}"/>
              </a:ext>
            </a:extLst>
          </p:cNvPr>
          <p:cNvSpPr>
            <a:spLocks noChangeArrowheads="1"/>
          </p:cNvSpPr>
          <p:nvPr/>
        </p:nvSpPr>
        <p:spPr bwMode="auto">
          <a:xfrm>
            <a:off x="4859338" y="5222875"/>
            <a:ext cx="23812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a:t>Monte-Carlo, Monaco</a:t>
            </a:r>
            <a:endParaRPr lang="zh-CN" altLang="en-US"/>
          </a:p>
        </p:txBody>
      </p:sp>
      <p:sp>
        <p:nvSpPr>
          <p:cNvPr id="146439" name="Rectangle 9">
            <a:extLst>
              <a:ext uri="{FF2B5EF4-FFF2-40B4-BE49-F238E27FC236}">
                <a16:creationId xmlns:a16="http://schemas.microsoft.com/office/drawing/2014/main" id="{C0F1593C-9F9C-417D-B691-28BBCB21B790}"/>
              </a:ext>
            </a:extLst>
          </p:cNvPr>
          <p:cNvSpPr>
            <a:spLocks noGrp="1" noChangeArrowheads="1"/>
          </p:cNvSpPr>
          <p:nvPr>
            <p:ph type="title"/>
          </p:nvPr>
        </p:nvSpPr>
        <p:spPr>
          <a:noFill/>
        </p:spPr>
        <p:txBody>
          <a:bodyPr/>
          <a:lstStyle/>
          <a:p>
            <a:r>
              <a:rPr lang="zh-CN" altLang="en-US"/>
              <a:t>统计模拟的发展与应用</a:t>
            </a:r>
          </a:p>
        </p:txBody>
      </p:sp>
      <p:sp>
        <p:nvSpPr>
          <p:cNvPr id="9" name="文本框 8">
            <a:extLst>
              <a:ext uri="{FF2B5EF4-FFF2-40B4-BE49-F238E27FC236}">
                <a16:creationId xmlns:a16="http://schemas.microsoft.com/office/drawing/2014/main" id="{5759F3B7-EF56-4667-9933-3809C39DC78C}"/>
              </a:ext>
            </a:extLst>
          </p:cNvPr>
          <p:cNvSpPr txBox="1"/>
          <p:nvPr/>
        </p:nvSpPr>
        <p:spPr>
          <a:xfrm>
            <a:off x="161510" y="2497698"/>
            <a:ext cx="3486150" cy="1643527"/>
          </a:xfrm>
          <a:prstGeom prst="rect">
            <a:avLst/>
          </a:prstGeom>
          <a:noFill/>
          <a:ln w="25400">
            <a:solidFill>
              <a:srgbClr val="0070C0"/>
            </a:solidFill>
          </a:ln>
        </p:spPr>
        <p:txBody>
          <a:bodyPr wrap="square">
            <a:spAutoFit/>
          </a:bodyPr>
          <a:lstStyle/>
          <a:p>
            <a:pPr lvl="1">
              <a:lnSpc>
                <a:spcPct val="90000"/>
              </a:lnSpc>
            </a:pPr>
            <a:r>
              <a:rPr lang="en-US" altLang="zh-CN" sz="2800" dirty="0">
                <a:solidFill>
                  <a:schemeClr val="tx1"/>
                </a:solidFill>
                <a:latin typeface="楷体_GB2312" pitchFamily="49" charset="-122"/>
                <a:ea typeface="楷体_GB2312" pitchFamily="49" charset="-122"/>
              </a:rPr>
              <a:t>Monte Carlo</a:t>
            </a:r>
            <a:r>
              <a:rPr lang="zh-CN" altLang="en-US" sz="2800" dirty="0">
                <a:solidFill>
                  <a:schemeClr val="tx1"/>
                </a:solidFill>
                <a:latin typeface="楷体_GB2312" pitchFamily="49" charset="-122"/>
                <a:ea typeface="楷体_GB2312" pitchFamily="49" charset="-122"/>
              </a:rPr>
              <a:t>是摩纳哥（</a:t>
            </a:r>
            <a:r>
              <a:rPr lang="en-US" altLang="zh-CN" sz="2800" dirty="0" err="1">
                <a:solidFill>
                  <a:schemeClr val="tx1"/>
                </a:solidFill>
                <a:latin typeface="楷体_GB2312" pitchFamily="49" charset="-122"/>
                <a:ea typeface="楷体_GB2312" pitchFamily="49" charset="-122"/>
              </a:rPr>
              <a:t>monaco</a:t>
            </a:r>
            <a:r>
              <a:rPr lang="en-US" altLang="zh-CN" sz="2800" dirty="0">
                <a:solidFill>
                  <a:schemeClr val="tx1"/>
                </a:solidFill>
                <a:latin typeface="楷体_GB2312" pitchFamily="49" charset="-122"/>
                <a:ea typeface="楷体_GB2312" pitchFamily="49" charset="-122"/>
              </a:rPr>
              <a:t>)</a:t>
            </a:r>
            <a:r>
              <a:rPr lang="zh-CN" altLang="en-US" sz="2800" dirty="0">
                <a:solidFill>
                  <a:schemeClr val="tx1"/>
                </a:solidFill>
                <a:latin typeface="楷体_GB2312" pitchFamily="49" charset="-122"/>
                <a:ea typeface="楷体_GB2312" pitchFamily="49" charset="-122"/>
              </a:rPr>
              <a:t>的首都，该城以赌博闻名</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8" name="Rectangle 6">
            <a:extLst>
              <a:ext uri="{FF2B5EF4-FFF2-40B4-BE49-F238E27FC236}">
                <a16:creationId xmlns:a16="http://schemas.microsoft.com/office/drawing/2014/main" id="{AD410F2C-C31F-475D-AD4C-5E46740F1761}"/>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B43DFC72-9288-494F-A8DF-91DD7D2487F4}" type="slidenum">
              <a:rPr lang="en-US" altLang="zh-CN">
                <a:solidFill>
                  <a:srgbClr val="0000FF"/>
                </a:solidFill>
                <a:latin typeface="Garamond" panose="02020404030301010803" pitchFamily="18" charset="0"/>
              </a:rPr>
              <a:pPr eaLnBrk="1" hangingPunct="1"/>
              <a:t>14</a:t>
            </a:fld>
            <a:endParaRPr lang="en-US" altLang="zh-CN">
              <a:solidFill>
                <a:srgbClr val="0000FF"/>
              </a:solidFill>
              <a:latin typeface="Garamond" panose="02020404030301010803" pitchFamily="18" charset="0"/>
            </a:endParaRPr>
          </a:p>
        </p:txBody>
      </p:sp>
      <p:sp>
        <p:nvSpPr>
          <p:cNvPr id="147459" name="Rectangle 2">
            <a:extLst>
              <a:ext uri="{FF2B5EF4-FFF2-40B4-BE49-F238E27FC236}">
                <a16:creationId xmlns:a16="http://schemas.microsoft.com/office/drawing/2014/main" id="{EAC76240-7B9D-46BF-8B0F-334EB8E09654}"/>
              </a:ext>
            </a:extLst>
          </p:cNvPr>
          <p:cNvSpPr>
            <a:spLocks noGrp="1" noChangeArrowheads="1"/>
          </p:cNvSpPr>
          <p:nvPr>
            <p:ph type="title"/>
          </p:nvPr>
        </p:nvSpPr>
        <p:spPr/>
        <p:txBody>
          <a:bodyPr/>
          <a:lstStyle/>
          <a:p>
            <a:r>
              <a:rPr lang="zh-CN" altLang="en-US"/>
              <a:t>统计模拟的发展与应用</a:t>
            </a:r>
          </a:p>
        </p:txBody>
      </p:sp>
      <p:sp>
        <p:nvSpPr>
          <p:cNvPr id="147460" name="Rectangle 3">
            <a:extLst>
              <a:ext uri="{FF2B5EF4-FFF2-40B4-BE49-F238E27FC236}">
                <a16:creationId xmlns:a16="http://schemas.microsoft.com/office/drawing/2014/main" id="{90958918-652E-46AF-B89A-8D31FC1A0B6C}"/>
              </a:ext>
            </a:extLst>
          </p:cNvPr>
          <p:cNvSpPr>
            <a:spLocks noGrp="1" noChangeArrowheads="1"/>
          </p:cNvSpPr>
          <p:nvPr>
            <p:ph type="body" idx="1"/>
          </p:nvPr>
        </p:nvSpPr>
        <p:spPr>
          <a:xfrm>
            <a:off x="457200" y="1125538"/>
            <a:ext cx="8229600" cy="2016125"/>
          </a:xfrm>
        </p:spPr>
        <p:txBody>
          <a:bodyPr/>
          <a:lstStyle/>
          <a:p>
            <a:pPr>
              <a:lnSpc>
                <a:spcPct val="90000"/>
              </a:lnSpc>
              <a:buFont typeface="Wingdings" panose="05000000000000000000" pitchFamily="2" charset="2"/>
              <a:buNone/>
            </a:pPr>
            <a:r>
              <a:rPr lang="en-US" altLang="zh-CN" dirty="0">
                <a:latin typeface="楷体_GB2312" pitchFamily="49" charset="-122"/>
                <a:ea typeface="楷体_GB2312" pitchFamily="49" charset="-122"/>
              </a:rPr>
              <a:t>Monte Carlo</a:t>
            </a:r>
            <a:r>
              <a:rPr lang="zh-CN" altLang="en-US" dirty="0">
                <a:latin typeface="楷体_GB2312" pitchFamily="49" charset="-122"/>
                <a:ea typeface="楷体_GB2312" pitchFamily="49" charset="-122"/>
              </a:rPr>
              <a:t>方法简史</a:t>
            </a:r>
          </a:p>
          <a:p>
            <a:pPr>
              <a:lnSpc>
                <a:spcPct val="90000"/>
              </a:lnSpc>
            </a:pPr>
            <a:r>
              <a:rPr lang="en-US" altLang="zh-CN" dirty="0">
                <a:latin typeface="楷体_GB2312" pitchFamily="49" charset="-122"/>
                <a:ea typeface="楷体_GB2312" pitchFamily="49" charset="-122"/>
              </a:rPr>
              <a:t>1</a:t>
            </a:r>
            <a:r>
              <a:rPr lang="zh-CN" altLang="en-US" dirty="0">
                <a:latin typeface="楷体_GB2312" pitchFamily="49" charset="-122"/>
                <a:ea typeface="楷体_GB2312" pitchFamily="49" charset="-122"/>
              </a:rPr>
              <a:t>、</a:t>
            </a:r>
            <a:r>
              <a:rPr lang="en-US" altLang="zh-CN" dirty="0">
                <a:latin typeface="楷体_GB2312" pitchFamily="49" charset="-122"/>
                <a:ea typeface="楷体_GB2312" pitchFamily="49" charset="-122"/>
              </a:rPr>
              <a:t>Buffon</a:t>
            </a:r>
            <a:r>
              <a:rPr lang="zh-CN" altLang="en-US" dirty="0">
                <a:latin typeface="楷体_GB2312" pitchFamily="49" charset="-122"/>
                <a:ea typeface="楷体_GB2312" pitchFamily="49" charset="-122"/>
              </a:rPr>
              <a:t>投针实验：</a:t>
            </a:r>
          </a:p>
          <a:p>
            <a:pPr lvl="1">
              <a:lnSpc>
                <a:spcPct val="90000"/>
              </a:lnSpc>
            </a:pPr>
            <a:r>
              <a:rPr lang="en-US" altLang="zh-CN" sz="3000" dirty="0">
                <a:solidFill>
                  <a:schemeClr val="tx1"/>
                </a:solidFill>
                <a:latin typeface="楷体_GB2312" pitchFamily="49" charset="-122"/>
                <a:ea typeface="楷体_GB2312" pitchFamily="49" charset="-122"/>
              </a:rPr>
              <a:t>1768</a:t>
            </a:r>
            <a:r>
              <a:rPr lang="zh-CN" altLang="en-US" sz="3000" dirty="0">
                <a:solidFill>
                  <a:schemeClr val="tx1"/>
                </a:solidFill>
                <a:latin typeface="楷体_GB2312" pitchFamily="49" charset="-122"/>
                <a:ea typeface="楷体_GB2312" pitchFamily="49" charset="-122"/>
              </a:rPr>
              <a:t>年，法国数学家</a:t>
            </a:r>
            <a:r>
              <a:rPr lang="en-US" altLang="zh-CN" sz="3000" dirty="0">
                <a:solidFill>
                  <a:schemeClr val="tx1"/>
                </a:solidFill>
                <a:latin typeface="楷体_GB2312" pitchFamily="49" charset="-122"/>
                <a:ea typeface="楷体_GB2312" pitchFamily="49" charset="-122"/>
              </a:rPr>
              <a:t>Comte de Buffon</a:t>
            </a:r>
            <a:r>
              <a:rPr lang="zh-CN" altLang="en-US" sz="3000" dirty="0">
                <a:solidFill>
                  <a:schemeClr val="tx1"/>
                </a:solidFill>
                <a:latin typeface="楷体_GB2312" pitchFamily="49" charset="-122"/>
                <a:ea typeface="楷体_GB2312" pitchFamily="49" charset="-122"/>
              </a:rPr>
              <a:t>利用投针实验估计</a:t>
            </a:r>
            <a:r>
              <a:rPr lang="en-US" altLang="zh-CN" sz="3000" dirty="0">
                <a:solidFill>
                  <a:schemeClr val="tx1"/>
                </a:solidFill>
                <a:latin typeface="楷体_GB2312" pitchFamily="49" charset="-122"/>
                <a:ea typeface="楷体_GB2312" pitchFamily="49" charset="-122"/>
              </a:rPr>
              <a:t>π</a:t>
            </a:r>
            <a:r>
              <a:rPr lang="zh-CN" altLang="en-US" sz="3000" dirty="0">
                <a:solidFill>
                  <a:schemeClr val="tx1"/>
                </a:solidFill>
                <a:latin typeface="楷体_GB2312" pitchFamily="49" charset="-122"/>
                <a:ea typeface="楷体_GB2312" pitchFamily="49" charset="-122"/>
              </a:rPr>
              <a:t>的值</a:t>
            </a:r>
          </a:p>
        </p:txBody>
      </p:sp>
      <p:pic>
        <p:nvPicPr>
          <p:cNvPr id="147461" name="Picture 4">
            <a:extLst>
              <a:ext uri="{FF2B5EF4-FFF2-40B4-BE49-F238E27FC236}">
                <a16:creationId xmlns:a16="http://schemas.microsoft.com/office/drawing/2014/main" id="{478B338A-4D1F-4DEE-9443-011D26442C2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7088" y="3141663"/>
            <a:ext cx="2428875" cy="2952750"/>
          </a:xfrm>
          <a:prstGeom prst="rect">
            <a:avLst/>
          </a:prstGeom>
          <a:noFill/>
          <a:ln w="9525">
            <a:solidFill>
              <a:srgbClr val="0000FF"/>
            </a:solidFill>
            <a:miter lim="800000"/>
            <a:headEnd/>
            <a:tailEnd/>
          </a:ln>
          <a:extLst>
            <a:ext uri="{909E8E84-426E-40DD-AFC4-6F175D3DCCD1}">
              <a14:hiddenFill xmlns:a14="http://schemas.microsoft.com/office/drawing/2010/main">
                <a:solidFill>
                  <a:srgbClr val="FFFFFF"/>
                </a:solidFill>
              </a14:hiddenFill>
            </a:ext>
          </a:extLst>
        </p:spPr>
      </p:pic>
      <p:pic>
        <p:nvPicPr>
          <p:cNvPr id="147462" name="Picture 5">
            <a:extLst>
              <a:ext uri="{FF2B5EF4-FFF2-40B4-BE49-F238E27FC236}">
                <a16:creationId xmlns:a16="http://schemas.microsoft.com/office/drawing/2014/main" id="{F21924D8-62D1-489A-B6FC-2B12093C840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32288" y="3213100"/>
            <a:ext cx="3552825" cy="2857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48482" name="Rectangle 6">
            <a:extLst>
              <a:ext uri="{FF2B5EF4-FFF2-40B4-BE49-F238E27FC236}">
                <a16:creationId xmlns:a16="http://schemas.microsoft.com/office/drawing/2014/main" id="{9253D26E-9684-4F63-9AA7-26F2BB4F0A77}"/>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19F6AC37-514F-4306-86A9-0B8705B0E3C8}" type="slidenum">
              <a:rPr lang="en-US" altLang="zh-CN">
                <a:solidFill>
                  <a:srgbClr val="0000FF"/>
                </a:solidFill>
                <a:latin typeface="Garamond" panose="02020404030301010803" pitchFamily="18" charset="0"/>
              </a:rPr>
              <a:pPr eaLnBrk="1" hangingPunct="1"/>
              <a:t>15</a:t>
            </a:fld>
            <a:endParaRPr lang="en-US" altLang="zh-CN">
              <a:solidFill>
                <a:srgbClr val="0000FF"/>
              </a:solidFill>
              <a:latin typeface="Garamond" panose="02020404030301010803" pitchFamily="18" charset="0"/>
            </a:endParaRPr>
          </a:p>
        </p:txBody>
      </p:sp>
      <p:sp>
        <p:nvSpPr>
          <p:cNvPr id="148483" name="Rectangle 2">
            <a:extLst>
              <a:ext uri="{FF2B5EF4-FFF2-40B4-BE49-F238E27FC236}">
                <a16:creationId xmlns:a16="http://schemas.microsoft.com/office/drawing/2014/main" id="{A31FC01F-5236-494E-8A41-B0EB12061260}"/>
              </a:ext>
            </a:extLst>
          </p:cNvPr>
          <p:cNvSpPr>
            <a:spLocks noGrp="1" noChangeArrowheads="1"/>
          </p:cNvSpPr>
          <p:nvPr>
            <p:ph type="title"/>
          </p:nvPr>
        </p:nvSpPr>
        <p:spPr/>
        <p:txBody>
          <a:bodyPr/>
          <a:lstStyle/>
          <a:p>
            <a:r>
              <a:rPr lang="en-US" altLang="zh-CN"/>
              <a:t>Problem of Buffon’s needle</a:t>
            </a:r>
            <a:endParaRPr lang="zh-CN" altLang="en-US"/>
          </a:p>
        </p:txBody>
      </p:sp>
      <p:sp>
        <p:nvSpPr>
          <p:cNvPr id="148484" name="Rectangle 3">
            <a:extLst>
              <a:ext uri="{FF2B5EF4-FFF2-40B4-BE49-F238E27FC236}">
                <a16:creationId xmlns:a16="http://schemas.microsoft.com/office/drawing/2014/main" id="{65AE2767-0E98-4DB1-BD14-02933662BCF0}"/>
              </a:ext>
            </a:extLst>
          </p:cNvPr>
          <p:cNvSpPr>
            <a:spLocks noGrp="1" noChangeArrowheads="1"/>
          </p:cNvSpPr>
          <p:nvPr>
            <p:ph type="body" idx="1"/>
          </p:nvPr>
        </p:nvSpPr>
        <p:spPr>
          <a:xfrm>
            <a:off x="457200" y="1268413"/>
            <a:ext cx="8229600" cy="2232025"/>
          </a:xfrm>
        </p:spPr>
        <p:txBody>
          <a:bodyPr/>
          <a:lstStyle/>
          <a:p>
            <a:r>
              <a:rPr lang="en-US" altLang="zh-CN" sz="2600" dirty="0">
                <a:latin typeface="楷体_GB2312" pitchFamily="49" charset="-122"/>
                <a:ea typeface="楷体_GB2312" pitchFamily="49" charset="-122"/>
              </a:rPr>
              <a:t>If a needle of length l is dropped at random on the middle of a horizontal surface ruled with parallel lines a distance d&gt;l apart, what is the probability that the needle will cross one of the lines?</a:t>
            </a:r>
            <a:endParaRPr lang="zh-CN" altLang="en-US" sz="2600" dirty="0">
              <a:latin typeface="楷体_GB2312" pitchFamily="49" charset="-122"/>
              <a:ea typeface="楷体_GB2312" pitchFamily="49" charset="-122"/>
            </a:endParaRPr>
          </a:p>
        </p:txBody>
      </p:sp>
      <p:pic>
        <p:nvPicPr>
          <p:cNvPr id="148485" name="Picture 4">
            <a:extLst>
              <a:ext uri="{FF2B5EF4-FFF2-40B4-BE49-F238E27FC236}">
                <a16:creationId xmlns:a16="http://schemas.microsoft.com/office/drawing/2014/main" id="{6D3B6B87-C211-4B1A-97E6-3F79E609130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71550" y="3789363"/>
            <a:ext cx="3248025" cy="1914525"/>
          </a:xfrm>
          <a:prstGeom prst="rect">
            <a:avLst/>
          </a:prstGeom>
          <a:noFill/>
          <a:ln w="9525">
            <a:solidFill>
              <a:srgbClr val="0000FF"/>
            </a:solidFill>
            <a:miter lim="800000"/>
            <a:headEnd/>
            <a:tailEnd/>
          </a:ln>
          <a:extLst>
            <a:ext uri="{909E8E84-426E-40DD-AFC4-6F175D3DCCD1}">
              <a14:hiddenFill xmlns:a14="http://schemas.microsoft.com/office/drawing/2010/main">
                <a:solidFill>
                  <a:srgbClr val="FFFFFF"/>
                </a:solidFill>
              </a14:hiddenFill>
            </a:ext>
          </a:extLst>
        </p:spPr>
      </p:pic>
      <p:pic>
        <p:nvPicPr>
          <p:cNvPr id="148486" name="Picture 5">
            <a:extLst>
              <a:ext uri="{FF2B5EF4-FFF2-40B4-BE49-F238E27FC236}">
                <a16:creationId xmlns:a16="http://schemas.microsoft.com/office/drawing/2014/main" id="{5AFE7352-4F3B-4B99-BB05-211E3AF7347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0" y="4437063"/>
            <a:ext cx="3543300" cy="752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6" name="Rectangle 6">
            <a:extLst>
              <a:ext uri="{FF2B5EF4-FFF2-40B4-BE49-F238E27FC236}">
                <a16:creationId xmlns:a16="http://schemas.microsoft.com/office/drawing/2014/main" id="{C1DADA1B-4999-4400-8210-0C28D67DA4B9}"/>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E04E823C-B292-474E-B33B-07898E166F6A}" type="slidenum">
              <a:rPr lang="en-US" altLang="zh-CN">
                <a:solidFill>
                  <a:srgbClr val="0000FF"/>
                </a:solidFill>
                <a:latin typeface="Garamond" panose="02020404030301010803" pitchFamily="18" charset="0"/>
              </a:rPr>
              <a:pPr eaLnBrk="1" hangingPunct="1"/>
              <a:t>16</a:t>
            </a:fld>
            <a:endParaRPr lang="en-US" altLang="zh-CN">
              <a:solidFill>
                <a:srgbClr val="0000FF"/>
              </a:solidFill>
              <a:latin typeface="Garamond" panose="02020404030301010803" pitchFamily="18" charset="0"/>
            </a:endParaRPr>
          </a:p>
        </p:txBody>
      </p:sp>
      <p:sp>
        <p:nvSpPr>
          <p:cNvPr id="149507" name="Rectangle 2">
            <a:extLst>
              <a:ext uri="{FF2B5EF4-FFF2-40B4-BE49-F238E27FC236}">
                <a16:creationId xmlns:a16="http://schemas.microsoft.com/office/drawing/2014/main" id="{EB4E3C04-0BED-4AAE-9A0F-E8FCF53E06E9}"/>
              </a:ext>
            </a:extLst>
          </p:cNvPr>
          <p:cNvSpPr>
            <a:spLocks noGrp="1" noChangeArrowheads="1"/>
          </p:cNvSpPr>
          <p:nvPr>
            <p:ph type="title"/>
          </p:nvPr>
        </p:nvSpPr>
        <p:spPr/>
        <p:txBody>
          <a:bodyPr/>
          <a:lstStyle/>
          <a:p>
            <a:r>
              <a:rPr lang="en-US" altLang="zh-CN" dirty="0"/>
              <a:t>Monte Carlo</a:t>
            </a:r>
            <a:r>
              <a:rPr lang="zh-CN" altLang="en-US" dirty="0"/>
              <a:t>方法简史</a:t>
            </a:r>
          </a:p>
        </p:txBody>
      </p:sp>
      <p:sp>
        <p:nvSpPr>
          <p:cNvPr id="149508" name="Rectangle 3">
            <a:extLst>
              <a:ext uri="{FF2B5EF4-FFF2-40B4-BE49-F238E27FC236}">
                <a16:creationId xmlns:a16="http://schemas.microsoft.com/office/drawing/2014/main" id="{B196847B-3C48-4281-A3C7-71B58DBD19DB}"/>
              </a:ext>
            </a:extLst>
          </p:cNvPr>
          <p:cNvSpPr>
            <a:spLocks noGrp="1" noChangeArrowheads="1"/>
          </p:cNvSpPr>
          <p:nvPr>
            <p:ph type="body" idx="1"/>
          </p:nvPr>
        </p:nvSpPr>
        <p:spPr>
          <a:xfrm>
            <a:off x="161510" y="981075"/>
            <a:ext cx="8525290" cy="5040313"/>
          </a:xfrm>
        </p:spPr>
        <p:txBody>
          <a:bodyPr/>
          <a:lstStyle/>
          <a:p>
            <a:pPr>
              <a:lnSpc>
                <a:spcPct val="90000"/>
              </a:lnSpc>
            </a:pPr>
            <a:r>
              <a:rPr lang="en-US" altLang="en-US" sz="2500" dirty="0">
                <a:latin typeface="楷体_GB2312" pitchFamily="49" charset="-122"/>
                <a:ea typeface="楷体_GB2312" pitchFamily="49" charset="-122"/>
              </a:rPr>
              <a:t>2、</a:t>
            </a:r>
            <a:r>
              <a:rPr lang="en-US" altLang="zh-CN" sz="2500" dirty="0">
                <a:latin typeface="楷体_GB2312" pitchFamily="49" charset="-122"/>
                <a:ea typeface="楷体_GB2312" pitchFamily="49" charset="-122"/>
              </a:rPr>
              <a:t>1930</a:t>
            </a:r>
            <a:r>
              <a:rPr lang="zh-CN" altLang="en-US" sz="2500" dirty="0">
                <a:latin typeface="楷体_GB2312" pitchFamily="49" charset="-122"/>
                <a:ea typeface="楷体_GB2312" pitchFamily="49" charset="-122"/>
              </a:rPr>
              <a:t>年，</a:t>
            </a:r>
            <a:r>
              <a:rPr lang="en-US" altLang="zh-CN" sz="2500" dirty="0">
                <a:latin typeface="楷体_GB2312" pitchFamily="49" charset="-122"/>
                <a:ea typeface="楷体_GB2312" pitchFamily="49" charset="-122"/>
              </a:rPr>
              <a:t>Enrico Fermi</a:t>
            </a:r>
            <a:r>
              <a:rPr lang="zh-CN" altLang="en-US" sz="2500" dirty="0">
                <a:latin typeface="楷体_GB2312" pitchFamily="49" charset="-122"/>
                <a:ea typeface="楷体_GB2312" pitchFamily="49" charset="-122"/>
              </a:rPr>
              <a:t>利用</a:t>
            </a:r>
            <a:r>
              <a:rPr lang="en-US" altLang="zh-CN" sz="2500" dirty="0">
                <a:latin typeface="楷体_GB2312" pitchFamily="49" charset="-122"/>
                <a:ea typeface="楷体_GB2312" pitchFamily="49" charset="-122"/>
              </a:rPr>
              <a:t>Monte Carlo</a:t>
            </a:r>
            <a:r>
              <a:rPr lang="zh-CN" altLang="en-US" sz="2500" dirty="0">
                <a:latin typeface="楷体_GB2312" pitchFamily="49" charset="-122"/>
                <a:ea typeface="楷体_GB2312" pitchFamily="49" charset="-122"/>
              </a:rPr>
              <a:t>方法研究中子的扩散，并设计了一个</a:t>
            </a:r>
            <a:r>
              <a:rPr lang="en-US" altLang="zh-CN" sz="2500" dirty="0">
                <a:latin typeface="楷体_GB2312" pitchFamily="49" charset="-122"/>
                <a:ea typeface="楷体_GB2312" pitchFamily="49" charset="-122"/>
              </a:rPr>
              <a:t>Monte Carlo</a:t>
            </a:r>
            <a:r>
              <a:rPr lang="zh-CN" altLang="en-US" sz="2500" dirty="0">
                <a:latin typeface="楷体_GB2312" pitchFamily="49" charset="-122"/>
                <a:ea typeface="楷体_GB2312" pitchFamily="49" charset="-122"/>
              </a:rPr>
              <a:t>机械装置，</a:t>
            </a:r>
            <a:r>
              <a:rPr lang="en-US" altLang="zh-CN" sz="2500" dirty="0" err="1">
                <a:latin typeface="楷体_GB2312" pitchFamily="49" charset="-122"/>
                <a:ea typeface="楷体_GB2312" pitchFamily="49" charset="-122"/>
              </a:rPr>
              <a:t>Fermiac</a:t>
            </a:r>
            <a:r>
              <a:rPr lang="en-US" altLang="zh-CN" sz="2500" dirty="0">
                <a:latin typeface="楷体_GB2312" pitchFamily="49" charset="-122"/>
                <a:ea typeface="楷体_GB2312" pitchFamily="49" charset="-122"/>
              </a:rPr>
              <a:t>,</a:t>
            </a:r>
            <a:r>
              <a:rPr lang="zh-CN" altLang="en-US" sz="2500" dirty="0">
                <a:latin typeface="楷体_GB2312" pitchFamily="49" charset="-122"/>
                <a:ea typeface="楷体_GB2312" pitchFamily="49" charset="-122"/>
              </a:rPr>
              <a:t>用于计算核反应堆的临界状态</a:t>
            </a:r>
          </a:p>
          <a:p>
            <a:pPr>
              <a:lnSpc>
                <a:spcPct val="90000"/>
              </a:lnSpc>
            </a:pPr>
            <a:r>
              <a:rPr lang="en-US" altLang="zh-CN" sz="2500" dirty="0">
                <a:latin typeface="楷体_GB2312" pitchFamily="49" charset="-122"/>
                <a:ea typeface="楷体_GB2312" pitchFamily="49" charset="-122"/>
              </a:rPr>
              <a:t>3</a:t>
            </a:r>
            <a:r>
              <a:rPr lang="zh-CN" altLang="en-US" sz="2500" dirty="0">
                <a:latin typeface="楷体_GB2312" pitchFamily="49" charset="-122"/>
                <a:ea typeface="楷体_GB2312" pitchFamily="49" charset="-122"/>
              </a:rPr>
              <a:t>、</a:t>
            </a:r>
            <a:r>
              <a:rPr lang="en-US" altLang="zh-CN" sz="2500" dirty="0">
                <a:latin typeface="楷体_GB2312" pitchFamily="49" charset="-122"/>
                <a:ea typeface="楷体_GB2312" pitchFamily="49" charset="-122"/>
              </a:rPr>
              <a:t>Von Neumann</a:t>
            </a:r>
            <a:r>
              <a:rPr lang="zh-CN" altLang="en-US" sz="2500" dirty="0">
                <a:latin typeface="楷体_GB2312" pitchFamily="49" charset="-122"/>
                <a:ea typeface="楷体_GB2312" pitchFamily="49" charset="-122"/>
              </a:rPr>
              <a:t>是</a:t>
            </a:r>
            <a:r>
              <a:rPr lang="en-US" altLang="zh-CN" sz="2500" dirty="0">
                <a:latin typeface="楷体_GB2312" pitchFamily="49" charset="-122"/>
                <a:ea typeface="楷体_GB2312" pitchFamily="49" charset="-122"/>
              </a:rPr>
              <a:t>Monte Carlo</a:t>
            </a:r>
            <a:r>
              <a:rPr lang="zh-CN" altLang="en-US" sz="2500" dirty="0">
                <a:latin typeface="楷体_GB2312" pitchFamily="49" charset="-122"/>
                <a:ea typeface="楷体_GB2312" pitchFamily="49" charset="-122"/>
              </a:rPr>
              <a:t>方法的正式奠基者</a:t>
            </a:r>
            <a:r>
              <a:rPr lang="en-US" altLang="zh-CN" sz="2500" dirty="0">
                <a:latin typeface="楷体_GB2312" pitchFamily="49" charset="-122"/>
                <a:ea typeface="楷体_GB2312" pitchFamily="49" charset="-122"/>
              </a:rPr>
              <a:t>,</a:t>
            </a:r>
            <a:r>
              <a:rPr lang="zh-CN" altLang="en-US" sz="2500" dirty="0">
                <a:latin typeface="楷体_GB2312" pitchFamily="49" charset="-122"/>
                <a:ea typeface="楷体_GB2312" pitchFamily="49" charset="-122"/>
              </a:rPr>
              <a:t>他与</a:t>
            </a:r>
            <a:r>
              <a:rPr lang="en-US" altLang="zh-CN" sz="2500" dirty="0">
                <a:latin typeface="楷体_GB2312" pitchFamily="49" charset="-122"/>
                <a:ea typeface="楷体_GB2312" pitchFamily="49" charset="-122"/>
              </a:rPr>
              <a:t>Stanislaw </a:t>
            </a:r>
            <a:r>
              <a:rPr lang="en-US" altLang="zh-CN" sz="2500" dirty="0" err="1">
                <a:latin typeface="楷体_GB2312" pitchFamily="49" charset="-122"/>
                <a:ea typeface="楷体_GB2312" pitchFamily="49" charset="-122"/>
              </a:rPr>
              <a:t>Ulam</a:t>
            </a:r>
            <a:r>
              <a:rPr lang="zh-CN" altLang="en-US" sz="2500" dirty="0">
                <a:latin typeface="楷体_GB2312" pitchFamily="49" charset="-122"/>
                <a:ea typeface="楷体_GB2312" pitchFamily="49" charset="-122"/>
              </a:rPr>
              <a:t>合作建立了概率密度函数、反累积分布函数的数学基础，以及伪随机数产生器。在这些工作中，</a:t>
            </a:r>
            <a:r>
              <a:rPr lang="en-US" altLang="zh-CN" sz="2500" dirty="0">
                <a:latin typeface="楷体_GB2312" pitchFamily="49" charset="-122"/>
                <a:ea typeface="楷体_GB2312" pitchFamily="49" charset="-122"/>
              </a:rPr>
              <a:t>Stanislaw </a:t>
            </a:r>
            <a:r>
              <a:rPr lang="en-US" altLang="zh-CN" sz="2500" dirty="0" err="1">
                <a:latin typeface="楷体_GB2312" pitchFamily="49" charset="-122"/>
                <a:ea typeface="楷体_GB2312" pitchFamily="49" charset="-122"/>
              </a:rPr>
              <a:t>Ulam</a:t>
            </a:r>
            <a:r>
              <a:rPr lang="zh-CN" altLang="en-US" sz="2500" dirty="0">
                <a:latin typeface="楷体_GB2312" pitchFamily="49" charset="-122"/>
                <a:ea typeface="楷体_GB2312" pitchFamily="49" charset="-122"/>
              </a:rPr>
              <a:t>意识到了数字计算机的重要性</a:t>
            </a:r>
          </a:p>
          <a:p>
            <a:pPr lvl="1">
              <a:lnSpc>
                <a:spcPct val="90000"/>
              </a:lnSpc>
            </a:pPr>
            <a:r>
              <a:rPr lang="zh-CN" altLang="en-US" sz="2700" dirty="0">
                <a:solidFill>
                  <a:schemeClr val="tx1"/>
                </a:solidFill>
                <a:latin typeface="楷体_GB2312" pitchFamily="49" charset="-122"/>
                <a:ea typeface="楷体_GB2312" pitchFamily="49" charset="-122"/>
              </a:rPr>
              <a:t>合作起源于</a:t>
            </a:r>
            <a:r>
              <a:rPr lang="en-US" altLang="zh-CN" sz="2700" dirty="0">
                <a:solidFill>
                  <a:schemeClr val="tx1"/>
                </a:solidFill>
                <a:latin typeface="楷体_GB2312" pitchFamily="49" charset="-122"/>
                <a:ea typeface="楷体_GB2312" pitchFamily="49" charset="-122"/>
              </a:rPr>
              <a:t>Manhattan</a:t>
            </a:r>
            <a:r>
              <a:rPr lang="zh-CN" altLang="en-US" sz="2700" dirty="0">
                <a:solidFill>
                  <a:schemeClr val="tx1"/>
                </a:solidFill>
                <a:latin typeface="楷体_GB2312" pitchFamily="49" charset="-122"/>
                <a:ea typeface="楷体_GB2312" pitchFamily="49" charset="-122"/>
              </a:rPr>
              <a:t>工程：利用</a:t>
            </a:r>
            <a:r>
              <a:rPr lang="en-US" altLang="zh-CN" sz="2700" dirty="0">
                <a:solidFill>
                  <a:schemeClr val="tx1"/>
                </a:solidFill>
                <a:latin typeface="楷体_GB2312" pitchFamily="49" charset="-122"/>
                <a:ea typeface="楷体_GB2312" pitchFamily="49" charset="-122"/>
              </a:rPr>
              <a:t>ENIAC(Electronic Numerical Integrator  and Computer)</a:t>
            </a:r>
            <a:r>
              <a:rPr lang="zh-CN" altLang="en-US" sz="2700" dirty="0">
                <a:solidFill>
                  <a:schemeClr val="tx1"/>
                </a:solidFill>
                <a:latin typeface="楷体_GB2312" pitchFamily="49" charset="-122"/>
                <a:ea typeface="楷体_GB2312" pitchFamily="49" charset="-122"/>
              </a:rPr>
              <a:t>计算产额</a:t>
            </a:r>
          </a:p>
          <a:p>
            <a:pPr>
              <a:lnSpc>
                <a:spcPct val="90000"/>
              </a:lnSpc>
            </a:pPr>
            <a:r>
              <a:rPr lang="en-US" altLang="zh-CN" sz="2500" dirty="0">
                <a:latin typeface="楷体_GB2312" pitchFamily="49" charset="-122"/>
                <a:ea typeface="楷体_GB2312" pitchFamily="49" charset="-122"/>
              </a:rPr>
              <a:t>4</a:t>
            </a:r>
            <a:r>
              <a:rPr lang="zh-CN" altLang="en-US" sz="2500" dirty="0">
                <a:latin typeface="楷体_GB2312" pitchFamily="49" charset="-122"/>
                <a:ea typeface="楷体_GB2312" pitchFamily="49" charset="-122"/>
              </a:rPr>
              <a:t>、随着计算机和统计技术的快速发展，</a:t>
            </a:r>
            <a:r>
              <a:rPr lang="en-US" altLang="zh-CN" sz="2500" dirty="0">
                <a:latin typeface="楷体_GB2312" pitchFamily="49" charset="-122"/>
                <a:ea typeface="楷体_GB2312" pitchFamily="49" charset="-122"/>
              </a:rPr>
              <a:t>Monte Carlo</a:t>
            </a:r>
            <a:r>
              <a:rPr lang="zh-CN" altLang="en-US" sz="2500" dirty="0">
                <a:latin typeface="楷体_GB2312" pitchFamily="49" charset="-122"/>
                <a:ea typeface="楷体_GB2312" pitchFamily="49" charset="-122"/>
              </a:rPr>
              <a:t>方法不断丰富、应用也越来越广泛</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30" name="Rectangle 6">
            <a:extLst>
              <a:ext uri="{FF2B5EF4-FFF2-40B4-BE49-F238E27FC236}">
                <a16:creationId xmlns:a16="http://schemas.microsoft.com/office/drawing/2014/main" id="{95E9C429-C182-4448-83AE-F605CB039BA4}"/>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F66A58FF-5A0F-439B-A119-DF89D1013D78}" type="slidenum">
              <a:rPr lang="en-US" altLang="zh-CN">
                <a:solidFill>
                  <a:srgbClr val="0000FF"/>
                </a:solidFill>
                <a:latin typeface="Garamond" panose="02020404030301010803" pitchFamily="18" charset="0"/>
              </a:rPr>
              <a:pPr eaLnBrk="1" hangingPunct="1"/>
              <a:t>17</a:t>
            </a:fld>
            <a:endParaRPr lang="en-US" altLang="zh-CN">
              <a:solidFill>
                <a:srgbClr val="0000FF"/>
              </a:solidFill>
              <a:latin typeface="Garamond" panose="02020404030301010803" pitchFamily="18" charset="0"/>
            </a:endParaRPr>
          </a:p>
        </p:txBody>
      </p:sp>
      <p:sp>
        <p:nvSpPr>
          <p:cNvPr id="150531" name="Rectangle 2">
            <a:extLst>
              <a:ext uri="{FF2B5EF4-FFF2-40B4-BE49-F238E27FC236}">
                <a16:creationId xmlns:a16="http://schemas.microsoft.com/office/drawing/2014/main" id="{1942C801-EC11-4042-A016-2166BC74DDD9}"/>
              </a:ext>
            </a:extLst>
          </p:cNvPr>
          <p:cNvSpPr>
            <a:spLocks noGrp="1" noChangeArrowheads="1"/>
          </p:cNvSpPr>
          <p:nvPr>
            <p:ph type="title"/>
          </p:nvPr>
        </p:nvSpPr>
        <p:spPr/>
        <p:txBody>
          <a:bodyPr/>
          <a:lstStyle/>
          <a:p>
            <a:r>
              <a:rPr lang="en-US" altLang="zh-CN" dirty="0"/>
              <a:t>Monte Carlo</a:t>
            </a:r>
            <a:r>
              <a:rPr lang="zh-CN" altLang="en-US" dirty="0"/>
              <a:t>模拟的应用</a:t>
            </a:r>
          </a:p>
        </p:txBody>
      </p:sp>
      <p:sp>
        <p:nvSpPr>
          <p:cNvPr id="150532" name="Rectangle 3">
            <a:extLst>
              <a:ext uri="{FF2B5EF4-FFF2-40B4-BE49-F238E27FC236}">
                <a16:creationId xmlns:a16="http://schemas.microsoft.com/office/drawing/2014/main" id="{58DC7111-EDEB-4482-81F5-C1539C5C162C}"/>
              </a:ext>
            </a:extLst>
          </p:cNvPr>
          <p:cNvSpPr>
            <a:spLocks noGrp="1" noChangeArrowheads="1"/>
          </p:cNvSpPr>
          <p:nvPr>
            <p:ph type="body" idx="1"/>
          </p:nvPr>
        </p:nvSpPr>
        <p:spPr/>
        <p:txBody>
          <a:bodyPr/>
          <a:lstStyle/>
          <a:p>
            <a:pPr>
              <a:lnSpc>
                <a:spcPct val="90000"/>
              </a:lnSpc>
            </a:pPr>
            <a:r>
              <a:rPr lang="zh-CN" altLang="en-US" dirty="0">
                <a:latin typeface="楷体_GB2312" pitchFamily="49" charset="-122"/>
                <a:ea typeface="楷体_GB2312" pitchFamily="49" charset="-122"/>
              </a:rPr>
              <a:t>自然现象的模拟：</a:t>
            </a:r>
          </a:p>
          <a:p>
            <a:pPr lvl="1">
              <a:lnSpc>
                <a:spcPct val="90000"/>
              </a:lnSpc>
            </a:pPr>
            <a:r>
              <a:rPr lang="zh-CN" altLang="en-US" sz="3000" dirty="0">
                <a:solidFill>
                  <a:schemeClr val="tx1"/>
                </a:solidFill>
                <a:latin typeface="楷体_GB2312" pitchFamily="49" charset="-122"/>
                <a:ea typeface="楷体_GB2312" pitchFamily="49" charset="-122"/>
              </a:rPr>
              <a:t>宇宙射线在地球大气中的传输过程；</a:t>
            </a:r>
          </a:p>
          <a:p>
            <a:pPr lvl="1">
              <a:lnSpc>
                <a:spcPct val="90000"/>
              </a:lnSpc>
            </a:pPr>
            <a:r>
              <a:rPr lang="zh-CN" altLang="en-US" sz="3000" dirty="0">
                <a:solidFill>
                  <a:schemeClr val="tx1"/>
                </a:solidFill>
                <a:latin typeface="楷体_GB2312" pitchFamily="49" charset="-122"/>
                <a:ea typeface="楷体_GB2312" pitchFamily="49" charset="-122"/>
              </a:rPr>
              <a:t>高能物理实验中的核相互作用过程；</a:t>
            </a:r>
          </a:p>
          <a:p>
            <a:pPr>
              <a:lnSpc>
                <a:spcPct val="90000"/>
              </a:lnSpc>
            </a:pPr>
            <a:r>
              <a:rPr lang="zh-CN" altLang="en-US" dirty="0">
                <a:latin typeface="楷体_GB2312" pitchFamily="49" charset="-122"/>
                <a:ea typeface="楷体_GB2312" pitchFamily="49" charset="-122"/>
              </a:rPr>
              <a:t>实验探测器的模拟</a:t>
            </a:r>
          </a:p>
          <a:p>
            <a:pPr>
              <a:lnSpc>
                <a:spcPct val="90000"/>
              </a:lnSpc>
            </a:pPr>
            <a:r>
              <a:rPr lang="zh-CN" altLang="en-US" dirty="0">
                <a:latin typeface="楷体_GB2312" pitchFamily="49" charset="-122"/>
                <a:ea typeface="楷体_GB2312" pitchFamily="49" charset="-122"/>
              </a:rPr>
              <a:t>数值分析：</a:t>
            </a:r>
          </a:p>
          <a:p>
            <a:pPr lvl="1">
              <a:lnSpc>
                <a:spcPct val="90000"/>
              </a:lnSpc>
            </a:pPr>
            <a:r>
              <a:rPr lang="zh-CN" altLang="en-US" sz="3000" dirty="0">
                <a:solidFill>
                  <a:schemeClr val="tx1"/>
                </a:solidFill>
                <a:latin typeface="楷体_GB2312" pitchFamily="49" charset="-122"/>
                <a:ea typeface="楷体_GB2312" pitchFamily="49" charset="-122"/>
              </a:rPr>
              <a:t>利用</a:t>
            </a:r>
            <a:r>
              <a:rPr lang="en-US" altLang="zh-CN" sz="3000" dirty="0">
                <a:solidFill>
                  <a:schemeClr val="tx1"/>
                </a:solidFill>
                <a:latin typeface="楷体_GB2312" pitchFamily="49" charset="-122"/>
                <a:ea typeface="楷体_GB2312" pitchFamily="49" charset="-122"/>
              </a:rPr>
              <a:t>Monte Carlo</a:t>
            </a:r>
            <a:r>
              <a:rPr lang="zh-CN" altLang="en-US" sz="3000" dirty="0">
                <a:solidFill>
                  <a:schemeClr val="tx1"/>
                </a:solidFill>
                <a:latin typeface="楷体_GB2312" pitchFamily="49" charset="-122"/>
                <a:ea typeface="楷体_GB2312" pitchFamily="49" charset="-122"/>
              </a:rPr>
              <a:t>方法求积分</a:t>
            </a:r>
          </a:p>
          <a:p>
            <a:pPr>
              <a:lnSpc>
                <a:spcPct val="90000"/>
              </a:lnSpc>
            </a:pPr>
            <a:r>
              <a:rPr lang="zh-CN" altLang="en-US" dirty="0">
                <a:latin typeface="楷体_GB2312" pitchFamily="49" charset="-122"/>
                <a:ea typeface="楷体_GB2312" pitchFamily="49" charset="-122"/>
              </a:rPr>
              <a:t>金融工程：</a:t>
            </a:r>
          </a:p>
          <a:p>
            <a:pPr lvl="1">
              <a:lnSpc>
                <a:spcPct val="90000"/>
              </a:lnSpc>
            </a:pPr>
            <a:r>
              <a:rPr lang="zh-CN" altLang="en-US" sz="3000" dirty="0">
                <a:solidFill>
                  <a:schemeClr val="tx1"/>
                </a:solidFill>
                <a:latin typeface="楷体_GB2312" pitchFamily="49" charset="-122"/>
                <a:ea typeface="楷体_GB2312" pitchFamily="49" charset="-122"/>
              </a:rPr>
              <a:t>股票期权的模拟定价</a:t>
            </a:r>
          </a:p>
          <a:p>
            <a:pPr>
              <a:lnSpc>
                <a:spcPct val="90000"/>
              </a:lnSpc>
            </a:pPr>
            <a:r>
              <a:rPr lang="zh-CN" altLang="en-US" dirty="0">
                <a:latin typeface="楷体_GB2312" pitchFamily="49" charset="-122"/>
                <a:ea typeface="楷体_GB2312" pitchFamily="49" charset="-122"/>
              </a:rPr>
              <a:t>离散事件的模拟 </a:t>
            </a:r>
            <a:r>
              <a:rPr lang="en-US" altLang="zh-CN" dirty="0">
                <a:ea typeface="楷体_GB2312" pitchFamily="49" charset="-122"/>
              </a:rPr>
              <a:t>……</a:t>
            </a:r>
            <a:endParaRPr lang="zh-CN" altLang="en-US" dirty="0">
              <a:latin typeface="楷体_GB2312" pitchFamily="49" charset="-122"/>
              <a:ea typeface="楷体_GB2312" pitchFamily="49" charset="-122"/>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02" name="Rectangle 6">
            <a:extLst>
              <a:ext uri="{FF2B5EF4-FFF2-40B4-BE49-F238E27FC236}">
                <a16:creationId xmlns:a16="http://schemas.microsoft.com/office/drawing/2014/main" id="{2B3300ED-9AC6-40ED-8157-AE0ED9387D10}"/>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29291C4D-92D5-4DF0-96F1-AF913C8BF2CC}" type="slidenum">
              <a:rPr lang="en-US" altLang="zh-CN">
                <a:solidFill>
                  <a:srgbClr val="0000FF"/>
                </a:solidFill>
                <a:latin typeface="Garamond" panose="02020404030301010803" pitchFamily="18" charset="0"/>
              </a:rPr>
              <a:pPr eaLnBrk="1" hangingPunct="1"/>
              <a:t>18</a:t>
            </a:fld>
            <a:endParaRPr lang="en-US" altLang="zh-CN">
              <a:solidFill>
                <a:srgbClr val="0000FF"/>
              </a:solidFill>
              <a:latin typeface="Garamond" panose="02020404030301010803" pitchFamily="18" charset="0"/>
            </a:endParaRPr>
          </a:p>
        </p:txBody>
      </p:sp>
      <p:sp>
        <p:nvSpPr>
          <p:cNvPr id="153603" name="Rectangle 2">
            <a:extLst>
              <a:ext uri="{FF2B5EF4-FFF2-40B4-BE49-F238E27FC236}">
                <a16:creationId xmlns:a16="http://schemas.microsoft.com/office/drawing/2014/main" id="{FEE1A87F-5D3E-4EDE-B314-2F0697831A9B}"/>
              </a:ext>
            </a:extLst>
          </p:cNvPr>
          <p:cNvSpPr>
            <a:spLocks noGrp="1" noChangeArrowheads="1"/>
          </p:cNvSpPr>
          <p:nvPr>
            <p:ph type="title"/>
          </p:nvPr>
        </p:nvSpPr>
        <p:spPr/>
        <p:txBody>
          <a:bodyPr/>
          <a:lstStyle/>
          <a:p>
            <a:r>
              <a:rPr lang="zh-CN" altLang="en-US"/>
              <a:t>注意以下两点</a:t>
            </a:r>
          </a:p>
        </p:txBody>
      </p:sp>
      <p:sp>
        <p:nvSpPr>
          <p:cNvPr id="153604" name="Rectangle 3">
            <a:extLst>
              <a:ext uri="{FF2B5EF4-FFF2-40B4-BE49-F238E27FC236}">
                <a16:creationId xmlns:a16="http://schemas.microsoft.com/office/drawing/2014/main" id="{4B5774F9-925B-40B6-8561-31FEAC0FDB12}"/>
              </a:ext>
            </a:extLst>
          </p:cNvPr>
          <p:cNvSpPr>
            <a:spLocks noGrp="1" noChangeArrowheads="1"/>
          </p:cNvSpPr>
          <p:nvPr>
            <p:ph type="body" idx="1"/>
          </p:nvPr>
        </p:nvSpPr>
        <p:spPr>
          <a:xfrm>
            <a:off x="457200" y="1268413"/>
            <a:ext cx="8229600" cy="4752975"/>
          </a:xfrm>
        </p:spPr>
        <p:txBody>
          <a:bodyPr/>
          <a:lstStyle/>
          <a:p>
            <a:r>
              <a:rPr lang="en-US" altLang="zh-CN" sz="2600">
                <a:latin typeface="楷体_GB2312" pitchFamily="49" charset="-122"/>
                <a:ea typeface="楷体_GB2312" pitchFamily="49" charset="-122"/>
              </a:rPr>
              <a:t>Monte Carlo</a:t>
            </a:r>
            <a:r>
              <a:rPr lang="zh-CN" altLang="en-US" sz="2600">
                <a:latin typeface="楷体_GB2312" pitchFamily="49" charset="-122"/>
                <a:ea typeface="楷体_GB2312" pitchFamily="49" charset="-122"/>
              </a:rPr>
              <a:t>方法与数值解法的不同</a:t>
            </a:r>
            <a:r>
              <a:rPr lang="en-US" altLang="zh-CN" sz="2600">
                <a:latin typeface="楷体_GB2312" pitchFamily="49" charset="-122"/>
                <a:ea typeface="楷体_GB2312" pitchFamily="49" charset="-122"/>
              </a:rPr>
              <a:t>:</a:t>
            </a:r>
          </a:p>
          <a:p>
            <a:pPr lvl="1"/>
            <a:r>
              <a:rPr lang="en-US" altLang="zh-CN">
                <a:solidFill>
                  <a:schemeClr val="tx1"/>
                </a:solidFill>
                <a:latin typeface="楷体_GB2312" pitchFamily="49" charset="-122"/>
                <a:ea typeface="楷体_GB2312" pitchFamily="49" charset="-122"/>
              </a:rPr>
              <a:t>Monte Carlo</a:t>
            </a:r>
            <a:r>
              <a:rPr lang="zh-CN" altLang="en-US">
                <a:solidFill>
                  <a:schemeClr val="tx1"/>
                </a:solidFill>
                <a:latin typeface="楷体_GB2312" pitchFamily="49" charset="-122"/>
                <a:ea typeface="楷体_GB2312" pitchFamily="49" charset="-122"/>
              </a:rPr>
              <a:t>方法利用随机抽样的方法来解决问题</a:t>
            </a:r>
            <a:r>
              <a:rPr lang="en-US" altLang="zh-CN">
                <a:solidFill>
                  <a:schemeClr val="tx1"/>
                </a:solidFill>
                <a:latin typeface="楷体_GB2312" pitchFamily="49" charset="-122"/>
                <a:ea typeface="楷体_GB2312" pitchFamily="49" charset="-122"/>
              </a:rPr>
              <a:t>;</a:t>
            </a:r>
          </a:p>
          <a:p>
            <a:pPr lvl="1"/>
            <a:r>
              <a:rPr lang="zh-CN" altLang="en-US">
                <a:solidFill>
                  <a:schemeClr val="tx1"/>
                </a:solidFill>
                <a:latin typeface="楷体_GB2312" pitchFamily="49" charset="-122"/>
                <a:ea typeface="楷体_GB2312" pitchFamily="49" charset="-122"/>
              </a:rPr>
              <a:t>数值解法</a:t>
            </a:r>
            <a:r>
              <a:rPr lang="en-US" altLang="zh-CN">
                <a:solidFill>
                  <a:schemeClr val="tx1"/>
                </a:solidFill>
                <a:latin typeface="楷体_GB2312" pitchFamily="49" charset="-122"/>
                <a:ea typeface="楷体_GB2312" pitchFamily="49" charset="-122"/>
              </a:rPr>
              <a:t>:</a:t>
            </a:r>
            <a:r>
              <a:rPr lang="zh-CN" altLang="en-US">
                <a:solidFill>
                  <a:schemeClr val="tx1"/>
                </a:solidFill>
                <a:latin typeface="楷体_GB2312" pitchFamily="49" charset="-122"/>
                <a:ea typeface="楷体_GB2312" pitchFamily="49" charset="-122"/>
              </a:rPr>
              <a:t>从对所考察问题建立的数学模型出发</a:t>
            </a:r>
            <a:r>
              <a:rPr lang="en-US" altLang="zh-CN">
                <a:solidFill>
                  <a:schemeClr val="tx1"/>
                </a:solidFill>
                <a:latin typeface="楷体_GB2312" pitchFamily="49" charset="-122"/>
                <a:ea typeface="楷体_GB2312" pitchFamily="49" charset="-122"/>
              </a:rPr>
              <a:t>,</a:t>
            </a:r>
            <a:r>
              <a:rPr lang="zh-CN" altLang="en-US">
                <a:solidFill>
                  <a:schemeClr val="tx1"/>
                </a:solidFill>
                <a:latin typeface="楷体_GB2312" pitchFamily="49" charset="-122"/>
                <a:ea typeface="楷体_GB2312" pitchFamily="49" charset="-122"/>
              </a:rPr>
              <a:t>通过分析或数值计算方法来求解</a:t>
            </a:r>
            <a:r>
              <a:rPr lang="en-US" altLang="zh-CN">
                <a:solidFill>
                  <a:schemeClr val="tx1"/>
                </a:solidFill>
                <a:latin typeface="楷体_GB2312" pitchFamily="49" charset="-122"/>
                <a:ea typeface="楷体_GB2312" pitchFamily="49" charset="-122"/>
              </a:rPr>
              <a:t>;</a:t>
            </a:r>
          </a:p>
          <a:p>
            <a:r>
              <a:rPr lang="en-US" altLang="zh-CN" sz="2600">
                <a:latin typeface="楷体_GB2312" pitchFamily="49" charset="-122"/>
                <a:ea typeface="楷体_GB2312" pitchFamily="49" charset="-122"/>
              </a:rPr>
              <a:t>Monte Carlo</a:t>
            </a:r>
            <a:r>
              <a:rPr lang="zh-CN" altLang="en-US" sz="2600">
                <a:latin typeface="楷体_GB2312" pitchFamily="49" charset="-122"/>
                <a:ea typeface="楷体_GB2312" pitchFamily="49" charset="-122"/>
              </a:rPr>
              <a:t>方法并非只能用来解决包含随机量的问题</a:t>
            </a:r>
            <a:r>
              <a:rPr lang="en-US" altLang="zh-CN" sz="2600">
                <a:latin typeface="楷体_GB2312" pitchFamily="49" charset="-122"/>
                <a:ea typeface="楷体_GB2312" pitchFamily="49" charset="-122"/>
              </a:rPr>
              <a:t>:</a:t>
            </a:r>
          </a:p>
          <a:p>
            <a:pPr lvl="1"/>
            <a:r>
              <a:rPr lang="zh-CN" altLang="en-US">
                <a:solidFill>
                  <a:schemeClr val="tx1"/>
                </a:solidFill>
                <a:latin typeface="楷体_GB2312" pitchFamily="49" charset="-122"/>
                <a:ea typeface="楷体_GB2312" pitchFamily="49" charset="-122"/>
              </a:rPr>
              <a:t>许多利用</a:t>
            </a:r>
            <a:r>
              <a:rPr lang="en-US" altLang="zh-CN">
                <a:solidFill>
                  <a:schemeClr val="tx1"/>
                </a:solidFill>
                <a:latin typeface="楷体_GB2312" pitchFamily="49" charset="-122"/>
                <a:ea typeface="楷体_GB2312" pitchFamily="49" charset="-122"/>
              </a:rPr>
              <a:t>Monte Carlo</a:t>
            </a:r>
            <a:r>
              <a:rPr lang="zh-CN" altLang="en-US">
                <a:solidFill>
                  <a:schemeClr val="tx1"/>
                </a:solidFill>
                <a:latin typeface="楷体_GB2312" pitchFamily="49" charset="-122"/>
                <a:ea typeface="楷体_GB2312" pitchFamily="49" charset="-122"/>
              </a:rPr>
              <a:t>方法进行求解的问题中并不包含随机量</a:t>
            </a:r>
            <a:r>
              <a:rPr lang="en-US" altLang="zh-CN">
                <a:solidFill>
                  <a:schemeClr val="tx1"/>
                </a:solidFill>
                <a:latin typeface="楷体_GB2312" pitchFamily="49" charset="-122"/>
                <a:ea typeface="楷体_GB2312" pitchFamily="49" charset="-122"/>
              </a:rPr>
              <a:t>,</a:t>
            </a:r>
            <a:r>
              <a:rPr lang="zh-CN" altLang="en-US">
                <a:solidFill>
                  <a:schemeClr val="tx1"/>
                </a:solidFill>
                <a:latin typeface="楷体_GB2312" pitchFamily="49" charset="-122"/>
                <a:ea typeface="楷体_GB2312" pitchFamily="49" charset="-122"/>
              </a:rPr>
              <a:t>对这样的问题可将其转换成相关随机变量的期望</a:t>
            </a:r>
            <a:r>
              <a:rPr lang="en-US" altLang="zh-CN">
                <a:solidFill>
                  <a:schemeClr val="tx1"/>
                </a:solidFill>
                <a:latin typeface="楷体_GB2312" pitchFamily="49" charset="-122"/>
                <a:ea typeface="楷体_GB2312" pitchFamily="49" charset="-122"/>
              </a:rPr>
              <a:t>, </a:t>
            </a:r>
            <a:r>
              <a:rPr lang="zh-CN" altLang="en-US">
                <a:solidFill>
                  <a:schemeClr val="tx1"/>
                </a:solidFill>
                <a:latin typeface="楷体_GB2312" pitchFamily="49" charset="-122"/>
                <a:ea typeface="楷体_GB2312" pitchFamily="49" charset="-122"/>
              </a:rPr>
              <a:t>然后用</a:t>
            </a:r>
            <a:r>
              <a:rPr lang="en-US" altLang="zh-CN">
                <a:solidFill>
                  <a:schemeClr val="tx1"/>
                </a:solidFill>
                <a:latin typeface="楷体_GB2312" pitchFamily="49" charset="-122"/>
                <a:ea typeface="楷体_GB2312" pitchFamily="49" charset="-122"/>
              </a:rPr>
              <a:t>Monte Carlo</a:t>
            </a:r>
            <a:r>
              <a:rPr lang="zh-CN" altLang="en-US">
                <a:solidFill>
                  <a:schemeClr val="tx1"/>
                </a:solidFill>
                <a:latin typeface="楷体_GB2312" pitchFamily="49" charset="-122"/>
                <a:ea typeface="楷体_GB2312" pitchFamily="49" charset="-122"/>
              </a:rPr>
              <a:t>方法进行求解</a:t>
            </a:r>
            <a:endParaRPr lang="en-US" altLang="zh-CN">
              <a:solidFill>
                <a:schemeClr val="tx1"/>
              </a:solidFill>
              <a:latin typeface="楷体_GB2312" pitchFamily="49" charset="-122"/>
              <a:ea typeface="楷体_GB2312" pitchFamily="49" charset="-122"/>
            </a:endParaRPr>
          </a:p>
          <a:p>
            <a:pPr lvl="2"/>
            <a:r>
              <a:rPr lang="zh-CN" altLang="en-US" sz="2700">
                <a:solidFill>
                  <a:schemeClr val="tx1"/>
                </a:solidFill>
                <a:latin typeface="楷体_GB2312" pitchFamily="49" charset="-122"/>
                <a:ea typeface="楷体_GB2312" pitchFamily="49" charset="-122"/>
              </a:rPr>
              <a:t>例如</a:t>
            </a:r>
            <a:r>
              <a:rPr lang="en-US" altLang="zh-CN" sz="2700">
                <a:solidFill>
                  <a:schemeClr val="tx1"/>
                </a:solidFill>
                <a:latin typeface="楷体_GB2312" pitchFamily="49" charset="-122"/>
                <a:ea typeface="楷体_GB2312" pitchFamily="49" charset="-122"/>
              </a:rPr>
              <a:t>:</a:t>
            </a:r>
            <a:r>
              <a:rPr lang="zh-CN" altLang="en-US" sz="2700">
                <a:solidFill>
                  <a:schemeClr val="tx1"/>
                </a:solidFill>
                <a:latin typeface="楷体_GB2312" pitchFamily="49" charset="-122"/>
                <a:ea typeface="楷体_GB2312" pitchFamily="49" charset="-122"/>
              </a:rPr>
              <a:t>用</a:t>
            </a:r>
            <a:r>
              <a:rPr lang="en-US" altLang="zh-CN" sz="2700">
                <a:solidFill>
                  <a:schemeClr val="tx1"/>
                </a:solidFill>
                <a:latin typeface="楷体_GB2312" pitchFamily="49" charset="-122"/>
                <a:ea typeface="楷体_GB2312" pitchFamily="49" charset="-122"/>
              </a:rPr>
              <a:t>Monte Carlo</a:t>
            </a:r>
            <a:r>
              <a:rPr lang="zh-CN" altLang="en-US" sz="2700">
                <a:solidFill>
                  <a:schemeClr val="tx1"/>
                </a:solidFill>
                <a:latin typeface="楷体_GB2312" pitchFamily="49" charset="-122"/>
                <a:ea typeface="楷体_GB2312" pitchFamily="49" charset="-122"/>
              </a:rPr>
              <a:t>方法计算定积分</a:t>
            </a:r>
            <a:r>
              <a:rPr lang="en-US" altLang="zh-CN" sz="2700">
                <a:solidFill>
                  <a:schemeClr val="tx1"/>
                </a:solidFill>
                <a:latin typeface="楷体_GB2312" pitchFamily="49" charset="-122"/>
                <a:ea typeface="楷体_GB2312" pitchFamily="49" charset="-122"/>
              </a:rPr>
              <a:t>.</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Rectangle 6">
            <a:extLst>
              <a:ext uri="{FF2B5EF4-FFF2-40B4-BE49-F238E27FC236}">
                <a16:creationId xmlns:a16="http://schemas.microsoft.com/office/drawing/2014/main" id="{1902F2C0-7BDC-484E-BDA3-6B8AA471DF68}"/>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6205F31E-389A-44BB-AB76-65D8537F5FC7}" type="slidenum">
              <a:rPr lang="en-US" altLang="zh-CN">
                <a:solidFill>
                  <a:srgbClr val="0000FF"/>
                </a:solidFill>
                <a:latin typeface="Garamond" panose="02020404030301010803" pitchFamily="18" charset="0"/>
              </a:rPr>
              <a:pPr eaLnBrk="1" hangingPunct="1"/>
              <a:t>19</a:t>
            </a:fld>
            <a:endParaRPr lang="en-US" altLang="zh-CN">
              <a:solidFill>
                <a:srgbClr val="0000FF"/>
              </a:solidFill>
              <a:latin typeface="Garamond" panose="02020404030301010803" pitchFamily="18" charset="0"/>
            </a:endParaRPr>
          </a:p>
        </p:txBody>
      </p:sp>
      <p:sp>
        <p:nvSpPr>
          <p:cNvPr id="154627" name="Rectangle 2">
            <a:extLst>
              <a:ext uri="{FF2B5EF4-FFF2-40B4-BE49-F238E27FC236}">
                <a16:creationId xmlns:a16="http://schemas.microsoft.com/office/drawing/2014/main" id="{07BFAC70-8999-4984-AA58-1C0422DDFD0A}"/>
              </a:ext>
            </a:extLst>
          </p:cNvPr>
          <p:cNvSpPr>
            <a:spLocks noGrp="1" noChangeArrowheads="1"/>
          </p:cNvSpPr>
          <p:nvPr>
            <p:ph type="title"/>
          </p:nvPr>
        </p:nvSpPr>
        <p:spPr/>
        <p:txBody>
          <a:bodyPr/>
          <a:lstStyle/>
          <a:p>
            <a:r>
              <a:rPr lang="en-US" altLang="zh-CN"/>
              <a:t>Monte Carlo</a:t>
            </a:r>
            <a:r>
              <a:rPr lang="zh-CN" altLang="en-US"/>
              <a:t>算法的主要组成部分</a:t>
            </a:r>
          </a:p>
        </p:txBody>
      </p:sp>
      <p:sp>
        <p:nvSpPr>
          <p:cNvPr id="154628" name="Rectangle 3">
            <a:extLst>
              <a:ext uri="{FF2B5EF4-FFF2-40B4-BE49-F238E27FC236}">
                <a16:creationId xmlns:a16="http://schemas.microsoft.com/office/drawing/2014/main" id="{53E5313A-3C2B-4EDA-BB50-62E6F82FBA2A}"/>
              </a:ext>
            </a:extLst>
          </p:cNvPr>
          <p:cNvSpPr>
            <a:spLocks noGrp="1" noChangeArrowheads="1"/>
          </p:cNvSpPr>
          <p:nvPr>
            <p:ph type="body" idx="1"/>
          </p:nvPr>
        </p:nvSpPr>
        <p:spPr>
          <a:xfrm>
            <a:off x="457200" y="981075"/>
            <a:ext cx="8229600" cy="5543550"/>
          </a:xfrm>
        </p:spPr>
        <p:txBody>
          <a:bodyPr/>
          <a:lstStyle/>
          <a:p>
            <a:pPr>
              <a:lnSpc>
                <a:spcPct val="80000"/>
              </a:lnSpc>
            </a:pPr>
            <a:r>
              <a:rPr lang="zh-CN" altLang="en-US" sz="2100">
                <a:latin typeface="楷体_GB2312" pitchFamily="49" charset="-122"/>
                <a:ea typeface="楷体_GB2312" pitchFamily="49" charset="-122"/>
              </a:rPr>
              <a:t>概率密度函数</a:t>
            </a:r>
            <a:r>
              <a:rPr lang="en-US" altLang="zh-CN" sz="2100">
                <a:latin typeface="楷体_GB2312" pitchFamily="49" charset="-122"/>
                <a:ea typeface="楷体_GB2312" pitchFamily="49" charset="-122"/>
              </a:rPr>
              <a:t>(pdf) </a:t>
            </a:r>
          </a:p>
          <a:p>
            <a:pPr lvl="1">
              <a:lnSpc>
                <a:spcPct val="80000"/>
              </a:lnSpc>
            </a:pPr>
            <a:r>
              <a:rPr lang="zh-CN" altLang="en-US" sz="2100">
                <a:solidFill>
                  <a:schemeClr val="tx1"/>
                </a:solidFill>
                <a:latin typeface="楷体_GB2312" pitchFamily="49" charset="-122"/>
                <a:ea typeface="楷体_GB2312" pitchFamily="49" charset="-122"/>
              </a:rPr>
              <a:t>必须给出与研究问题相关的一组概率密度函数</a:t>
            </a:r>
            <a:r>
              <a:rPr lang="en-US" altLang="zh-CN" sz="2100">
                <a:solidFill>
                  <a:schemeClr val="tx1"/>
                </a:solidFill>
                <a:latin typeface="楷体_GB2312" pitchFamily="49" charset="-122"/>
                <a:ea typeface="楷体_GB2312" pitchFamily="49" charset="-122"/>
              </a:rPr>
              <a:t>;</a:t>
            </a:r>
          </a:p>
          <a:p>
            <a:pPr>
              <a:lnSpc>
                <a:spcPct val="80000"/>
              </a:lnSpc>
            </a:pPr>
            <a:r>
              <a:rPr lang="zh-CN" altLang="en-US" sz="2100">
                <a:latin typeface="楷体_GB2312" pitchFamily="49" charset="-122"/>
                <a:ea typeface="楷体_GB2312" pitchFamily="49" charset="-122"/>
              </a:rPr>
              <a:t>随机数产生器</a:t>
            </a:r>
            <a:endParaRPr lang="en-US" altLang="zh-CN" sz="2100">
              <a:latin typeface="楷体_GB2312" pitchFamily="49" charset="-122"/>
              <a:ea typeface="楷体_GB2312" pitchFamily="49" charset="-122"/>
            </a:endParaRPr>
          </a:p>
          <a:p>
            <a:pPr lvl="1">
              <a:lnSpc>
                <a:spcPct val="80000"/>
              </a:lnSpc>
            </a:pPr>
            <a:r>
              <a:rPr lang="zh-CN" altLang="en-US" sz="2100">
                <a:solidFill>
                  <a:schemeClr val="tx1"/>
                </a:solidFill>
                <a:latin typeface="楷体_GB2312" pitchFamily="49" charset="-122"/>
                <a:ea typeface="楷体_GB2312" pitchFamily="49" charset="-122"/>
              </a:rPr>
              <a:t>能够产生在区间</a:t>
            </a:r>
            <a:r>
              <a:rPr lang="en-US" altLang="zh-CN" sz="2100">
                <a:solidFill>
                  <a:schemeClr val="tx1"/>
                </a:solidFill>
                <a:latin typeface="楷体_GB2312" pitchFamily="49" charset="-122"/>
                <a:ea typeface="楷体_GB2312" pitchFamily="49" charset="-122"/>
              </a:rPr>
              <a:t>[0,1]</a:t>
            </a:r>
            <a:r>
              <a:rPr lang="zh-CN" altLang="en-US" sz="2100">
                <a:solidFill>
                  <a:schemeClr val="tx1"/>
                </a:solidFill>
                <a:latin typeface="楷体_GB2312" pitchFamily="49" charset="-122"/>
                <a:ea typeface="楷体_GB2312" pitchFamily="49" charset="-122"/>
              </a:rPr>
              <a:t>上均匀分布的随机数</a:t>
            </a:r>
          </a:p>
          <a:p>
            <a:pPr>
              <a:lnSpc>
                <a:spcPct val="80000"/>
              </a:lnSpc>
            </a:pPr>
            <a:r>
              <a:rPr lang="zh-CN" altLang="en-US" sz="2100">
                <a:latin typeface="楷体_GB2312" pitchFamily="49" charset="-122"/>
                <a:ea typeface="楷体_GB2312" pitchFamily="49" charset="-122"/>
              </a:rPr>
              <a:t>抽样方法</a:t>
            </a:r>
          </a:p>
          <a:p>
            <a:pPr lvl="1">
              <a:lnSpc>
                <a:spcPct val="80000"/>
              </a:lnSpc>
            </a:pPr>
            <a:r>
              <a:rPr lang="zh-CN" altLang="en-US" sz="2100">
                <a:solidFill>
                  <a:schemeClr val="tx1"/>
                </a:solidFill>
                <a:latin typeface="楷体_GB2312" pitchFamily="49" charset="-122"/>
                <a:ea typeface="楷体_GB2312" pitchFamily="49" charset="-122"/>
              </a:rPr>
              <a:t>如何从在区间</a:t>
            </a:r>
            <a:r>
              <a:rPr lang="en-US" altLang="zh-CN" sz="2100">
                <a:solidFill>
                  <a:schemeClr val="tx1"/>
                </a:solidFill>
                <a:latin typeface="楷体_GB2312" pitchFamily="49" charset="-122"/>
                <a:ea typeface="楷体_GB2312" pitchFamily="49" charset="-122"/>
              </a:rPr>
              <a:t>[0,1]</a:t>
            </a:r>
            <a:r>
              <a:rPr lang="zh-CN" altLang="en-US" sz="2100">
                <a:solidFill>
                  <a:schemeClr val="tx1"/>
                </a:solidFill>
                <a:latin typeface="楷体_GB2312" pitchFamily="49" charset="-122"/>
                <a:ea typeface="楷体_GB2312" pitchFamily="49" charset="-122"/>
              </a:rPr>
              <a:t>上均匀分布的随机数出发</a:t>
            </a:r>
            <a:r>
              <a:rPr lang="en-US" altLang="zh-CN" sz="2100">
                <a:solidFill>
                  <a:schemeClr val="tx1"/>
                </a:solidFill>
                <a:latin typeface="楷体_GB2312" pitchFamily="49" charset="-122"/>
                <a:ea typeface="楷体_GB2312" pitchFamily="49" charset="-122"/>
              </a:rPr>
              <a:t>,</a:t>
            </a:r>
            <a:r>
              <a:rPr lang="zh-CN" altLang="en-US" sz="2100">
                <a:solidFill>
                  <a:schemeClr val="tx1"/>
                </a:solidFill>
                <a:latin typeface="楷体_GB2312" pitchFamily="49" charset="-122"/>
                <a:ea typeface="楷体_GB2312" pitchFamily="49" charset="-122"/>
              </a:rPr>
              <a:t>随机抽取服从给定的</a:t>
            </a:r>
            <a:r>
              <a:rPr lang="en-US" altLang="zh-CN" sz="2100">
                <a:solidFill>
                  <a:schemeClr val="tx1"/>
                </a:solidFill>
                <a:latin typeface="楷体_GB2312" pitchFamily="49" charset="-122"/>
                <a:ea typeface="楷体_GB2312" pitchFamily="49" charset="-122"/>
              </a:rPr>
              <a:t>pdf</a:t>
            </a:r>
            <a:r>
              <a:rPr lang="zh-CN" altLang="en-US" sz="2100">
                <a:solidFill>
                  <a:schemeClr val="tx1"/>
                </a:solidFill>
                <a:latin typeface="楷体_GB2312" pitchFamily="49" charset="-122"/>
                <a:ea typeface="楷体_GB2312" pitchFamily="49" charset="-122"/>
              </a:rPr>
              <a:t>的随机变量</a:t>
            </a:r>
            <a:r>
              <a:rPr lang="en-US" altLang="zh-CN" sz="2100">
                <a:solidFill>
                  <a:schemeClr val="tx1"/>
                </a:solidFill>
                <a:latin typeface="楷体_GB2312" pitchFamily="49" charset="-122"/>
                <a:ea typeface="楷体_GB2312" pitchFamily="49" charset="-122"/>
              </a:rPr>
              <a:t>;</a:t>
            </a:r>
          </a:p>
          <a:p>
            <a:pPr>
              <a:lnSpc>
                <a:spcPct val="80000"/>
              </a:lnSpc>
            </a:pPr>
            <a:r>
              <a:rPr lang="zh-CN" altLang="en-US" sz="2100">
                <a:latin typeface="楷体_GB2312" pitchFamily="49" charset="-122"/>
                <a:ea typeface="楷体_GB2312" pitchFamily="49" charset="-122"/>
              </a:rPr>
              <a:t>模拟结果记录</a:t>
            </a:r>
            <a:endParaRPr lang="en-US" altLang="zh-CN" sz="2100">
              <a:latin typeface="楷体_GB2312" pitchFamily="49" charset="-122"/>
              <a:ea typeface="楷体_GB2312" pitchFamily="49" charset="-122"/>
            </a:endParaRPr>
          </a:p>
          <a:p>
            <a:pPr lvl="1">
              <a:lnSpc>
                <a:spcPct val="80000"/>
              </a:lnSpc>
            </a:pPr>
            <a:r>
              <a:rPr lang="zh-CN" altLang="en-US" sz="2100">
                <a:solidFill>
                  <a:schemeClr val="tx1"/>
                </a:solidFill>
                <a:latin typeface="楷体_GB2312" pitchFamily="49" charset="-122"/>
                <a:ea typeface="楷体_GB2312" pitchFamily="49" charset="-122"/>
              </a:rPr>
              <a:t>记录一些感兴趣量的模拟结果</a:t>
            </a:r>
          </a:p>
          <a:p>
            <a:pPr>
              <a:lnSpc>
                <a:spcPct val="80000"/>
              </a:lnSpc>
            </a:pPr>
            <a:r>
              <a:rPr lang="zh-CN" altLang="en-US" sz="2100">
                <a:latin typeface="楷体_GB2312" pitchFamily="49" charset="-122"/>
                <a:ea typeface="楷体_GB2312" pitchFamily="49" charset="-122"/>
              </a:rPr>
              <a:t>误差估计</a:t>
            </a:r>
          </a:p>
          <a:p>
            <a:pPr lvl="1">
              <a:lnSpc>
                <a:spcPct val="80000"/>
              </a:lnSpc>
            </a:pPr>
            <a:r>
              <a:rPr lang="zh-CN" altLang="en-US" sz="2100">
                <a:solidFill>
                  <a:schemeClr val="tx1"/>
                </a:solidFill>
                <a:latin typeface="楷体_GB2312" pitchFamily="49" charset="-122"/>
                <a:ea typeface="楷体_GB2312" pitchFamily="49" charset="-122"/>
              </a:rPr>
              <a:t>必须确定统计误差（或方差）随模拟次数以及其它一些量的变化；</a:t>
            </a:r>
          </a:p>
          <a:p>
            <a:pPr>
              <a:lnSpc>
                <a:spcPct val="80000"/>
              </a:lnSpc>
            </a:pPr>
            <a:r>
              <a:rPr lang="zh-CN" altLang="en-US" sz="2100">
                <a:latin typeface="楷体_GB2312" pitchFamily="49" charset="-122"/>
                <a:ea typeface="楷体_GB2312" pitchFamily="49" charset="-122"/>
              </a:rPr>
              <a:t>减少方差的技术</a:t>
            </a:r>
            <a:endParaRPr lang="en-US" altLang="zh-CN" sz="2100">
              <a:latin typeface="楷体_GB2312" pitchFamily="49" charset="-122"/>
              <a:ea typeface="楷体_GB2312" pitchFamily="49" charset="-122"/>
            </a:endParaRPr>
          </a:p>
          <a:p>
            <a:pPr lvl="1">
              <a:lnSpc>
                <a:spcPct val="80000"/>
              </a:lnSpc>
            </a:pPr>
            <a:r>
              <a:rPr lang="zh-CN" altLang="en-US" sz="2100">
                <a:solidFill>
                  <a:schemeClr val="tx1"/>
                </a:solidFill>
                <a:latin typeface="楷体_GB2312" pitchFamily="49" charset="-122"/>
                <a:ea typeface="楷体_GB2312" pitchFamily="49" charset="-122"/>
              </a:rPr>
              <a:t>利用该技术可减少模拟过程中计算的次数；</a:t>
            </a:r>
          </a:p>
          <a:p>
            <a:pPr>
              <a:lnSpc>
                <a:spcPct val="80000"/>
              </a:lnSpc>
            </a:pPr>
            <a:r>
              <a:rPr lang="zh-CN" altLang="en-US" sz="2100">
                <a:latin typeface="楷体_GB2312" pitchFamily="49" charset="-122"/>
                <a:ea typeface="楷体_GB2312" pitchFamily="49" charset="-122"/>
              </a:rPr>
              <a:t>并行和矢量化</a:t>
            </a:r>
            <a:endParaRPr lang="en-US" altLang="zh-CN" sz="2100">
              <a:latin typeface="楷体_GB2312" pitchFamily="49" charset="-122"/>
              <a:ea typeface="楷体_GB2312" pitchFamily="49" charset="-122"/>
            </a:endParaRPr>
          </a:p>
          <a:p>
            <a:pPr lvl="1">
              <a:lnSpc>
                <a:spcPct val="80000"/>
              </a:lnSpc>
            </a:pPr>
            <a:r>
              <a:rPr lang="zh-CN" altLang="en-US" sz="2100">
                <a:solidFill>
                  <a:schemeClr val="tx1"/>
                </a:solidFill>
                <a:latin typeface="楷体_GB2312" pitchFamily="49" charset="-122"/>
                <a:ea typeface="楷体_GB2312" pitchFamily="49" charset="-122"/>
              </a:rPr>
              <a:t>可以在先进的并行计算机上运行的有效算法</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a:extLst>
              <a:ext uri="{FF2B5EF4-FFF2-40B4-BE49-F238E27FC236}">
                <a16:creationId xmlns:a16="http://schemas.microsoft.com/office/drawing/2014/main" id="{57355AA6-0364-4292-8108-E84632E6EDE2}"/>
              </a:ext>
            </a:extLst>
          </p:cNvPr>
          <p:cNvSpPr>
            <a:spLocks noGrp="1" noChangeArrowheads="1"/>
          </p:cNvSpPr>
          <p:nvPr>
            <p:ph type="title" idx="4294967295"/>
          </p:nvPr>
        </p:nvSpPr>
        <p:spPr>
          <a:xfrm>
            <a:off x="395288" y="115888"/>
            <a:ext cx="8243887" cy="725487"/>
          </a:xfrm>
        </p:spPr>
        <p:txBody>
          <a:bodyPr/>
          <a:lstStyle/>
          <a:p>
            <a:pPr eaLnBrk="1" hangingPunct="1">
              <a:defRPr/>
            </a:pPr>
            <a:r>
              <a:rPr lang="zh-CN" altLang="en-US" sz="3200" dirty="0">
                <a:effectLst>
                  <a:outerShdw blurRad="38100" dist="38100" dir="2700000" algn="tl">
                    <a:srgbClr val="C0C0C0"/>
                  </a:outerShdw>
                </a:effectLst>
              </a:rPr>
              <a:t>随机数的产生和检验</a:t>
            </a:r>
          </a:p>
        </p:txBody>
      </p:sp>
      <p:sp>
        <p:nvSpPr>
          <p:cNvPr id="35843" name="Text Box 4">
            <a:extLst>
              <a:ext uri="{FF2B5EF4-FFF2-40B4-BE49-F238E27FC236}">
                <a16:creationId xmlns:a16="http://schemas.microsoft.com/office/drawing/2014/main" id="{6FC86987-84E6-451F-81EB-011457CE06ED}"/>
              </a:ext>
            </a:extLst>
          </p:cNvPr>
          <p:cNvSpPr txBox="1">
            <a:spLocks noChangeArrowheads="1"/>
          </p:cNvSpPr>
          <p:nvPr/>
        </p:nvSpPr>
        <p:spPr bwMode="auto">
          <a:xfrm>
            <a:off x="251520" y="1659285"/>
            <a:ext cx="8137525" cy="35394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Font typeface="Arial" panose="020B0604020202020204" pitchFamily="34" charset="0"/>
              <a:buChar char="•"/>
              <a:defRPr sz="24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Font typeface="Arial" panose="020B0604020202020204" pitchFamily="34" charset="0"/>
              <a:buChar char="–"/>
              <a:defRPr>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Arial" panose="020B0604020202020204" pitchFamily="34" charset="0"/>
              <a:buChar char="•"/>
              <a:defRPr sz="16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Font typeface="Arial" panose="020B0604020202020204" pitchFamily="34" charset="0"/>
              <a:buChar char="–"/>
              <a:defRPr sz="14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Arial" panose="020B0604020202020204" pitchFamily="34" charset="0"/>
              <a:buChar char="»"/>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1400">
                <a:solidFill>
                  <a:schemeClr val="tx1"/>
                </a:solidFill>
                <a:latin typeface="Times New Roman" panose="02020603050405020304" pitchFamily="18" charset="0"/>
                <a:ea typeface="宋体" panose="02010600030101010101" pitchFamily="2" charset="-122"/>
              </a:defRPr>
            </a:lvl9pPr>
          </a:lstStyle>
          <a:p>
            <a:pPr marL="457200" indent="-457200" eaLnBrk="1" hangingPunct="1">
              <a:spcBef>
                <a:spcPct val="0"/>
              </a:spcBef>
            </a:pPr>
            <a:r>
              <a:rPr lang="zh-CN" altLang="en-US" sz="2800" b="1" dirty="0">
                <a:solidFill>
                  <a:srgbClr val="0000CC"/>
                </a:solidFill>
                <a:latin typeface="Arial" panose="020B0604020202020204" pitchFamily="34" charset="0"/>
              </a:rPr>
              <a:t>用随机（统计）模拟方法解决实际问题时，首先要解决的是随机数的产生方法</a:t>
            </a:r>
            <a:endParaRPr lang="en-US" altLang="zh-CN" sz="2800" b="1" dirty="0">
              <a:solidFill>
                <a:srgbClr val="0000CC"/>
              </a:solidFill>
              <a:latin typeface="Arial" panose="020B0604020202020204" pitchFamily="34" charset="0"/>
            </a:endParaRPr>
          </a:p>
          <a:p>
            <a:pPr marL="457200" indent="-457200" eaLnBrk="1" hangingPunct="1">
              <a:spcBef>
                <a:spcPct val="0"/>
              </a:spcBef>
            </a:pPr>
            <a:endParaRPr lang="en-US" altLang="zh-CN" sz="2800" b="1" dirty="0">
              <a:solidFill>
                <a:srgbClr val="0000CC"/>
              </a:solidFill>
              <a:latin typeface="Arial" panose="020B0604020202020204" pitchFamily="34" charset="0"/>
            </a:endParaRPr>
          </a:p>
          <a:p>
            <a:pPr marL="457200" indent="-457200" eaLnBrk="1" hangingPunct="1">
              <a:spcBef>
                <a:spcPct val="0"/>
              </a:spcBef>
            </a:pPr>
            <a:r>
              <a:rPr lang="zh-CN" altLang="en-US" sz="2800" b="1" dirty="0">
                <a:solidFill>
                  <a:srgbClr val="0000CC"/>
                </a:solidFill>
                <a:latin typeface="Arial" panose="020B0604020202020204" pitchFamily="34" charset="0"/>
              </a:rPr>
              <a:t>或者称随机变量的抽样方法</a:t>
            </a:r>
            <a:endParaRPr lang="en-US" altLang="zh-CN" sz="2800" b="1" dirty="0">
              <a:solidFill>
                <a:srgbClr val="0000CC"/>
              </a:solidFill>
              <a:latin typeface="Arial" panose="020B0604020202020204" pitchFamily="34" charset="0"/>
            </a:endParaRPr>
          </a:p>
          <a:p>
            <a:pPr marL="457200" indent="-457200" eaLnBrk="1" hangingPunct="1">
              <a:spcBef>
                <a:spcPct val="0"/>
              </a:spcBef>
            </a:pPr>
            <a:endParaRPr lang="en-US" altLang="zh-CN" sz="2800" b="1" dirty="0">
              <a:solidFill>
                <a:srgbClr val="0000CC"/>
              </a:solidFill>
              <a:latin typeface="Arial" panose="020B0604020202020204" pitchFamily="34" charset="0"/>
            </a:endParaRPr>
          </a:p>
          <a:p>
            <a:pPr marL="457200" indent="-457200" eaLnBrk="1" hangingPunct="1">
              <a:spcBef>
                <a:spcPct val="0"/>
              </a:spcBef>
            </a:pPr>
            <a:r>
              <a:rPr lang="zh-CN" altLang="en-US" sz="2800" b="1" dirty="0">
                <a:solidFill>
                  <a:srgbClr val="0000CC"/>
                </a:solidFill>
                <a:latin typeface="Arial" panose="020B0604020202020204" pitchFamily="34" charset="0"/>
              </a:rPr>
              <a:t>即如何从具有已知分布的总体中抽取简单子样</a:t>
            </a:r>
            <a:endParaRPr lang="en-US" altLang="zh-CN" sz="2800" b="1" dirty="0">
              <a:solidFill>
                <a:srgbClr val="0000CC"/>
              </a:solidFill>
              <a:latin typeface="Arial" panose="020B0604020202020204" pitchFamily="34" charset="0"/>
            </a:endParaRPr>
          </a:p>
          <a:p>
            <a:pPr marL="457200" indent="-457200" eaLnBrk="1" hangingPunct="1">
              <a:spcBef>
                <a:spcPct val="0"/>
              </a:spcBef>
            </a:pPr>
            <a:endParaRPr lang="en-US" altLang="zh-CN" sz="2800" b="1" dirty="0">
              <a:solidFill>
                <a:srgbClr val="0000CC"/>
              </a:solidFill>
              <a:latin typeface="Arial" panose="020B0604020202020204" pitchFamily="34" charset="0"/>
            </a:endParaRPr>
          </a:p>
          <a:p>
            <a:pPr marL="457200" indent="-457200" eaLnBrk="1" hangingPunct="1">
              <a:spcBef>
                <a:spcPct val="0"/>
              </a:spcBef>
            </a:pPr>
            <a:r>
              <a:rPr lang="zh-CN" altLang="en-US" sz="2800" b="1" dirty="0">
                <a:solidFill>
                  <a:srgbClr val="0000CC"/>
                </a:solidFill>
                <a:latin typeface="Arial" panose="020B0604020202020204" pitchFamily="34" charset="0"/>
              </a:rPr>
              <a:t>这在蒙特卡罗方法中占有非常重要的地位</a:t>
            </a:r>
            <a:endParaRPr lang="en-US" altLang="zh-CN" sz="2800" b="1" dirty="0">
              <a:solidFill>
                <a:srgbClr val="0000CC"/>
              </a:solidFill>
              <a:latin typeface="Arial" panose="020B0604020202020204" pitchFamily="34" charset="0"/>
            </a:endParaRPr>
          </a:p>
        </p:txBody>
      </p:sp>
    </p:spTree>
    <p:extLst>
      <p:ext uri="{BB962C8B-B14F-4D97-AF65-F5344CB8AC3E}">
        <p14:creationId xmlns:p14="http://schemas.microsoft.com/office/powerpoint/2010/main" val="1536014583"/>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a:extLst>
              <a:ext uri="{FF2B5EF4-FFF2-40B4-BE49-F238E27FC236}">
                <a16:creationId xmlns:a16="http://schemas.microsoft.com/office/drawing/2014/main" id="{57355AA6-0364-4292-8108-E84632E6EDE2}"/>
              </a:ext>
            </a:extLst>
          </p:cNvPr>
          <p:cNvSpPr>
            <a:spLocks noGrp="1" noChangeArrowheads="1"/>
          </p:cNvSpPr>
          <p:nvPr>
            <p:ph type="title" idx="4294967295"/>
          </p:nvPr>
        </p:nvSpPr>
        <p:spPr>
          <a:xfrm>
            <a:off x="395288" y="115888"/>
            <a:ext cx="8243887" cy="725487"/>
          </a:xfrm>
        </p:spPr>
        <p:txBody>
          <a:bodyPr/>
          <a:lstStyle/>
          <a:p>
            <a:pPr eaLnBrk="1" hangingPunct="1">
              <a:defRPr/>
            </a:pPr>
            <a:r>
              <a:rPr lang="zh-CN" altLang="en-US" sz="3200" dirty="0">
                <a:effectLst>
                  <a:outerShdw blurRad="38100" dist="38100" dir="2700000" algn="tl">
                    <a:srgbClr val="C0C0C0"/>
                  </a:outerShdw>
                </a:effectLst>
              </a:rPr>
              <a:t>随机数的历史</a:t>
            </a:r>
          </a:p>
        </p:txBody>
      </p:sp>
      <p:sp>
        <p:nvSpPr>
          <p:cNvPr id="35843" name="Text Box 4">
            <a:extLst>
              <a:ext uri="{FF2B5EF4-FFF2-40B4-BE49-F238E27FC236}">
                <a16:creationId xmlns:a16="http://schemas.microsoft.com/office/drawing/2014/main" id="{6FC86987-84E6-451F-81EB-011457CE06ED}"/>
              </a:ext>
            </a:extLst>
          </p:cNvPr>
          <p:cNvSpPr txBox="1">
            <a:spLocks noChangeArrowheads="1"/>
          </p:cNvSpPr>
          <p:nvPr/>
        </p:nvSpPr>
        <p:spPr bwMode="auto">
          <a:xfrm>
            <a:off x="251520" y="1659285"/>
            <a:ext cx="8137525" cy="31085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Font typeface="Arial" panose="020B0604020202020204" pitchFamily="34" charset="0"/>
              <a:buChar char="•"/>
              <a:defRPr sz="24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Font typeface="Arial" panose="020B0604020202020204" pitchFamily="34" charset="0"/>
              <a:buChar char="–"/>
              <a:defRPr>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Arial" panose="020B0604020202020204" pitchFamily="34" charset="0"/>
              <a:buChar char="•"/>
              <a:defRPr sz="16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Font typeface="Arial" panose="020B0604020202020204" pitchFamily="34" charset="0"/>
              <a:buChar char="–"/>
              <a:defRPr sz="14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Arial" panose="020B0604020202020204" pitchFamily="34" charset="0"/>
              <a:buChar char="»"/>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1400">
                <a:solidFill>
                  <a:schemeClr val="tx1"/>
                </a:solidFill>
                <a:latin typeface="Times New Roman" panose="02020603050405020304" pitchFamily="18" charset="0"/>
                <a:ea typeface="宋体" panose="02010600030101010101" pitchFamily="2" charset="-122"/>
              </a:defRPr>
            </a:lvl9pPr>
          </a:lstStyle>
          <a:p>
            <a:pPr marL="457200" indent="-457200" eaLnBrk="1" hangingPunct="1">
              <a:spcBef>
                <a:spcPct val="0"/>
              </a:spcBef>
            </a:pPr>
            <a:r>
              <a:rPr lang="zh-CN" altLang="en-US" sz="2800" b="1" dirty="0">
                <a:solidFill>
                  <a:srgbClr val="0000CC"/>
                </a:solidFill>
                <a:latin typeface="Arial" panose="020B0604020202020204" pitchFamily="34" charset="0"/>
              </a:rPr>
              <a:t>手工方法</a:t>
            </a:r>
            <a:endParaRPr lang="en-US" altLang="zh-CN" sz="2800" b="1" dirty="0">
              <a:solidFill>
                <a:srgbClr val="0000CC"/>
              </a:solidFill>
              <a:latin typeface="Arial" panose="020B0604020202020204" pitchFamily="34" charset="0"/>
            </a:endParaRPr>
          </a:p>
          <a:p>
            <a:pPr marL="457200" indent="-457200" eaLnBrk="1" hangingPunct="1">
              <a:spcBef>
                <a:spcPct val="0"/>
              </a:spcBef>
            </a:pPr>
            <a:endParaRPr lang="en-US" altLang="zh-CN" sz="2800" b="1" dirty="0">
              <a:solidFill>
                <a:srgbClr val="0000CC"/>
              </a:solidFill>
              <a:latin typeface="Arial" panose="020B0604020202020204" pitchFamily="34" charset="0"/>
            </a:endParaRPr>
          </a:p>
          <a:p>
            <a:pPr marL="457200" indent="-457200" eaLnBrk="1" hangingPunct="1">
              <a:spcBef>
                <a:spcPct val="0"/>
              </a:spcBef>
            </a:pPr>
            <a:r>
              <a:rPr lang="zh-CN" altLang="en-US" sz="2800" b="1" dirty="0">
                <a:solidFill>
                  <a:srgbClr val="0000CC"/>
                </a:solidFill>
                <a:latin typeface="Arial" panose="020B0604020202020204" pitchFamily="34" charset="0"/>
              </a:rPr>
              <a:t>随机数表</a:t>
            </a:r>
            <a:endParaRPr lang="en-US" altLang="zh-CN" sz="2800" b="1" dirty="0">
              <a:solidFill>
                <a:srgbClr val="0000CC"/>
              </a:solidFill>
              <a:latin typeface="Arial" panose="020B0604020202020204" pitchFamily="34" charset="0"/>
            </a:endParaRPr>
          </a:p>
          <a:p>
            <a:pPr marL="457200" indent="-457200" eaLnBrk="1" hangingPunct="1">
              <a:spcBef>
                <a:spcPct val="0"/>
              </a:spcBef>
            </a:pPr>
            <a:endParaRPr lang="en-US" altLang="zh-CN" sz="2800" b="1" dirty="0">
              <a:solidFill>
                <a:srgbClr val="0000CC"/>
              </a:solidFill>
              <a:latin typeface="Arial" panose="020B0604020202020204" pitchFamily="34" charset="0"/>
            </a:endParaRPr>
          </a:p>
          <a:p>
            <a:pPr marL="457200" indent="-457200" eaLnBrk="1" hangingPunct="1">
              <a:spcBef>
                <a:spcPct val="0"/>
              </a:spcBef>
            </a:pPr>
            <a:r>
              <a:rPr lang="zh-CN" altLang="en-US" sz="2800" b="1" dirty="0">
                <a:solidFill>
                  <a:srgbClr val="0000CC"/>
                </a:solidFill>
                <a:latin typeface="Arial" panose="020B0604020202020204" pitchFamily="34" charset="0"/>
              </a:rPr>
              <a:t>物理方法</a:t>
            </a:r>
            <a:endParaRPr lang="en-US" altLang="zh-CN" sz="2800" b="1" dirty="0">
              <a:solidFill>
                <a:srgbClr val="0000CC"/>
              </a:solidFill>
              <a:latin typeface="Arial" panose="020B0604020202020204" pitchFamily="34" charset="0"/>
            </a:endParaRPr>
          </a:p>
          <a:p>
            <a:pPr marL="457200" indent="-457200" eaLnBrk="1" hangingPunct="1">
              <a:spcBef>
                <a:spcPct val="0"/>
              </a:spcBef>
            </a:pPr>
            <a:endParaRPr lang="en-US" altLang="zh-CN" sz="2800" b="1" dirty="0">
              <a:solidFill>
                <a:srgbClr val="0000CC"/>
              </a:solidFill>
              <a:latin typeface="Arial" panose="020B0604020202020204" pitchFamily="34" charset="0"/>
            </a:endParaRPr>
          </a:p>
          <a:p>
            <a:pPr marL="457200" indent="-457200" eaLnBrk="1" hangingPunct="1">
              <a:spcBef>
                <a:spcPct val="0"/>
              </a:spcBef>
            </a:pPr>
            <a:r>
              <a:rPr lang="zh-CN" altLang="en-US" sz="2800" b="1" dirty="0">
                <a:solidFill>
                  <a:srgbClr val="0000CC"/>
                </a:solidFill>
                <a:latin typeface="Arial" panose="020B0604020202020204" pitchFamily="34" charset="0"/>
              </a:rPr>
              <a:t>伪随机数</a:t>
            </a:r>
            <a:endParaRPr lang="en-US" altLang="zh-CN" sz="2800" b="1" dirty="0">
              <a:solidFill>
                <a:srgbClr val="0000CC"/>
              </a:solidFill>
              <a:latin typeface="Arial" panose="020B0604020202020204" pitchFamily="34" charset="0"/>
            </a:endParaRPr>
          </a:p>
        </p:txBody>
      </p:sp>
    </p:spTree>
    <p:extLst>
      <p:ext uri="{BB962C8B-B14F-4D97-AF65-F5344CB8AC3E}">
        <p14:creationId xmlns:p14="http://schemas.microsoft.com/office/powerpoint/2010/main" val="3191203997"/>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a:extLst>
              <a:ext uri="{FF2B5EF4-FFF2-40B4-BE49-F238E27FC236}">
                <a16:creationId xmlns:a16="http://schemas.microsoft.com/office/drawing/2014/main" id="{57355AA6-0364-4292-8108-E84632E6EDE2}"/>
              </a:ext>
            </a:extLst>
          </p:cNvPr>
          <p:cNvSpPr>
            <a:spLocks noGrp="1" noChangeArrowheads="1"/>
          </p:cNvSpPr>
          <p:nvPr>
            <p:ph type="title" idx="4294967295"/>
          </p:nvPr>
        </p:nvSpPr>
        <p:spPr>
          <a:xfrm>
            <a:off x="395288" y="115888"/>
            <a:ext cx="8243887" cy="725487"/>
          </a:xfrm>
        </p:spPr>
        <p:txBody>
          <a:bodyPr/>
          <a:lstStyle/>
          <a:p>
            <a:pPr eaLnBrk="1" hangingPunct="1">
              <a:defRPr/>
            </a:pPr>
            <a:r>
              <a:rPr lang="en-US" altLang="zh-CN" sz="3200" dirty="0">
                <a:effectLst>
                  <a:outerShdw blurRad="38100" dist="38100" dir="2700000" algn="tl">
                    <a:srgbClr val="C0C0C0"/>
                  </a:outerShdw>
                </a:effectLst>
              </a:rPr>
              <a:t>0.3 </a:t>
            </a:r>
            <a:r>
              <a:rPr lang="zh-CN" altLang="en-US" sz="3200" dirty="0">
                <a:effectLst>
                  <a:outerShdw blurRad="38100" dist="38100" dir="2700000" algn="tl">
                    <a:srgbClr val="C0C0C0"/>
                  </a:outerShdw>
                </a:effectLst>
              </a:rPr>
              <a:t>统计软件</a:t>
            </a:r>
          </a:p>
        </p:txBody>
      </p:sp>
      <p:sp>
        <p:nvSpPr>
          <p:cNvPr id="35843" name="Text Box 4">
            <a:extLst>
              <a:ext uri="{FF2B5EF4-FFF2-40B4-BE49-F238E27FC236}">
                <a16:creationId xmlns:a16="http://schemas.microsoft.com/office/drawing/2014/main" id="{6FC86987-84E6-451F-81EB-011457CE06ED}"/>
              </a:ext>
            </a:extLst>
          </p:cNvPr>
          <p:cNvSpPr txBox="1">
            <a:spLocks noChangeArrowheads="1"/>
          </p:cNvSpPr>
          <p:nvPr/>
        </p:nvSpPr>
        <p:spPr bwMode="auto">
          <a:xfrm>
            <a:off x="251520" y="1228397"/>
            <a:ext cx="8137525" cy="57800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Font typeface="Arial" panose="020B0604020202020204" pitchFamily="34" charset="0"/>
              <a:buChar char="•"/>
              <a:defRPr sz="24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Font typeface="Arial" panose="020B0604020202020204" pitchFamily="34" charset="0"/>
              <a:buChar char="–"/>
              <a:defRPr>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Arial" panose="020B0604020202020204" pitchFamily="34" charset="0"/>
              <a:buChar char="•"/>
              <a:defRPr sz="16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Font typeface="Arial" panose="020B0604020202020204" pitchFamily="34" charset="0"/>
              <a:buChar char="–"/>
              <a:defRPr sz="14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Arial" panose="020B0604020202020204" pitchFamily="34" charset="0"/>
              <a:buChar char="»"/>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1400">
                <a:solidFill>
                  <a:schemeClr val="tx1"/>
                </a:solidFill>
                <a:latin typeface="Times New Roman" panose="02020603050405020304" pitchFamily="18" charset="0"/>
                <a:ea typeface="宋体" panose="02010600030101010101" pitchFamily="2" charset="-122"/>
              </a:defRPr>
            </a:lvl9pPr>
          </a:lstStyle>
          <a:p>
            <a:pPr marL="457200" indent="-457200" eaLnBrk="1" hangingPunct="1">
              <a:spcBef>
                <a:spcPct val="0"/>
              </a:spcBef>
            </a:pPr>
            <a:r>
              <a:rPr lang="en-US" altLang="zh-CN" sz="2800" b="1" dirty="0">
                <a:solidFill>
                  <a:srgbClr val="0000CC"/>
                </a:solidFill>
                <a:latin typeface="Arial" panose="020B0604020202020204" pitchFamily="34" charset="0"/>
              </a:rPr>
              <a:t>Excel</a:t>
            </a:r>
          </a:p>
          <a:p>
            <a:pPr marL="457200" indent="-457200" eaLnBrk="1" hangingPunct="1">
              <a:spcBef>
                <a:spcPct val="0"/>
              </a:spcBef>
            </a:pPr>
            <a:endParaRPr lang="en-US" altLang="zh-CN" sz="2800" b="1" dirty="0">
              <a:solidFill>
                <a:srgbClr val="0000CC"/>
              </a:solidFill>
              <a:latin typeface="Arial" panose="020B0604020202020204" pitchFamily="34" charset="0"/>
            </a:endParaRPr>
          </a:p>
          <a:p>
            <a:pPr marL="457200" indent="-457200" eaLnBrk="1" hangingPunct="1">
              <a:spcBef>
                <a:spcPct val="0"/>
              </a:spcBef>
            </a:pPr>
            <a:r>
              <a:rPr lang="en-US" altLang="zh-CN" sz="2800" b="1" dirty="0">
                <a:solidFill>
                  <a:srgbClr val="0000CC"/>
                </a:solidFill>
                <a:latin typeface="Arial" panose="020B0604020202020204" pitchFamily="34" charset="0"/>
              </a:rPr>
              <a:t>SPSS</a:t>
            </a:r>
          </a:p>
          <a:p>
            <a:pPr marL="457200" indent="-457200" eaLnBrk="1" hangingPunct="1">
              <a:spcBef>
                <a:spcPct val="0"/>
              </a:spcBef>
            </a:pPr>
            <a:endParaRPr lang="en-US" altLang="zh-CN" sz="2800" b="1" dirty="0">
              <a:solidFill>
                <a:srgbClr val="0000CC"/>
              </a:solidFill>
              <a:latin typeface="Arial" panose="020B0604020202020204" pitchFamily="34" charset="0"/>
            </a:endParaRPr>
          </a:p>
          <a:p>
            <a:pPr marL="457200" indent="-457200" eaLnBrk="1" hangingPunct="1">
              <a:spcBef>
                <a:spcPct val="0"/>
              </a:spcBef>
            </a:pPr>
            <a:r>
              <a:rPr lang="en-US" altLang="zh-CN" sz="2800" b="1" dirty="0">
                <a:solidFill>
                  <a:srgbClr val="0000CC"/>
                </a:solidFill>
                <a:latin typeface="Arial" panose="020B0604020202020204" pitchFamily="34" charset="0"/>
              </a:rPr>
              <a:t>SAS</a:t>
            </a:r>
          </a:p>
          <a:p>
            <a:pPr marL="457200" indent="-457200" eaLnBrk="1" hangingPunct="1">
              <a:spcBef>
                <a:spcPct val="0"/>
              </a:spcBef>
            </a:pPr>
            <a:endParaRPr lang="en-US" altLang="zh-CN" sz="2800" b="1" dirty="0">
              <a:solidFill>
                <a:srgbClr val="0000CC"/>
              </a:solidFill>
              <a:latin typeface="Arial" panose="020B0604020202020204" pitchFamily="34" charset="0"/>
            </a:endParaRPr>
          </a:p>
          <a:p>
            <a:pPr marL="457200" indent="-457200" eaLnBrk="1" hangingPunct="1">
              <a:spcBef>
                <a:spcPct val="0"/>
              </a:spcBef>
            </a:pPr>
            <a:r>
              <a:rPr lang="en-US" altLang="zh-CN" sz="2800" b="1" dirty="0">
                <a:solidFill>
                  <a:srgbClr val="0000CC"/>
                </a:solidFill>
                <a:latin typeface="Arial" panose="020B0604020202020204" pitchFamily="34" charset="0"/>
              </a:rPr>
              <a:t>S-plus</a:t>
            </a:r>
          </a:p>
          <a:p>
            <a:pPr marL="457200" indent="-457200" eaLnBrk="1" hangingPunct="1">
              <a:spcBef>
                <a:spcPct val="0"/>
              </a:spcBef>
            </a:pPr>
            <a:endParaRPr lang="en-US" altLang="zh-CN" sz="2800" b="1" dirty="0">
              <a:solidFill>
                <a:srgbClr val="0000CC"/>
              </a:solidFill>
              <a:latin typeface="Arial" panose="020B0604020202020204" pitchFamily="34" charset="0"/>
            </a:endParaRPr>
          </a:p>
          <a:p>
            <a:pPr marL="457200" indent="-457200" eaLnBrk="1" hangingPunct="1">
              <a:spcBef>
                <a:spcPct val="0"/>
              </a:spcBef>
            </a:pPr>
            <a:r>
              <a:rPr lang="en-US" altLang="zh-CN" sz="2800" b="1" dirty="0">
                <a:solidFill>
                  <a:srgbClr val="0000CC"/>
                </a:solidFill>
                <a:latin typeface="Arial" panose="020B0604020202020204" pitchFamily="34" charset="0"/>
              </a:rPr>
              <a:t>R</a:t>
            </a:r>
            <a:r>
              <a:rPr lang="zh-CN" altLang="en-US" sz="2800" b="1" dirty="0">
                <a:solidFill>
                  <a:srgbClr val="0000CC"/>
                </a:solidFill>
                <a:latin typeface="Arial" panose="020B0604020202020204" pitchFamily="34" charset="0"/>
              </a:rPr>
              <a:t>语言</a:t>
            </a:r>
            <a:endParaRPr lang="en-US" altLang="zh-CN" sz="2800" b="1" dirty="0">
              <a:solidFill>
                <a:srgbClr val="0000CC"/>
              </a:solidFill>
              <a:latin typeface="Arial" panose="020B0604020202020204" pitchFamily="34" charset="0"/>
            </a:endParaRPr>
          </a:p>
          <a:p>
            <a:pPr eaLnBrk="1" hangingPunct="1">
              <a:spcBef>
                <a:spcPct val="0"/>
              </a:spcBef>
              <a:buNone/>
            </a:pPr>
            <a:r>
              <a:rPr lang="en-US" altLang="zh-CN" sz="2800" dirty="0"/>
              <a:t>https://www.math.pku.edu.cn/teachers/lidf/docs/Rbook/html/_Rbook/index.html</a:t>
            </a:r>
          </a:p>
          <a:p>
            <a:pPr eaLnBrk="1" hangingPunct="1">
              <a:spcBef>
                <a:spcPct val="0"/>
              </a:spcBef>
              <a:buNone/>
            </a:pPr>
            <a:endParaRPr lang="en-US" altLang="zh-CN" sz="2800" b="1" dirty="0">
              <a:solidFill>
                <a:srgbClr val="0000CC"/>
              </a:solidFill>
              <a:latin typeface="Arial" panose="020B0604020202020204" pitchFamily="34" charset="0"/>
            </a:endParaRPr>
          </a:p>
          <a:p>
            <a:pPr marL="457200" indent="-457200" eaLnBrk="1" hangingPunct="1">
              <a:spcBef>
                <a:spcPct val="0"/>
              </a:spcBef>
            </a:pPr>
            <a:endParaRPr lang="en-US" altLang="zh-CN" sz="2800" b="1" dirty="0">
              <a:solidFill>
                <a:srgbClr val="0000CC"/>
              </a:solidFill>
              <a:latin typeface="Arial" panose="020B0604020202020204" pitchFamily="34" charset="0"/>
            </a:endParaRPr>
          </a:p>
        </p:txBody>
      </p:sp>
      <p:pic>
        <p:nvPicPr>
          <p:cNvPr id="3" name="图片 2">
            <a:extLst>
              <a:ext uri="{FF2B5EF4-FFF2-40B4-BE49-F238E27FC236}">
                <a16:creationId xmlns:a16="http://schemas.microsoft.com/office/drawing/2014/main" id="{249F769C-95A2-49A5-8943-D82A5DCACF2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734175" y="3165919"/>
            <a:ext cx="1905000" cy="19050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a:extLst>
              <a:ext uri="{FF2B5EF4-FFF2-40B4-BE49-F238E27FC236}">
                <a16:creationId xmlns:a16="http://schemas.microsoft.com/office/drawing/2014/main" id="{57355AA6-0364-4292-8108-E84632E6EDE2}"/>
              </a:ext>
            </a:extLst>
          </p:cNvPr>
          <p:cNvSpPr>
            <a:spLocks noGrp="1" noChangeArrowheads="1"/>
          </p:cNvSpPr>
          <p:nvPr>
            <p:ph type="title" idx="4294967295"/>
          </p:nvPr>
        </p:nvSpPr>
        <p:spPr>
          <a:xfrm>
            <a:off x="395288" y="115888"/>
            <a:ext cx="8243887" cy="725487"/>
          </a:xfrm>
        </p:spPr>
        <p:txBody>
          <a:bodyPr/>
          <a:lstStyle/>
          <a:p>
            <a:pPr eaLnBrk="1" hangingPunct="1">
              <a:defRPr/>
            </a:pPr>
            <a:r>
              <a:rPr lang="en-US" altLang="zh-CN" sz="3200" dirty="0">
                <a:effectLst>
                  <a:outerShdw blurRad="38100" dist="38100" dir="2700000" algn="tl">
                    <a:srgbClr val="C0C0C0"/>
                  </a:outerShdw>
                </a:effectLst>
              </a:rPr>
              <a:t>R</a:t>
            </a:r>
            <a:r>
              <a:rPr lang="zh-CN" altLang="en-US" sz="3200" dirty="0">
                <a:effectLst>
                  <a:outerShdw blurRad="38100" dist="38100" dir="2700000" algn="tl">
                    <a:srgbClr val="C0C0C0"/>
                  </a:outerShdw>
                </a:effectLst>
              </a:rPr>
              <a:t>语言概述</a:t>
            </a:r>
          </a:p>
        </p:txBody>
      </p:sp>
      <p:sp>
        <p:nvSpPr>
          <p:cNvPr id="35843" name="Text Box 4">
            <a:extLst>
              <a:ext uri="{FF2B5EF4-FFF2-40B4-BE49-F238E27FC236}">
                <a16:creationId xmlns:a16="http://schemas.microsoft.com/office/drawing/2014/main" id="{6FC86987-84E6-451F-81EB-011457CE06ED}"/>
              </a:ext>
            </a:extLst>
          </p:cNvPr>
          <p:cNvSpPr txBox="1">
            <a:spLocks noChangeArrowheads="1"/>
          </p:cNvSpPr>
          <p:nvPr/>
        </p:nvSpPr>
        <p:spPr bwMode="auto">
          <a:xfrm>
            <a:off x="-54769" y="841375"/>
            <a:ext cx="9144000" cy="56938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Font typeface="Arial" panose="020B0604020202020204" pitchFamily="34" charset="0"/>
              <a:buChar char="•"/>
              <a:defRPr sz="24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Font typeface="Arial" panose="020B0604020202020204" pitchFamily="34" charset="0"/>
              <a:buChar char="–"/>
              <a:defRPr>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Arial" panose="020B0604020202020204" pitchFamily="34" charset="0"/>
              <a:buChar char="•"/>
              <a:defRPr sz="16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Font typeface="Arial" panose="020B0604020202020204" pitchFamily="34" charset="0"/>
              <a:buChar char="–"/>
              <a:defRPr sz="14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Arial" panose="020B0604020202020204" pitchFamily="34" charset="0"/>
              <a:buChar char="»"/>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1400">
                <a:solidFill>
                  <a:schemeClr val="tx1"/>
                </a:solidFill>
                <a:latin typeface="Times New Roman" panose="02020603050405020304" pitchFamily="18" charset="0"/>
                <a:ea typeface="宋体" panose="02010600030101010101" pitchFamily="2" charset="-122"/>
              </a:defRPr>
            </a:lvl9pPr>
          </a:lstStyle>
          <a:p>
            <a:pPr marL="457200" indent="-457200" eaLnBrk="1" hangingPunct="1">
              <a:spcBef>
                <a:spcPct val="0"/>
              </a:spcBef>
            </a:pPr>
            <a:r>
              <a:rPr lang="en-US" altLang="zh-CN" sz="2800" b="1" dirty="0">
                <a:solidFill>
                  <a:srgbClr val="0000CC"/>
                </a:solidFill>
                <a:latin typeface="Arial" panose="020B0604020202020204" pitchFamily="34" charset="0"/>
              </a:rPr>
              <a:t>R</a:t>
            </a:r>
            <a:r>
              <a:rPr lang="zh-CN" altLang="en-US" sz="2800" b="1" dirty="0">
                <a:solidFill>
                  <a:srgbClr val="0000CC"/>
                </a:solidFill>
                <a:latin typeface="Arial" panose="020B0604020202020204" pitchFamily="34" charset="0"/>
              </a:rPr>
              <a:t>语言是用于统计分析，图形表示和报告的编程语言和软件环境。</a:t>
            </a:r>
            <a:endParaRPr lang="en-US" altLang="zh-CN" sz="2800" b="1" dirty="0">
              <a:solidFill>
                <a:srgbClr val="0000CC"/>
              </a:solidFill>
              <a:latin typeface="Arial" panose="020B0604020202020204" pitchFamily="34" charset="0"/>
            </a:endParaRPr>
          </a:p>
          <a:p>
            <a:pPr marL="457200" indent="-457200" eaLnBrk="1" hangingPunct="1">
              <a:spcBef>
                <a:spcPct val="0"/>
              </a:spcBef>
            </a:pPr>
            <a:r>
              <a:rPr lang="en-US" altLang="zh-CN" sz="2800" b="1" dirty="0">
                <a:solidFill>
                  <a:srgbClr val="0000CC"/>
                </a:solidFill>
                <a:latin typeface="Arial" panose="020B0604020202020204" pitchFamily="34" charset="0"/>
              </a:rPr>
              <a:t>R</a:t>
            </a:r>
            <a:r>
              <a:rPr lang="zh-CN" altLang="en-US" sz="2800" b="1" dirty="0">
                <a:solidFill>
                  <a:srgbClr val="0000CC"/>
                </a:solidFill>
                <a:latin typeface="Arial" panose="020B0604020202020204" pitchFamily="34" charset="0"/>
              </a:rPr>
              <a:t>语言由</a:t>
            </a:r>
            <a:r>
              <a:rPr lang="en-US" altLang="zh-CN" sz="2800" b="1" dirty="0">
                <a:solidFill>
                  <a:srgbClr val="0000CC"/>
                </a:solidFill>
                <a:latin typeface="Arial" panose="020B0604020202020204" pitchFamily="34" charset="0"/>
              </a:rPr>
              <a:t>Ross Ihaka</a:t>
            </a:r>
            <a:r>
              <a:rPr lang="zh-CN" altLang="en-US" sz="2800" b="1" dirty="0">
                <a:solidFill>
                  <a:srgbClr val="0000CC"/>
                </a:solidFill>
                <a:latin typeface="Arial" panose="020B0604020202020204" pitchFamily="34" charset="0"/>
              </a:rPr>
              <a:t>和</a:t>
            </a:r>
            <a:r>
              <a:rPr lang="en-US" altLang="zh-CN" sz="2800" b="1" dirty="0">
                <a:solidFill>
                  <a:srgbClr val="0000CC"/>
                </a:solidFill>
                <a:latin typeface="Arial" panose="020B0604020202020204" pitchFamily="34" charset="0"/>
              </a:rPr>
              <a:t>Robert Gentleman</a:t>
            </a:r>
            <a:r>
              <a:rPr lang="zh-CN" altLang="en-US" sz="2800" b="1" dirty="0">
                <a:solidFill>
                  <a:srgbClr val="0000CC"/>
                </a:solidFill>
                <a:latin typeface="Arial" panose="020B0604020202020204" pitchFamily="34" charset="0"/>
              </a:rPr>
              <a:t>在新西兰奥克兰大学创建，目前由</a:t>
            </a:r>
            <a:r>
              <a:rPr lang="en-US" altLang="zh-CN" sz="2800" b="1" dirty="0">
                <a:solidFill>
                  <a:srgbClr val="0000CC"/>
                </a:solidFill>
                <a:latin typeface="Arial" panose="020B0604020202020204" pitchFamily="34" charset="0"/>
              </a:rPr>
              <a:t>R</a:t>
            </a:r>
            <a:r>
              <a:rPr lang="zh-CN" altLang="en-US" sz="2800" b="1" dirty="0">
                <a:solidFill>
                  <a:srgbClr val="0000CC"/>
                </a:solidFill>
                <a:latin typeface="Arial" panose="020B0604020202020204" pitchFamily="34" charset="0"/>
              </a:rPr>
              <a:t>语言开发核心团队开发。</a:t>
            </a:r>
          </a:p>
          <a:p>
            <a:pPr marL="457200" indent="-457200" eaLnBrk="1" hangingPunct="1">
              <a:spcBef>
                <a:spcPct val="0"/>
              </a:spcBef>
            </a:pPr>
            <a:r>
              <a:rPr lang="en-US" altLang="zh-CN" sz="2800" b="1" dirty="0">
                <a:solidFill>
                  <a:srgbClr val="0000CC"/>
                </a:solidFill>
                <a:latin typeface="Arial" panose="020B0604020202020204" pitchFamily="34" charset="0"/>
              </a:rPr>
              <a:t>R</a:t>
            </a:r>
            <a:r>
              <a:rPr lang="zh-CN" altLang="en-US" sz="2800" b="1" dirty="0">
                <a:solidFill>
                  <a:srgbClr val="0000CC"/>
                </a:solidFill>
                <a:latin typeface="Arial" panose="020B0604020202020204" pitchFamily="34" charset="0"/>
              </a:rPr>
              <a:t>语言的核心是解释计算机语言，其允许分支和循环以及使用函数的模块化编程。 </a:t>
            </a:r>
            <a:endParaRPr lang="en-US" altLang="zh-CN" sz="2800" b="1" dirty="0">
              <a:solidFill>
                <a:srgbClr val="0000CC"/>
              </a:solidFill>
              <a:latin typeface="Arial" panose="020B0604020202020204" pitchFamily="34" charset="0"/>
            </a:endParaRPr>
          </a:p>
          <a:p>
            <a:pPr marL="457200" indent="-457200" eaLnBrk="1" hangingPunct="1">
              <a:spcBef>
                <a:spcPct val="0"/>
              </a:spcBef>
            </a:pPr>
            <a:r>
              <a:rPr lang="en-US" altLang="zh-CN" sz="2800" b="1" dirty="0">
                <a:solidFill>
                  <a:srgbClr val="0000CC"/>
                </a:solidFill>
                <a:latin typeface="Arial" panose="020B0604020202020204" pitchFamily="34" charset="0"/>
              </a:rPr>
              <a:t>R</a:t>
            </a:r>
            <a:r>
              <a:rPr lang="zh-CN" altLang="en-US" sz="2800" b="1" dirty="0">
                <a:solidFill>
                  <a:srgbClr val="0000CC"/>
                </a:solidFill>
                <a:latin typeface="Arial" panose="020B0604020202020204" pitchFamily="34" charset="0"/>
              </a:rPr>
              <a:t>语言允许与以</a:t>
            </a:r>
            <a:r>
              <a:rPr lang="en-US" altLang="zh-CN" sz="2800" b="1" dirty="0">
                <a:solidFill>
                  <a:srgbClr val="0000CC"/>
                </a:solidFill>
                <a:latin typeface="Arial" panose="020B0604020202020204" pitchFamily="34" charset="0"/>
              </a:rPr>
              <a:t>C</a:t>
            </a:r>
            <a:r>
              <a:rPr lang="zh-CN" altLang="en-US" sz="2800" b="1" dirty="0">
                <a:solidFill>
                  <a:srgbClr val="0000CC"/>
                </a:solidFill>
                <a:latin typeface="Arial" panose="020B0604020202020204" pitchFamily="34" charset="0"/>
              </a:rPr>
              <a:t>，</a:t>
            </a:r>
            <a:r>
              <a:rPr lang="en-US" altLang="zh-CN" sz="2800" b="1" dirty="0">
                <a:solidFill>
                  <a:srgbClr val="0000CC"/>
                </a:solidFill>
                <a:latin typeface="Arial" panose="020B0604020202020204" pitchFamily="34" charset="0"/>
              </a:rPr>
              <a:t>C ++</a:t>
            </a:r>
            <a:r>
              <a:rPr lang="zh-CN" altLang="en-US" sz="2800" b="1" dirty="0">
                <a:solidFill>
                  <a:srgbClr val="0000CC"/>
                </a:solidFill>
                <a:latin typeface="Arial" panose="020B0604020202020204" pitchFamily="34" charset="0"/>
              </a:rPr>
              <a:t>，</a:t>
            </a:r>
            <a:r>
              <a:rPr lang="en-US" altLang="zh-CN" sz="2800" b="1" dirty="0" err="1">
                <a:solidFill>
                  <a:srgbClr val="0000CC"/>
                </a:solidFill>
                <a:latin typeface="Arial" panose="020B0604020202020204" pitchFamily="34" charset="0"/>
              </a:rPr>
              <a:t>.Net</a:t>
            </a:r>
            <a:r>
              <a:rPr lang="zh-CN" altLang="en-US" sz="2800" b="1" dirty="0">
                <a:solidFill>
                  <a:srgbClr val="0000CC"/>
                </a:solidFill>
                <a:latin typeface="Arial" panose="020B0604020202020204" pitchFamily="34" charset="0"/>
              </a:rPr>
              <a:t>，</a:t>
            </a:r>
            <a:r>
              <a:rPr lang="en-US" altLang="zh-CN" sz="2800" b="1" dirty="0">
                <a:solidFill>
                  <a:srgbClr val="0000CC"/>
                </a:solidFill>
                <a:latin typeface="Arial" panose="020B0604020202020204" pitchFamily="34" charset="0"/>
              </a:rPr>
              <a:t>Python</a:t>
            </a:r>
            <a:r>
              <a:rPr lang="zh-CN" altLang="en-US" sz="2800" b="1" dirty="0">
                <a:solidFill>
                  <a:srgbClr val="0000CC"/>
                </a:solidFill>
                <a:latin typeface="Arial" panose="020B0604020202020204" pitchFamily="34" charset="0"/>
              </a:rPr>
              <a:t>或</a:t>
            </a:r>
            <a:r>
              <a:rPr lang="en-US" altLang="zh-CN" sz="2800" b="1" dirty="0">
                <a:solidFill>
                  <a:srgbClr val="0000CC"/>
                </a:solidFill>
                <a:latin typeface="Arial" panose="020B0604020202020204" pitchFamily="34" charset="0"/>
              </a:rPr>
              <a:t>FORTRAN</a:t>
            </a:r>
            <a:r>
              <a:rPr lang="zh-CN" altLang="en-US" sz="2800" b="1" dirty="0">
                <a:solidFill>
                  <a:srgbClr val="0000CC"/>
                </a:solidFill>
                <a:latin typeface="Arial" panose="020B0604020202020204" pitchFamily="34" charset="0"/>
              </a:rPr>
              <a:t>语言编写的过程集成以提高效率。</a:t>
            </a:r>
          </a:p>
          <a:p>
            <a:pPr marL="457200" indent="-457200" eaLnBrk="1" hangingPunct="1">
              <a:spcBef>
                <a:spcPct val="0"/>
              </a:spcBef>
            </a:pPr>
            <a:r>
              <a:rPr lang="en-US" altLang="zh-CN" sz="2800" b="1" dirty="0">
                <a:solidFill>
                  <a:srgbClr val="0000CC"/>
                </a:solidFill>
                <a:latin typeface="Arial" panose="020B0604020202020204" pitchFamily="34" charset="0"/>
              </a:rPr>
              <a:t>R</a:t>
            </a:r>
            <a:r>
              <a:rPr lang="zh-CN" altLang="en-US" sz="2800" b="1" dirty="0">
                <a:solidFill>
                  <a:srgbClr val="0000CC"/>
                </a:solidFill>
                <a:latin typeface="Arial" panose="020B0604020202020204" pitchFamily="34" charset="0"/>
              </a:rPr>
              <a:t>语言在</a:t>
            </a:r>
            <a:r>
              <a:rPr lang="en-US" altLang="zh-CN" sz="2800" b="1" dirty="0">
                <a:solidFill>
                  <a:srgbClr val="0000CC"/>
                </a:solidFill>
                <a:latin typeface="Arial" panose="020B0604020202020204" pitchFamily="34" charset="0"/>
              </a:rPr>
              <a:t>GNU</a:t>
            </a:r>
            <a:r>
              <a:rPr lang="zh-CN" altLang="en-US" sz="2800" b="1" dirty="0">
                <a:solidFill>
                  <a:srgbClr val="0000CC"/>
                </a:solidFill>
                <a:latin typeface="Arial" panose="020B0604020202020204" pitchFamily="34" charset="0"/>
              </a:rPr>
              <a:t>通用公共许可证下免费提供，并为各种操作系统（如</a:t>
            </a:r>
            <a:r>
              <a:rPr lang="en-US" altLang="zh-CN" sz="2800" b="1" dirty="0">
                <a:solidFill>
                  <a:srgbClr val="0000CC"/>
                </a:solidFill>
                <a:latin typeface="Arial" panose="020B0604020202020204" pitchFamily="34" charset="0"/>
              </a:rPr>
              <a:t>Linux</a:t>
            </a:r>
            <a:r>
              <a:rPr lang="zh-CN" altLang="en-US" sz="2800" b="1" dirty="0">
                <a:solidFill>
                  <a:srgbClr val="0000CC"/>
                </a:solidFill>
                <a:latin typeface="Arial" panose="020B0604020202020204" pitchFamily="34" charset="0"/>
              </a:rPr>
              <a:t>，</a:t>
            </a:r>
            <a:r>
              <a:rPr lang="en-US" altLang="zh-CN" sz="2800" b="1" dirty="0">
                <a:solidFill>
                  <a:srgbClr val="0000CC"/>
                </a:solidFill>
                <a:latin typeface="Arial" panose="020B0604020202020204" pitchFamily="34" charset="0"/>
              </a:rPr>
              <a:t>Windows</a:t>
            </a:r>
            <a:r>
              <a:rPr lang="zh-CN" altLang="en-US" sz="2800" b="1" dirty="0">
                <a:solidFill>
                  <a:srgbClr val="0000CC"/>
                </a:solidFill>
                <a:latin typeface="Arial" panose="020B0604020202020204" pitchFamily="34" charset="0"/>
              </a:rPr>
              <a:t>和</a:t>
            </a:r>
            <a:r>
              <a:rPr lang="en-US" altLang="zh-CN" sz="2800" b="1" dirty="0">
                <a:solidFill>
                  <a:srgbClr val="0000CC"/>
                </a:solidFill>
                <a:latin typeface="Arial" panose="020B0604020202020204" pitchFamily="34" charset="0"/>
              </a:rPr>
              <a:t>Mac</a:t>
            </a:r>
            <a:r>
              <a:rPr lang="zh-CN" altLang="en-US" sz="2800" b="1" dirty="0">
                <a:solidFill>
                  <a:srgbClr val="0000CC"/>
                </a:solidFill>
                <a:latin typeface="Arial" panose="020B0604020202020204" pitchFamily="34" charset="0"/>
              </a:rPr>
              <a:t>）提供预编译的二进制版本。</a:t>
            </a:r>
            <a:r>
              <a:rPr lang="en-US" altLang="zh-CN" sz="2800" b="1" dirty="0">
                <a:solidFill>
                  <a:srgbClr val="0000CC"/>
                </a:solidFill>
                <a:latin typeface="Arial" panose="020B0604020202020204" pitchFamily="34" charset="0"/>
              </a:rPr>
              <a:t>R</a:t>
            </a:r>
            <a:r>
              <a:rPr lang="zh-CN" altLang="en-US" sz="2800" b="1" dirty="0">
                <a:solidFill>
                  <a:srgbClr val="0000CC"/>
                </a:solidFill>
                <a:latin typeface="Arial" panose="020B0604020202020204" pitchFamily="34" charset="0"/>
              </a:rPr>
              <a:t>是一个在</a:t>
            </a:r>
            <a:r>
              <a:rPr lang="en-US" altLang="zh-CN" sz="2800" b="1" dirty="0">
                <a:solidFill>
                  <a:srgbClr val="0000CC"/>
                </a:solidFill>
                <a:latin typeface="Arial" panose="020B0604020202020204" pitchFamily="34" charset="0"/>
              </a:rPr>
              <a:t>GNU</a:t>
            </a:r>
            <a:r>
              <a:rPr lang="zh-CN" altLang="en-US" sz="2800" b="1" dirty="0">
                <a:solidFill>
                  <a:srgbClr val="0000CC"/>
                </a:solidFill>
                <a:latin typeface="Arial" panose="020B0604020202020204" pitchFamily="34" charset="0"/>
              </a:rPr>
              <a:t>风格的副本左侧的自由软件，</a:t>
            </a:r>
            <a:r>
              <a:rPr lang="en-US" altLang="zh-CN" sz="2800" b="1" dirty="0">
                <a:solidFill>
                  <a:srgbClr val="0000CC"/>
                </a:solidFill>
                <a:latin typeface="Arial" panose="020B0604020202020204" pitchFamily="34" charset="0"/>
              </a:rPr>
              <a:t>GNU</a:t>
            </a:r>
            <a:r>
              <a:rPr lang="zh-CN" altLang="en-US" sz="2800" b="1" dirty="0">
                <a:solidFill>
                  <a:srgbClr val="0000CC"/>
                </a:solidFill>
                <a:latin typeface="Arial" panose="020B0604020202020204" pitchFamily="34" charset="0"/>
              </a:rPr>
              <a:t>项目的官方部分叫做</a:t>
            </a:r>
            <a:r>
              <a:rPr lang="en-US" altLang="zh-CN" sz="2800" b="1" dirty="0">
                <a:solidFill>
                  <a:srgbClr val="0000CC"/>
                </a:solidFill>
                <a:latin typeface="Arial" panose="020B0604020202020204" pitchFamily="34" charset="0"/>
              </a:rPr>
              <a:t>GNU S.</a:t>
            </a:r>
          </a:p>
          <a:p>
            <a:pPr marL="457200" indent="-457200" eaLnBrk="1" hangingPunct="1">
              <a:spcBef>
                <a:spcPct val="0"/>
              </a:spcBef>
            </a:pPr>
            <a:endParaRPr lang="en-US" altLang="zh-CN" sz="2800" b="1" dirty="0">
              <a:solidFill>
                <a:srgbClr val="0000CC"/>
              </a:solidFill>
              <a:latin typeface="Arial" panose="020B0604020202020204" pitchFamily="34" charset="0"/>
            </a:endParaRPr>
          </a:p>
        </p:txBody>
      </p:sp>
    </p:spTree>
    <p:extLst>
      <p:ext uri="{BB962C8B-B14F-4D97-AF65-F5344CB8AC3E}">
        <p14:creationId xmlns:p14="http://schemas.microsoft.com/office/powerpoint/2010/main" val="3550980452"/>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a:extLst>
              <a:ext uri="{FF2B5EF4-FFF2-40B4-BE49-F238E27FC236}">
                <a16:creationId xmlns:a16="http://schemas.microsoft.com/office/drawing/2014/main" id="{57355AA6-0364-4292-8108-E84632E6EDE2}"/>
              </a:ext>
            </a:extLst>
          </p:cNvPr>
          <p:cNvSpPr>
            <a:spLocks noGrp="1" noChangeArrowheads="1"/>
          </p:cNvSpPr>
          <p:nvPr>
            <p:ph type="title" idx="4294967295"/>
          </p:nvPr>
        </p:nvSpPr>
        <p:spPr>
          <a:xfrm>
            <a:off x="395288" y="115888"/>
            <a:ext cx="8243887" cy="725487"/>
          </a:xfrm>
        </p:spPr>
        <p:txBody>
          <a:bodyPr/>
          <a:lstStyle/>
          <a:p>
            <a:pPr eaLnBrk="1" hangingPunct="1">
              <a:defRPr/>
            </a:pPr>
            <a:r>
              <a:rPr lang="en-US" altLang="zh-CN" sz="3200" dirty="0">
                <a:effectLst>
                  <a:outerShdw blurRad="38100" dist="38100" dir="2700000" algn="tl">
                    <a:srgbClr val="C0C0C0"/>
                  </a:outerShdw>
                </a:effectLst>
              </a:rPr>
              <a:t>R</a:t>
            </a:r>
            <a:r>
              <a:rPr lang="zh-CN" altLang="en-US" sz="3200" dirty="0">
                <a:effectLst>
                  <a:outerShdw blurRad="38100" dist="38100" dir="2700000" algn="tl">
                    <a:srgbClr val="C0C0C0"/>
                  </a:outerShdw>
                </a:effectLst>
              </a:rPr>
              <a:t>语言的特点</a:t>
            </a:r>
          </a:p>
        </p:txBody>
      </p:sp>
      <p:sp>
        <p:nvSpPr>
          <p:cNvPr id="35843" name="Text Box 4">
            <a:extLst>
              <a:ext uri="{FF2B5EF4-FFF2-40B4-BE49-F238E27FC236}">
                <a16:creationId xmlns:a16="http://schemas.microsoft.com/office/drawing/2014/main" id="{6FC86987-84E6-451F-81EB-011457CE06ED}"/>
              </a:ext>
            </a:extLst>
          </p:cNvPr>
          <p:cNvSpPr txBox="1">
            <a:spLocks noChangeArrowheads="1"/>
          </p:cNvSpPr>
          <p:nvPr/>
        </p:nvSpPr>
        <p:spPr bwMode="auto">
          <a:xfrm>
            <a:off x="0" y="841375"/>
            <a:ext cx="9189005" cy="48320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Font typeface="Arial" panose="020B0604020202020204" pitchFamily="34" charset="0"/>
              <a:buChar char="•"/>
              <a:defRPr sz="24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Font typeface="Arial" panose="020B0604020202020204" pitchFamily="34" charset="0"/>
              <a:buChar char="–"/>
              <a:defRPr>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Arial" panose="020B0604020202020204" pitchFamily="34" charset="0"/>
              <a:buChar char="•"/>
              <a:defRPr sz="16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Font typeface="Arial" panose="020B0604020202020204" pitchFamily="34" charset="0"/>
              <a:buChar char="–"/>
              <a:defRPr sz="14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Arial" panose="020B0604020202020204" pitchFamily="34" charset="0"/>
              <a:buChar char="»"/>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1400">
                <a:solidFill>
                  <a:schemeClr val="tx1"/>
                </a:solidFill>
                <a:latin typeface="Times New Roman" panose="02020603050405020304" pitchFamily="18" charset="0"/>
                <a:ea typeface="宋体" panose="02010600030101010101" pitchFamily="2" charset="-122"/>
              </a:defRPr>
            </a:lvl9pPr>
          </a:lstStyle>
          <a:p>
            <a:pPr marL="514350" indent="-514350" eaLnBrk="1" hangingPunct="1">
              <a:spcBef>
                <a:spcPct val="0"/>
              </a:spcBef>
              <a:buFont typeface="+mj-lt"/>
              <a:buAutoNum type="arabicPeriod"/>
            </a:pPr>
            <a:r>
              <a:rPr lang="en-US" altLang="zh-CN" sz="2800" b="1" dirty="0">
                <a:solidFill>
                  <a:srgbClr val="0000CC"/>
                </a:solidFill>
                <a:latin typeface="Arial" panose="020B0604020202020204" pitchFamily="34" charset="0"/>
              </a:rPr>
              <a:t>R</a:t>
            </a:r>
            <a:r>
              <a:rPr lang="zh-CN" altLang="en-US" sz="2800" b="1" dirty="0">
                <a:solidFill>
                  <a:srgbClr val="0000CC"/>
                </a:solidFill>
                <a:latin typeface="Arial" panose="020B0604020202020204" pitchFamily="34" charset="0"/>
              </a:rPr>
              <a:t>语言是一种开发良好，简单有效的编程语言，包括条件，循环，用户定义的递归函数以及输入和输出设施</a:t>
            </a:r>
          </a:p>
          <a:p>
            <a:pPr marL="514350" indent="-514350" eaLnBrk="1" hangingPunct="1">
              <a:spcBef>
                <a:spcPct val="0"/>
              </a:spcBef>
              <a:buFont typeface="+mj-lt"/>
              <a:buAutoNum type="arabicPeriod"/>
            </a:pPr>
            <a:r>
              <a:rPr lang="en-US" altLang="zh-CN" sz="2800" b="1" dirty="0">
                <a:solidFill>
                  <a:srgbClr val="0000CC"/>
                </a:solidFill>
                <a:latin typeface="Arial" panose="020B0604020202020204" pitchFamily="34" charset="0"/>
              </a:rPr>
              <a:t>R</a:t>
            </a:r>
            <a:r>
              <a:rPr lang="zh-CN" altLang="en-US" sz="2800" b="1" dirty="0">
                <a:solidFill>
                  <a:srgbClr val="0000CC"/>
                </a:solidFill>
                <a:latin typeface="Arial" panose="020B0604020202020204" pitchFamily="34" charset="0"/>
              </a:rPr>
              <a:t>语言具有有效的数据处理和存储设施</a:t>
            </a:r>
          </a:p>
          <a:p>
            <a:pPr marL="514350" indent="-514350" eaLnBrk="1" hangingPunct="1">
              <a:spcBef>
                <a:spcPct val="0"/>
              </a:spcBef>
              <a:buFont typeface="+mj-lt"/>
              <a:buAutoNum type="arabicPeriod"/>
            </a:pPr>
            <a:r>
              <a:rPr lang="en-US" altLang="zh-CN" sz="2800" b="1" dirty="0">
                <a:solidFill>
                  <a:srgbClr val="0000CC"/>
                </a:solidFill>
                <a:latin typeface="Arial" panose="020B0604020202020204" pitchFamily="34" charset="0"/>
              </a:rPr>
              <a:t>R</a:t>
            </a:r>
            <a:r>
              <a:rPr lang="zh-CN" altLang="en-US" sz="2800" b="1" dirty="0">
                <a:solidFill>
                  <a:srgbClr val="0000CC"/>
                </a:solidFill>
                <a:latin typeface="Arial" panose="020B0604020202020204" pitchFamily="34" charset="0"/>
              </a:rPr>
              <a:t>语言提供了一套用于数组，列表，向量和矩阵计算的运算符</a:t>
            </a:r>
          </a:p>
          <a:p>
            <a:pPr marL="514350" indent="-514350" eaLnBrk="1" hangingPunct="1">
              <a:spcBef>
                <a:spcPct val="0"/>
              </a:spcBef>
              <a:buFont typeface="+mj-lt"/>
              <a:buAutoNum type="arabicPeriod"/>
            </a:pPr>
            <a:r>
              <a:rPr lang="en-US" altLang="zh-CN" sz="2800" b="1" dirty="0">
                <a:solidFill>
                  <a:srgbClr val="0000CC"/>
                </a:solidFill>
                <a:latin typeface="Arial" panose="020B0604020202020204" pitchFamily="34" charset="0"/>
              </a:rPr>
              <a:t>R</a:t>
            </a:r>
            <a:r>
              <a:rPr lang="zh-CN" altLang="en-US" sz="2800" b="1" dirty="0">
                <a:solidFill>
                  <a:srgbClr val="0000CC"/>
                </a:solidFill>
                <a:latin typeface="Arial" panose="020B0604020202020204" pitchFamily="34" charset="0"/>
              </a:rPr>
              <a:t>语言为数据分析提供了大型，一致和集成的工具集合</a:t>
            </a:r>
          </a:p>
          <a:p>
            <a:pPr marL="514350" indent="-514350" eaLnBrk="1" hangingPunct="1">
              <a:spcBef>
                <a:spcPct val="0"/>
              </a:spcBef>
              <a:buFont typeface="+mj-lt"/>
              <a:buAutoNum type="arabicPeriod"/>
            </a:pPr>
            <a:r>
              <a:rPr lang="en-US" altLang="zh-CN" sz="2800" b="1" dirty="0">
                <a:solidFill>
                  <a:srgbClr val="0000CC"/>
                </a:solidFill>
                <a:latin typeface="Arial" panose="020B0604020202020204" pitchFamily="34" charset="0"/>
              </a:rPr>
              <a:t>R</a:t>
            </a:r>
            <a:r>
              <a:rPr lang="zh-CN" altLang="en-US" sz="2800" b="1" dirty="0">
                <a:solidFill>
                  <a:srgbClr val="0000CC"/>
                </a:solidFill>
                <a:latin typeface="Arial" panose="020B0604020202020204" pitchFamily="34" charset="0"/>
              </a:rPr>
              <a:t>语言提供直接在计算机上或在纸张上打印的图形设施用于数据分析和显示</a:t>
            </a:r>
          </a:p>
          <a:p>
            <a:pPr marL="514350" indent="-514350" eaLnBrk="1" hangingPunct="1">
              <a:spcBef>
                <a:spcPct val="0"/>
              </a:spcBef>
              <a:buFont typeface="+mj-lt"/>
              <a:buAutoNum type="arabicPeriod"/>
            </a:pPr>
            <a:r>
              <a:rPr lang="en-US" altLang="zh-CN" sz="2800" b="1" dirty="0">
                <a:solidFill>
                  <a:srgbClr val="0000CC"/>
                </a:solidFill>
                <a:latin typeface="Arial" panose="020B0604020202020204" pitchFamily="34" charset="0"/>
              </a:rPr>
              <a:t>R</a:t>
            </a:r>
            <a:r>
              <a:rPr lang="zh-CN" altLang="en-US" sz="2800" b="1" dirty="0">
                <a:solidFill>
                  <a:srgbClr val="0000CC"/>
                </a:solidFill>
                <a:latin typeface="Arial" panose="020B0604020202020204" pitchFamily="34" charset="0"/>
              </a:rPr>
              <a:t>语言是世界上最广泛使用的统计编程语言。 它是数据科学家的第一选择，并由一个充满活力和有才华的贡献者社区支持</a:t>
            </a:r>
            <a:endParaRPr lang="en-US" altLang="zh-CN" sz="2800" b="1" dirty="0">
              <a:solidFill>
                <a:srgbClr val="0000CC"/>
              </a:solidFill>
              <a:latin typeface="Arial" panose="020B0604020202020204" pitchFamily="34" charset="0"/>
            </a:endParaRPr>
          </a:p>
        </p:txBody>
      </p:sp>
    </p:spTree>
    <p:extLst>
      <p:ext uri="{BB962C8B-B14F-4D97-AF65-F5344CB8AC3E}">
        <p14:creationId xmlns:p14="http://schemas.microsoft.com/office/powerpoint/2010/main" val="1510437097"/>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a:extLst>
              <a:ext uri="{FF2B5EF4-FFF2-40B4-BE49-F238E27FC236}">
                <a16:creationId xmlns:a16="http://schemas.microsoft.com/office/drawing/2014/main" id="{57355AA6-0364-4292-8108-E84632E6EDE2}"/>
              </a:ext>
            </a:extLst>
          </p:cNvPr>
          <p:cNvSpPr>
            <a:spLocks noGrp="1" noChangeArrowheads="1"/>
          </p:cNvSpPr>
          <p:nvPr>
            <p:ph type="title" idx="4294967295"/>
          </p:nvPr>
        </p:nvSpPr>
        <p:spPr>
          <a:xfrm>
            <a:off x="395288" y="115888"/>
            <a:ext cx="8243887" cy="725487"/>
          </a:xfrm>
        </p:spPr>
        <p:txBody>
          <a:bodyPr/>
          <a:lstStyle/>
          <a:p>
            <a:pPr eaLnBrk="1" hangingPunct="1">
              <a:defRPr/>
            </a:pPr>
            <a:r>
              <a:rPr lang="en-US" altLang="zh-CN" sz="3200" dirty="0">
                <a:effectLst>
                  <a:outerShdw blurRad="38100" dist="38100" dir="2700000" algn="tl">
                    <a:srgbClr val="C0C0C0"/>
                  </a:outerShdw>
                </a:effectLst>
              </a:rPr>
              <a:t>R</a:t>
            </a:r>
            <a:r>
              <a:rPr lang="zh-CN" altLang="en-US" sz="3200" dirty="0">
                <a:effectLst>
                  <a:outerShdw blurRad="38100" dist="38100" dir="2700000" algn="tl">
                    <a:srgbClr val="C0C0C0"/>
                  </a:outerShdw>
                </a:effectLst>
              </a:rPr>
              <a:t>语言环境配置</a:t>
            </a:r>
          </a:p>
        </p:txBody>
      </p:sp>
      <p:sp>
        <p:nvSpPr>
          <p:cNvPr id="35843" name="Text Box 4">
            <a:extLst>
              <a:ext uri="{FF2B5EF4-FFF2-40B4-BE49-F238E27FC236}">
                <a16:creationId xmlns:a16="http://schemas.microsoft.com/office/drawing/2014/main" id="{6FC86987-84E6-451F-81EB-011457CE06ED}"/>
              </a:ext>
            </a:extLst>
          </p:cNvPr>
          <p:cNvSpPr txBox="1">
            <a:spLocks noChangeArrowheads="1"/>
          </p:cNvSpPr>
          <p:nvPr/>
        </p:nvSpPr>
        <p:spPr bwMode="auto">
          <a:xfrm>
            <a:off x="0" y="1088740"/>
            <a:ext cx="9189005" cy="9541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Font typeface="Arial" panose="020B0604020202020204" pitchFamily="34" charset="0"/>
              <a:buChar char="•"/>
              <a:defRPr sz="24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Font typeface="Arial" panose="020B0604020202020204" pitchFamily="34" charset="0"/>
              <a:buChar char="–"/>
              <a:defRPr>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Arial" panose="020B0604020202020204" pitchFamily="34" charset="0"/>
              <a:buChar char="•"/>
              <a:defRPr sz="16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Font typeface="Arial" panose="020B0604020202020204" pitchFamily="34" charset="0"/>
              <a:buChar char="–"/>
              <a:defRPr sz="14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Arial" panose="020B0604020202020204" pitchFamily="34" charset="0"/>
              <a:buChar char="»"/>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1400">
                <a:solidFill>
                  <a:schemeClr val="tx1"/>
                </a:solidFill>
                <a:latin typeface="Times New Roman" panose="02020603050405020304" pitchFamily="18" charset="0"/>
                <a:ea typeface="宋体" panose="02010600030101010101" pitchFamily="2" charset="-122"/>
              </a:defRPr>
            </a:lvl9pPr>
          </a:lstStyle>
          <a:p>
            <a:pPr marL="457200" indent="-457200" eaLnBrk="1" hangingPunct="1">
              <a:spcBef>
                <a:spcPct val="0"/>
              </a:spcBef>
            </a:pPr>
            <a:r>
              <a:rPr lang="zh-CN" altLang="en-US" sz="2800" b="1" dirty="0">
                <a:solidFill>
                  <a:srgbClr val="0000CC"/>
                </a:solidFill>
                <a:latin typeface="Arial" panose="020B0604020202020204" pitchFamily="34" charset="0"/>
              </a:rPr>
              <a:t>包：是</a:t>
            </a:r>
            <a:r>
              <a:rPr lang="en-US" altLang="zh-CN" sz="2800" b="1" dirty="0">
                <a:solidFill>
                  <a:srgbClr val="0000CC"/>
                </a:solidFill>
                <a:latin typeface="Arial" panose="020B0604020202020204" pitchFamily="34" charset="0"/>
              </a:rPr>
              <a:t>R</a:t>
            </a:r>
            <a:r>
              <a:rPr lang="zh-CN" altLang="en-US" sz="2800" b="1" dirty="0">
                <a:solidFill>
                  <a:srgbClr val="0000CC"/>
                </a:solidFill>
                <a:latin typeface="Arial" panose="020B0604020202020204" pitchFamily="34" charset="0"/>
              </a:rPr>
              <a:t>函数、数据、预编译代码以一种定义完善的格式组成的集合</a:t>
            </a:r>
            <a:endParaRPr lang="en-US" altLang="zh-CN" sz="2800" b="1" dirty="0">
              <a:solidFill>
                <a:srgbClr val="0000CC"/>
              </a:solidFill>
              <a:latin typeface="Arial" panose="020B0604020202020204" pitchFamily="34" charset="0"/>
            </a:endParaRPr>
          </a:p>
        </p:txBody>
      </p:sp>
      <p:sp>
        <p:nvSpPr>
          <p:cNvPr id="5" name="文本框 4">
            <a:extLst>
              <a:ext uri="{FF2B5EF4-FFF2-40B4-BE49-F238E27FC236}">
                <a16:creationId xmlns:a16="http://schemas.microsoft.com/office/drawing/2014/main" id="{1979D6A9-68D7-49F1-821F-53494D7D8E67}"/>
              </a:ext>
            </a:extLst>
          </p:cNvPr>
          <p:cNvSpPr txBox="1"/>
          <p:nvPr/>
        </p:nvSpPr>
        <p:spPr>
          <a:xfrm>
            <a:off x="1376645" y="2311547"/>
            <a:ext cx="4682066" cy="3046988"/>
          </a:xfrm>
          <a:prstGeom prst="rect">
            <a:avLst/>
          </a:prstGeom>
          <a:noFill/>
          <a:ln w="25400">
            <a:solidFill>
              <a:srgbClr val="0070C0"/>
            </a:solidFill>
          </a:ln>
        </p:spPr>
        <p:txBody>
          <a:bodyPr wrap="square">
            <a:spAutoFit/>
          </a:bodyPr>
          <a:lstStyle/>
          <a:p>
            <a:r>
              <a:rPr lang="en-US" altLang="zh-CN" sz="2400" dirty="0"/>
              <a:t># </a:t>
            </a:r>
            <a:r>
              <a:rPr lang="zh-CN" altLang="en-US" sz="2400" dirty="0"/>
              <a:t>安装包</a:t>
            </a:r>
          </a:p>
          <a:p>
            <a:r>
              <a:rPr lang="en-US" altLang="zh-CN" sz="2400" dirty="0" err="1"/>
              <a:t>install.packages</a:t>
            </a:r>
            <a:r>
              <a:rPr lang="en-US" altLang="zh-CN" sz="2400" dirty="0"/>
              <a:t>(‘</a:t>
            </a:r>
            <a:r>
              <a:rPr lang="zh-CN" altLang="en-US" sz="2400" dirty="0"/>
              <a:t>包名’</a:t>
            </a:r>
            <a:r>
              <a:rPr lang="en-US" altLang="zh-CN" sz="2400" dirty="0"/>
              <a:t>)</a:t>
            </a:r>
          </a:p>
          <a:p>
            <a:r>
              <a:rPr lang="en-US" altLang="zh-CN" sz="2400" dirty="0"/>
              <a:t> </a:t>
            </a:r>
          </a:p>
          <a:p>
            <a:r>
              <a:rPr lang="en-US" altLang="zh-CN" sz="2400" dirty="0"/>
              <a:t># </a:t>
            </a:r>
            <a:r>
              <a:rPr lang="zh-CN" altLang="en-US" sz="2400" dirty="0"/>
              <a:t>更新包</a:t>
            </a:r>
          </a:p>
          <a:p>
            <a:r>
              <a:rPr lang="en-US" altLang="zh-CN" sz="2400" dirty="0" err="1"/>
              <a:t>update.packages</a:t>
            </a:r>
            <a:r>
              <a:rPr lang="en-US" altLang="zh-CN" sz="2400" dirty="0"/>
              <a:t>(‘</a:t>
            </a:r>
            <a:r>
              <a:rPr lang="zh-CN" altLang="en-US" sz="2400" dirty="0"/>
              <a:t>包名’</a:t>
            </a:r>
            <a:r>
              <a:rPr lang="en-US" altLang="zh-CN" sz="2400" dirty="0"/>
              <a:t>)</a:t>
            </a:r>
          </a:p>
          <a:p>
            <a:r>
              <a:rPr lang="en-US" altLang="zh-CN" sz="2400" dirty="0"/>
              <a:t> </a:t>
            </a:r>
          </a:p>
          <a:p>
            <a:r>
              <a:rPr lang="en-US" altLang="zh-CN" sz="2400" dirty="0"/>
              <a:t># </a:t>
            </a:r>
            <a:r>
              <a:rPr lang="zh-CN" altLang="en-US" sz="2400" dirty="0"/>
              <a:t>查看包的描述</a:t>
            </a:r>
          </a:p>
          <a:p>
            <a:r>
              <a:rPr lang="en-US" altLang="zh-CN" sz="2400" dirty="0" err="1"/>
              <a:t>installed.packages</a:t>
            </a:r>
            <a:r>
              <a:rPr lang="en-US" altLang="zh-CN" sz="2400" dirty="0"/>
              <a:t>()</a:t>
            </a:r>
            <a:endParaRPr lang="zh-CN" altLang="en-US" sz="2400" dirty="0"/>
          </a:p>
        </p:txBody>
      </p:sp>
    </p:spTree>
    <p:extLst>
      <p:ext uri="{BB962C8B-B14F-4D97-AF65-F5344CB8AC3E}">
        <p14:creationId xmlns:p14="http://schemas.microsoft.com/office/powerpoint/2010/main" val="3831764108"/>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a:extLst>
              <a:ext uri="{FF2B5EF4-FFF2-40B4-BE49-F238E27FC236}">
                <a16:creationId xmlns:a16="http://schemas.microsoft.com/office/drawing/2014/main" id="{57355AA6-0364-4292-8108-E84632E6EDE2}"/>
              </a:ext>
            </a:extLst>
          </p:cNvPr>
          <p:cNvSpPr>
            <a:spLocks noGrp="1" noChangeArrowheads="1"/>
          </p:cNvSpPr>
          <p:nvPr>
            <p:ph type="title" idx="4294967295"/>
          </p:nvPr>
        </p:nvSpPr>
        <p:spPr>
          <a:xfrm>
            <a:off x="395288" y="115888"/>
            <a:ext cx="8243887" cy="725487"/>
          </a:xfrm>
        </p:spPr>
        <p:txBody>
          <a:bodyPr/>
          <a:lstStyle/>
          <a:p>
            <a:pPr eaLnBrk="1" hangingPunct="1">
              <a:defRPr/>
            </a:pPr>
            <a:r>
              <a:rPr lang="en-US" altLang="zh-CN" sz="3200" dirty="0">
                <a:effectLst>
                  <a:outerShdw blurRad="38100" dist="38100" dir="2700000" algn="tl">
                    <a:srgbClr val="C0C0C0"/>
                  </a:outerShdw>
                </a:effectLst>
              </a:rPr>
              <a:t>R</a:t>
            </a:r>
            <a:r>
              <a:rPr lang="zh-CN" altLang="en-US" sz="3200" dirty="0">
                <a:effectLst>
                  <a:outerShdw blurRad="38100" dist="38100" dir="2700000" algn="tl">
                    <a:srgbClr val="C0C0C0"/>
                  </a:outerShdw>
                </a:effectLst>
              </a:rPr>
              <a:t>语言环境配置</a:t>
            </a:r>
          </a:p>
        </p:txBody>
      </p:sp>
      <p:sp>
        <p:nvSpPr>
          <p:cNvPr id="35843" name="Text Box 4">
            <a:extLst>
              <a:ext uri="{FF2B5EF4-FFF2-40B4-BE49-F238E27FC236}">
                <a16:creationId xmlns:a16="http://schemas.microsoft.com/office/drawing/2014/main" id="{6FC86987-84E6-451F-81EB-011457CE06ED}"/>
              </a:ext>
            </a:extLst>
          </p:cNvPr>
          <p:cNvSpPr txBox="1">
            <a:spLocks noChangeArrowheads="1"/>
          </p:cNvSpPr>
          <p:nvPr/>
        </p:nvSpPr>
        <p:spPr bwMode="auto">
          <a:xfrm>
            <a:off x="0" y="1088740"/>
            <a:ext cx="9189005"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Font typeface="Arial" panose="020B0604020202020204" pitchFamily="34" charset="0"/>
              <a:buChar char="•"/>
              <a:defRPr sz="24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Font typeface="Arial" panose="020B0604020202020204" pitchFamily="34" charset="0"/>
              <a:buChar char="–"/>
              <a:defRPr>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Arial" panose="020B0604020202020204" pitchFamily="34" charset="0"/>
              <a:buChar char="•"/>
              <a:defRPr sz="16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Font typeface="Arial" panose="020B0604020202020204" pitchFamily="34" charset="0"/>
              <a:buChar char="–"/>
              <a:defRPr sz="14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Arial" panose="020B0604020202020204" pitchFamily="34" charset="0"/>
              <a:buChar char="»"/>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1400">
                <a:solidFill>
                  <a:schemeClr val="tx1"/>
                </a:solidFill>
                <a:latin typeface="Times New Roman" panose="02020603050405020304" pitchFamily="18" charset="0"/>
                <a:ea typeface="宋体" panose="02010600030101010101" pitchFamily="2" charset="-122"/>
              </a:defRPr>
            </a:lvl9pPr>
          </a:lstStyle>
          <a:p>
            <a:pPr marL="457200" indent="-457200" eaLnBrk="1" hangingPunct="1">
              <a:spcBef>
                <a:spcPct val="0"/>
              </a:spcBef>
            </a:pPr>
            <a:r>
              <a:rPr lang="zh-CN" altLang="en-US" sz="2800" b="1" dirty="0">
                <a:solidFill>
                  <a:srgbClr val="0000CC"/>
                </a:solidFill>
                <a:latin typeface="Arial" panose="020B0604020202020204" pitchFamily="34" charset="0"/>
              </a:rPr>
              <a:t>库（</a:t>
            </a:r>
            <a:r>
              <a:rPr lang="en-US" altLang="zh-CN" sz="2800" b="1" dirty="0">
                <a:solidFill>
                  <a:srgbClr val="0000CC"/>
                </a:solidFill>
                <a:latin typeface="Arial" panose="020B0604020202020204" pitchFamily="34" charset="0"/>
              </a:rPr>
              <a:t>library</a:t>
            </a:r>
            <a:r>
              <a:rPr lang="zh-CN" altLang="en-US" sz="2800" b="1" dirty="0">
                <a:solidFill>
                  <a:srgbClr val="0000CC"/>
                </a:solidFill>
                <a:latin typeface="Arial" panose="020B0604020202020204" pitchFamily="34" charset="0"/>
              </a:rPr>
              <a:t>）：存储包的目录</a:t>
            </a:r>
            <a:endParaRPr lang="en-US" altLang="zh-CN" sz="2800" b="1" dirty="0">
              <a:solidFill>
                <a:srgbClr val="0000CC"/>
              </a:solidFill>
              <a:latin typeface="Arial" panose="020B0604020202020204" pitchFamily="34" charset="0"/>
            </a:endParaRPr>
          </a:p>
        </p:txBody>
      </p:sp>
      <p:sp>
        <p:nvSpPr>
          <p:cNvPr id="5" name="文本框 4">
            <a:extLst>
              <a:ext uri="{FF2B5EF4-FFF2-40B4-BE49-F238E27FC236}">
                <a16:creationId xmlns:a16="http://schemas.microsoft.com/office/drawing/2014/main" id="{1979D6A9-68D7-49F1-821F-53494D7D8E67}"/>
              </a:ext>
            </a:extLst>
          </p:cNvPr>
          <p:cNvSpPr txBox="1"/>
          <p:nvPr/>
        </p:nvSpPr>
        <p:spPr>
          <a:xfrm>
            <a:off x="1421650" y="1877200"/>
            <a:ext cx="5760640" cy="4154984"/>
          </a:xfrm>
          <a:prstGeom prst="rect">
            <a:avLst/>
          </a:prstGeom>
          <a:noFill/>
          <a:ln w="25400">
            <a:solidFill>
              <a:srgbClr val="0070C0"/>
            </a:solidFill>
          </a:ln>
        </p:spPr>
        <p:txBody>
          <a:bodyPr wrap="square">
            <a:spAutoFit/>
          </a:bodyPr>
          <a:lstStyle/>
          <a:p>
            <a:r>
              <a:rPr lang="en-US" altLang="zh-CN" sz="2400" dirty="0"/>
              <a:t># </a:t>
            </a:r>
            <a:r>
              <a:rPr lang="zh-CN" altLang="en-US" sz="2400" dirty="0"/>
              <a:t>显示库所在位置</a:t>
            </a:r>
          </a:p>
          <a:p>
            <a:r>
              <a:rPr lang="en-US" altLang="zh-CN" sz="2400" dirty="0"/>
              <a:t>.</a:t>
            </a:r>
            <a:r>
              <a:rPr lang="en-US" altLang="zh-CN" sz="2400" dirty="0" err="1"/>
              <a:t>libPaths</a:t>
            </a:r>
            <a:r>
              <a:rPr lang="en-US" altLang="zh-CN" sz="2400" dirty="0"/>
              <a:t>()</a:t>
            </a:r>
          </a:p>
          <a:p>
            <a:r>
              <a:rPr lang="en-US" altLang="zh-CN" sz="2400" dirty="0"/>
              <a:t> </a:t>
            </a:r>
          </a:p>
          <a:p>
            <a:r>
              <a:rPr lang="en-US" altLang="zh-CN" sz="2400" dirty="0"/>
              <a:t># </a:t>
            </a:r>
            <a:r>
              <a:rPr lang="zh-CN" altLang="en-US" sz="2400" dirty="0"/>
              <a:t>显示库中的包</a:t>
            </a:r>
          </a:p>
          <a:p>
            <a:r>
              <a:rPr lang="en-US" altLang="zh-CN" sz="2400" dirty="0"/>
              <a:t>library()</a:t>
            </a:r>
          </a:p>
          <a:p>
            <a:r>
              <a:rPr lang="en-US" altLang="zh-CN" sz="2400" dirty="0"/>
              <a:t> </a:t>
            </a:r>
          </a:p>
          <a:p>
            <a:r>
              <a:rPr lang="en-US" altLang="zh-CN" sz="2400" dirty="0"/>
              <a:t># </a:t>
            </a:r>
            <a:r>
              <a:rPr lang="zh-CN" altLang="en-US" sz="2400" dirty="0"/>
              <a:t>载入包</a:t>
            </a:r>
          </a:p>
          <a:p>
            <a:r>
              <a:rPr lang="en-US" altLang="zh-CN" sz="2400" dirty="0"/>
              <a:t>library(‘</a:t>
            </a:r>
            <a:r>
              <a:rPr lang="zh-CN" altLang="en-US" sz="2400" dirty="0"/>
              <a:t>包名’</a:t>
            </a:r>
            <a:r>
              <a:rPr lang="en-US" altLang="zh-CN" sz="2400" dirty="0"/>
              <a:t>)</a:t>
            </a:r>
          </a:p>
          <a:p>
            <a:r>
              <a:rPr lang="en-US" altLang="zh-CN" sz="2400" dirty="0"/>
              <a:t> </a:t>
            </a:r>
          </a:p>
          <a:p>
            <a:r>
              <a:rPr lang="en-US" altLang="zh-CN" sz="2400" dirty="0"/>
              <a:t># </a:t>
            </a:r>
            <a:r>
              <a:rPr lang="zh-CN" altLang="en-US" sz="2400" dirty="0"/>
              <a:t>查询包的使用</a:t>
            </a:r>
          </a:p>
          <a:p>
            <a:r>
              <a:rPr lang="en-US" altLang="zh-CN" sz="2400" dirty="0"/>
              <a:t>help(package=’</a:t>
            </a:r>
            <a:r>
              <a:rPr lang="zh-CN" altLang="en-US" sz="2400" dirty="0"/>
              <a:t>包名’</a:t>
            </a:r>
            <a:r>
              <a:rPr lang="en-US" altLang="zh-CN" sz="2400" dirty="0"/>
              <a:t>)</a:t>
            </a:r>
            <a:endParaRPr lang="zh-CN" altLang="en-US" sz="2400" dirty="0"/>
          </a:p>
        </p:txBody>
      </p:sp>
    </p:spTree>
    <p:extLst>
      <p:ext uri="{BB962C8B-B14F-4D97-AF65-F5344CB8AC3E}">
        <p14:creationId xmlns:p14="http://schemas.microsoft.com/office/powerpoint/2010/main" val="285269313"/>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a:extLst>
              <a:ext uri="{FF2B5EF4-FFF2-40B4-BE49-F238E27FC236}">
                <a16:creationId xmlns:a16="http://schemas.microsoft.com/office/drawing/2014/main" id="{57355AA6-0364-4292-8108-E84632E6EDE2}"/>
              </a:ext>
            </a:extLst>
          </p:cNvPr>
          <p:cNvSpPr>
            <a:spLocks noGrp="1" noChangeArrowheads="1"/>
          </p:cNvSpPr>
          <p:nvPr>
            <p:ph type="title" idx="4294967295"/>
          </p:nvPr>
        </p:nvSpPr>
        <p:spPr>
          <a:xfrm>
            <a:off x="395288" y="115888"/>
            <a:ext cx="8243887" cy="725487"/>
          </a:xfrm>
        </p:spPr>
        <p:txBody>
          <a:bodyPr/>
          <a:lstStyle/>
          <a:p>
            <a:pPr eaLnBrk="1" hangingPunct="1">
              <a:defRPr/>
            </a:pPr>
            <a:r>
              <a:rPr lang="en-US" altLang="zh-CN" sz="3200" dirty="0">
                <a:effectLst>
                  <a:outerShdw blurRad="38100" dist="38100" dir="2700000" algn="tl">
                    <a:srgbClr val="C0C0C0"/>
                  </a:outerShdw>
                </a:effectLst>
              </a:rPr>
              <a:t>R</a:t>
            </a:r>
            <a:r>
              <a:rPr lang="zh-CN" altLang="en-US" sz="3200" dirty="0">
                <a:effectLst>
                  <a:outerShdw blurRad="38100" dist="38100" dir="2700000" algn="tl">
                    <a:srgbClr val="C0C0C0"/>
                  </a:outerShdw>
                </a:effectLst>
              </a:rPr>
              <a:t>语言环境配置</a:t>
            </a:r>
          </a:p>
        </p:txBody>
      </p:sp>
      <p:sp>
        <p:nvSpPr>
          <p:cNvPr id="35843" name="Text Box 4">
            <a:extLst>
              <a:ext uri="{FF2B5EF4-FFF2-40B4-BE49-F238E27FC236}">
                <a16:creationId xmlns:a16="http://schemas.microsoft.com/office/drawing/2014/main" id="{6FC86987-84E6-451F-81EB-011457CE06ED}"/>
              </a:ext>
            </a:extLst>
          </p:cNvPr>
          <p:cNvSpPr txBox="1">
            <a:spLocks noChangeArrowheads="1"/>
          </p:cNvSpPr>
          <p:nvPr/>
        </p:nvSpPr>
        <p:spPr bwMode="auto">
          <a:xfrm>
            <a:off x="0" y="1088740"/>
            <a:ext cx="9189005"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Font typeface="Arial" panose="020B0604020202020204" pitchFamily="34" charset="0"/>
              <a:buChar char="•"/>
              <a:defRPr sz="24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Font typeface="Arial" panose="020B0604020202020204" pitchFamily="34" charset="0"/>
              <a:buChar char="–"/>
              <a:defRPr>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Arial" panose="020B0604020202020204" pitchFamily="34" charset="0"/>
              <a:buChar char="•"/>
              <a:defRPr sz="16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Font typeface="Arial" panose="020B0604020202020204" pitchFamily="34" charset="0"/>
              <a:buChar char="–"/>
              <a:defRPr sz="14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Arial" panose="020B0604020202020204" pitchFamily="34" charset="0"/>
              <a:buChar char="»"/>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1400">
                <a:solidFill>
                  <a:schemeClr val="tx1"/>
                </a:solidFill>
                <a:latin typeface="Times New Roman" panose="02020603050405020304" pitchFamily="18" charset="0"/>
                <a:ea typeface="宋体" panose="02010600030101010101" pitchFamily="2" charset="-122"/>
              </a:defRPr>
            </a:lvl9pPr>
          </a:lstStyle>
          <a:p>
            <a:pPr marL="457200" indent="-457200" eaLnBrk="1" hangingPunct="1">
              <a:spcBef>
                <a:spcPct val="0"/>
              </a:spcBef>
            </a:pPr>
            <a:r>
              <a:rPr lang="en-US" altLang="zh-CN" sz="2800" b="1" dirty="0">
                <a:solidFill>
                  <a:srgbClr val="0000CC"/>
                </a:solidFill>
                <a:latin typeface="Arial" panose="020B0604020202020204" pitchFamily="34" charset="0"/>
              </a:rPr>
              <a:t>help</a:t>
            </a:r>
          </a:p>
        </p:txBody>
      </p:sp>
      <p:sp>
        <p:nvSpPr>
          <p:cNvPr id="5" name="文本框 4">
            <a:extLst>
              <a:ext uri="{FF2B5EF4-FFF2-40B4-BE49-F238E27FC236}">
                <a16:creationId xmlns:a16="http://schemas.microsoft.com/office/drawing/2014/main" id="{1979D6A9-68D7-49F1-821F-53494D7D8E67}"/>
              </a:ext>
            </a:extLst>
          </p:cNvPr>
          <p:cNvSpPr txBox="1"/>
          <p:nvPr/>
        </p:nvSpPr>
        <p:spPr>
          <a:xfrm>
            <a:off x="2816805" y="1088740"/>
            <a:ext cx="5445605" cy="5016758"/>
          </a:xfrm>
          <a:prstGeom prst="rect">
            <a:avLst/>
          </a:prstGeom>
          <a:noFill/>
          <a:ln w="25400">
            <a:solidFill>
              <a:srgbClr val="0070C0"/>
            </a:solidFill>
          </a:ln>
        </p:spPr>
        <p:txBody>
          <a:bodyPr wrap="square">
            <a:spAutoFit/>
          </a:bodyPr>
          <a:lstStyle/>
          <a:p>
            <a:r>
              <a:rPr lang="en-US" altLang="zh-CN" sz="2000" dirty="0"/>
              <a:t># </a:t>
            </a:r>
            <a:r>
              <a:rPr lang="zh-CN" altLang="en-US" sz="2000" dirty="0"/>
              <a:t>打开帮助文档</a:t>
            </a:r>
          </a:p>
          <a:p>
            <a:r>
              <a:rPr lang="en-US" altLang="zh-CN" sz="2000" dirty="0" err="1"/>
              <a:t>help.start</a:t>
            </a:r>
            <a:r>
              <a:rPr lang="en-US" altLang="zh-CN" sz="2000" dirty="0"/>
              <a:t>()</a:t>
            </a:r>
          </a:p>
          <a:p>
            <a:r>
              <a:rPr lang="en-US" altLang="zh-CN" sz="2000" dirty="0"/>
              <a:t> </a:t>
            </a:r>
          </a:p>
          <a:p>
            <a:r>
              <a:rPr lang="en-US" altLang="zh-CN" sz="2000" dirty="0"/>
              <a:t># </a:t>
            </a:r>
            <a:r>
              <a:rPr lang="zh-CN" altLang="en-US" sz="2000" dirty="0"/>
              <a:t>安装</a:t>
            </a:r>
            <a:r>
              <a:rPr lang="en-US" altLang="zh-CN" sz="2000" dirty="0" err="1"/>
              <a:t>vcd</a:t>
            </a:r>
            <a:r>
              <a:rPr lang="zh-CN" altLang="en-US" sz="2000" dirty="0"/>
              <a:t>包 </a:t>
            </a:r>
            <a:r>
              <a:rPr lang="en-US" altLang="zh-CN" sz="2000" dirty="0"/>
              <a:t>--&gt;  </a:t>
            </a:r>
            <a:r>
              <a:rPr lang="zh-CN" altLang="en-US" sz="2000" dirty="0"/>
              <a:t>数据可视化</a:t>
            </a:r>
          </a:p>
          <a:p>
            <a:r>
              <a:rPr lang="en-US" altLang="zh-CN" sz="2000" dirty="0" err="1"/>
              <a:t>install.packages</a:t>
            </a:r>
            <a:r>
              <a:rPr lang="en-US" altLang="zh-CN" sz="2000" dirty="0"/>
              <a:t>('</a:t>
            </a:r>
            <a:r>
              <a:rPr lang="en-US" altLang="zh-CN" sz="2000" dirty="0" err="1"/>
              <a:t>vcd</a:t>
            </a:r>
            <a:r>
              <a:rPr lang="en-US" altLang="zh-CN" sz="2000" dirty="0"/>
              <a:t>')</a:t>
            </a:r>
          </a:p>
          <a:p>
            <a:r>
              <a:rPr lang="en-US" altLang="zh-CN" sz="2000" dirty="0"/>
              <a:t> </a:t>
            </a:r>
          </a:p>
          <a:p>
            <a:r>
              <a:rPr lang="en-US" altLang="zh-CN" sz="2000" dirty="0"/>
              <a:t># </a:t>
            </a:r>
            <a:r>
              <a:rPr lang="zh-CN" altLang="en-US" sz="2000" dirty="0"/>
              <a:t>列出包所用函数及相应数据集</a:t>
            </a:r>
          </a:p>
          <a:p>
            <a:r>
              <a:rPr lang="en-US" altLang="zh-CN" sz="2000" dirty="0" err="1"/>
              <a:t>help.packages</a:t>
            </a:r>
            <a:r>
              <a:rPr lang="en-US" altLang="zh-CN" sz="2000" dirty="0"/>
              <a:t>('</a:t>
            </a:r>
            <a:r>
              <a:rPr lang="en-US" altLang="zh-CN" sz="2000" dirty="0" err="1"/>
              <a:t>vcd</a:t>
            </a:r>
            <a:r>
              <a:rPr lang="en-US" altLang="zh-CN" sz="2000" dirty="0"/>
              <a:t>')</a:t>
            </a:r>
          </a:p>
          <a:p>
            <a:r>
              <a:rPr lang="en-US" altLang="zh-CN" sz="2000" dirty="0"/>
              <a:t> </a:t>
            </a:r>
          </a:p>
          <a:p>
            <a:r>
              <a:rPr lang="en-US" altLang="zh-CN" sz="2000" dirty="0"/>
              <a:t># </a:t>
            </a:r>
            <a:r>
              <a:rPr lang="zh-CN" altLang="en-US" sz="2000" dirty="0"/>
              <a:t>载入包并读取数据集</a:t>
            </a:r>
          </a:p>
          <a:p>
            <a:r>
              <a:rPr lang="en-US" altLang="zh-CN" sz="2000" dirty="0"/>
              <a:t>library(</a:t>
            </a:r>
            <a:r>
              <a:rPr lang="en-US" altLang="zh-CN" sz="2000" dirty="0" err="1"/>
              <a:t>vcd</a:t>
            </a:r>
            <a:r>
              <a:rPr lang="en-US" altLang="zh-CN" sz="2000" dirty="0"/>
              <a:t>)</a:t>
            </a:r>
          </a:p>
          <a:p>
            <a:r>
              <a:rPr lang="en-US" altLang="zh-CN" sz="2000" dirty="0"/>
              <a:t> </a:t>
            </a:r>
          </a:p>
          <a:p>
            <a:r>
              <a:rPr lang="en-US" altLang="zh-CN" sz="2000" dirty="0"/>
              <a:t># </a:t>
            </a:r>
            <a:r>
              <a:rPr lang="zh-CN" altLang="en-US" sz="2000" dirty="0"/>
              <a:t>列出数据集内容</a:t>
            </a:r>
          </a:p>
          <a:p>
            <a:r>
              <a:rPr lang="en-US" altLang="zh-CN" sz="2000" dirty="0"/>
              <a:t>help(Arthritis)</a:t>
            </a:r>
          </a:p>
          <a:p>
            <a:r>
              <a:rPr lang="en-US" altLang="zh-CN" sz="2000" dirty="0"/>
              <a:t>print(Arthritis)</a:t>
            </a:r>
          </a:p>
          <a:p>
            <a:r>
              <a:rPr lang="en-US" altLang="zh-CN" sz="2000" dirty="0"/>
              <a:t>example(Arthritis)</a:t>
            </a:r>
            <a:endParaRPr lang="zh-CN" altLang="en-US" sz="2000" dirty="0"/>
          </a:p>
        </p:txBody>
      </p:sp>
    </p:spTree>
    <p:extLst>
      <p:ext uri="{BB962C8B-B14F-4D97-AF65-F5344CB8AC3E}">
        <p14:creationId xmlns:p14="http://schemas.microsoft.com/office/powerpoint/2010/main" val="1761605541"/>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a:extLst>
              <a:ext uri="{FF2B5EF4-FFF2-40B4-BE49-F238E27FC236}">
                <a16:creationId xmlns:a16="http://schemas.microsoft.com/office/drawing/2014/main" id="{57355AA6-0364-4292-8108-E84632E6EDE2}"/>
              </a:ext>
            </a:extLst>
          </p:cNvPr>
          <p:cNvSpPr>
            <a:spLocks noGrp="1" noChangeArrowheads="1"/>
          </p:cNvSpPr>
          <p:nvPr>
            <p:ph type="title" idx="4294967295"/>
          </p:nvPr>
        </p:nvSpPr>
        <p:spPr>
          <a:xfrm>
            <a:off x="395288" y="115888"/>
            <a:ext cx="8243887" cy="725487"/>
          </a:xfrm>
        </p:spPr>
        <p:txBody>
          <a:bodyPr/>
          <a:lstStyle/>
          <a:p>
            <a:pPr eaLnBrk="1" hangingPunct="1">
              <a:defRPr/>
            </a:pPr>
            <a:r>
              <a:rPr lang="en-US" altLang="zh-CN" sz="3200" dirty="0">
                <a:effectLst>
                  <a:outerShdw blurRad="38100" dist="38100" dir="2700000" algn="tl">
                    <a:srgbClr val="C0C0C0"/>
                  </a:outerShdw>
                </a:effectLst>
              </a:rPr>
              <a:t>R</a:t>
            </a:r>
            <a:r>
              <a:rPr lang="zh-CN" altLang="en-US" sz="3200" dirty="0">
                <a:effectLst>
                  <a:outerShdw blurRad="38100" dist="38100" dir="2700000" algn="tl">
                    <a:srgbClr val="C0C0C0"/>
                  </a:outerShdw>
                </a:effectLst>
              </a:rPr>
              <a:t>语言</a:t>
            </a:r>
            <a:r>
              <a:rPr lang="en-US" altLang="zh-CN" sz="3200" dirty="0">
                <a:effectLst>
                  <a:outerShdw blurRad="38100" dist="38100" dir="2700000" algn="tl">
                    <a:srgbClr val="C0C0C0"/>
                  </a:outerShdw>
                </a:effectLst>
              </a:rPr>
              <a:t>-</a:t>
            </a:r>
            <a:r>
              <a:rPr lang="zh-CN" altLang="en-US" sz="3200" dirty="0">
                <a:effectLst>
                  <a:outerShdw blurRad="38100" dist="38100" dir="2700000" algn="tl">
                    <a:srgbClr val="C0C0C0"/>
                  </a:outerShdw>
                </a:effectLst>
              </a:rPr>
              <a:t>简单线性回归图</a:t>
            </a:r>
          </a:p>
        </p:txBody>
      </p:sp>
      <p:sp>
        <p:nvSpPr>
          <p:cNvPr id="35843" name="Text Box 4">
            <a:extLst>
              <a:ext uri="{FF2B5EF4-FFF2-40B4-BE49-F238E27FC236}">
                <a16:creationId xmlns:a16="http://schemas.microsoft.com/office/drawing/2014/main" id="{6FC86987-84E6-451F-81EB-011457CE06ED}"/>
              </a:ext>
            </a:extLst>
          </p:cNvPr>
          <p:cNvSpPr txBox="1">
            <a:spLocks noChangeArrowheads="1"/>
          </p:cNvSpPr>
          <p:nvPr/>
        </p:nvSpPr>
        <p:spPr bwMode="auto">
          <a:xfrm>
            <a:off x="0" y="1088740"/>
            <a:ext cx="9189005"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Font typeface="Arial" panose="020B0604020202020204" pitchFamily="34" charset="0"/>
              <a:buChar char="•"/>
              <a:defRPr sz="24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Font typeface="Arial" panose="020B0604020202020204" pitchFamily="34" charset="0"/>
              <a:buChar char="–"/>
              <a:defRPr>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Arial" panose="020B0604020202020204" pitchFamily="34" charset="0"/>
              <a:buChar char="•"/>
              <a:defRPr sz="16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Font typeface="Arial" panose="020B0604020202020204" pitchFamily="34" charset="0"/>
              <a:buChar char="–"/>
              <a:defRPr sz="14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Arial" panose="020B0604020202020204" pitchFamily="34" charset="0"/>
              <a:buChar char="»"/>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1400">
                <a:solidFill>
                  <a:schemeClr val="tx1"/>
                </a:solidFill>
                <a:latin typeface="Times New Roman" panose="02020603050405020304" pitchFamily="18" charset="0"/>
                <a:ea typeface="宋体" panose="02010600030101010101" pitchFamily="2" charset="-122"/>
              </a:defRPr>
            </a:lvl9pPr>
          </a:lstStyle>
          <a:p>
            <a:pPr marL="457200" indent="-457200" eaLnBrk="1" hangingPunct="1">
              <a:spcBef>
                <a:spcPct val="0"/>
              </a:spcBef>
            </a:pPr>
            <a:r>
              <a:rPr lang="zh-CN" altLang="en-US" sz="2800" b="1" dirty="0">
                <a:solidFill>
                  <a:srgbClr val="0000CC"/>
                </a:solidFill>
                <a:latin typeface="Arial" panose="020B0604020202020204" pitchFamily="34" charset="0"/>
              </a:rPr>
              <a:t>目标：利用</a:t>
            </a:r>
            <a:r>
              <a:rPr lang="en-US" altLang="zh-CN" sz="2800" b="1" dirty="0">
                <a:solidFill>
                  <a:srgbClr val="0000CC"/>
                </a:solidFill>
                <a:latin typeface="Arial" panose="020B0604020202020204" pitchFamily="34" charset="0"/>
              </a:rPr>
              <a:t>R</a:t>
            </a:r>
            <a:r>
              <a:rPr lang="zh-CN" altLang="en-US" sz="2800" b="1" dirty="0">
                <a:solidFill>
                  <a:srgbClr val="0000CC"/>
                </a:solidFill>
                <a:latin typeface="Arial" panose="020B0604020202020204" pitchFamily="34" charset="0"/>
              </a:rPr>
              <a:t>语言统计描绘</a:t>
            </a:r>
            <a:r>
              <a:rPr lang="en-US" altLang="zh-CN" sz="2800" b="1" dirty="0">
                <a:solidFill>
                  <a:srgbClr val="0000CC"/>
                </a:solidFill>
                <a:latin typeface="Arial" panose="020B0604020202020204" pitchFamily="34" charset="0"/>
              </a:rPr>
              <a:t>50</a:t>
            </a:r>
            <a:r>
              <a:rPr lang="zh-CN" altLang="en-US" sz="2800" b="1" dirty="0">
                <a:solidFill>
                  <a:srgbClr val="0000CC"/>
                </a:solidFill>
                <a:latin typeface="Arial" panose="020B0604020202020204" pitchFamily="34" charset="0"/>
              </a:rPr>
              <a:t>组实验对比结果</a:t>
            </a:r>
            <a:endParaRPr lang="en-US" altLang="zh-CN" sz="2800" b="1" dirty="0">
              <a:solidFill>
                <a:srgbClr val="0000CC"/>
              </a:solidFill>
              <a:latin typeface="Arial" panose="020B0604020202020204" pitchFamily="34" charset="0"/>
            </a:endParaRPr>
          </a:p>
        </p:txBody>
      </p:sp>
      <p:pic>
        <p:nvPicPr>
          <p:cNvPr id="2" name="图片 1">
            <a:extLst>
              <a:ext uri="{FF2B5EF4-FFF2-40B4-BE49-F238E27FC236}">
                <a16:creationId xmlns:a16="http://schemas.microsoft.com/office/drawing/2014/main" id="{B879C77E-F57E-4633-A568-935465663A92}"/>
              </a:ext>
            </a:extLst>
          </p:cNvPr>
          <p:cNvPicPr>
            <a:picLocks noChangeAspect="1"/>
          </p:cNvPicPr>
          <p:nvPr/>
        </p:nvPicPr>
        <p:blipFill>
          <a:blip r:embed="rId2"/>
          <a:stretch>
            <a:fillRect/>
          </a:stretch>
        </p:blipFill>
        <p:spPr>
          <a:xfrm>
            <a:off x="2141731" y="2033846"/>
            <a:ext cx="3091146" cy="3420380"/>
          </a:xfrm>
          <a:prstGeom prst="rect">
            <a:avLst/>
          </a:prstGeom>
        </p:spPr>
      </p:pic>
    </p:spTree>
    <p:extLst>
      <p:ext uri="{BB962C8B-B14F-4D97-AF65-F5344CB8AC3E}">
        <p14:creationId xmlns:p14="http://schemas.microsoft.com/office/powerpoint/2010/main" val="4102471318"/>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a:extLst>
              <a:ext uri="{FF2B5EF4-FFF2-40B4-BE49-F238E27FC236}">
                <a16:creationId xmlns:a16="http://schemas.microsoft.com/office/drawing/2014/main" id="{57355AA6-0364-4292-8108-E84632E6EDE2}"/>
              </a:ext>
            </a:extLst>
          </p:cNvPr>
          <p:cNvSpPr>
            <a:spLocks noGrp="1" noChangeArrowheads="1"/>
          </p:cNvSpPr>
          <p:nvPr>
            <p:ph type="title" idx="4294967295"/>
          </p:nvPr>
        </p:nvSpPr>
        <p:spPr>
          <a:xfrm>
            <a:off x="395288" y="115888"/>
            <a:ext cx="8243887" cy="725487"/>
          </a:xfrm>
        </p:spPr>
        <p:txBody>
          <a:bodyPr/>
          <a:lstStyle/>
          <a:p>
            <a:pPr eaLnBrk="1" hangingPunct="1">
              <a:defRPr/>
            </a:pPr>
            <a:r>
              <a:rPr lang="en-US" altLang="zh-CN" sz="3200" dirty="0">
                <a:effectLst>
                  <a:outerShdw blurRad="38100" dist="38100" dir="2700000" algn="tl">
                    <a:srgbClr val="C0C0C0"/>
                  </a:outerShdw>
                </a:effectLst>
              </a:rPr>
              <a:t>R</a:t>
            </a:r>
            <a:r>
              <a:rPr lang="zh-CN" altLang="en-US" sz="3200" dirty="0">
                <a:effectLst>
                  <a:outerShdw blurRad="38100" dist="38100" dir="2700000" algn="tl">
                    <a:srgbClr val="C0C0C0"/>
                  </a:outerShdw>
                </a:effectLst>
              </a:rPr>
              <a:t>语言</a:t>
            </a:r>
            <a:r>
              <a:rPr lang="en-US" altLang="zh-CN" sz="3200" dirty="0">
                <a:effectLst>
                  <a:outerShdw blurRad="38100" dist="38100" dir="2700000" algn="tl">
                    <a:srgbClr val="C0C0C0"/>
                  </a:outerShdw>
                </a:effectLst>
              </a:rPr>
              <a:t>-</a:t>
            </a:r>
            <a:r>
              <a:rPr lang="zh-CN" altLang="en-US" sz="3200" dirty="0">
                <a:effectLst>
                  <a:outerShdw blurRad="38100" dist="38100" dir="2700000" algn="tl">
                    <a:srgbClr val="C0C0C0"/>
                  </a:outerShdw>
                </a:effectLst>
              </a:rPr>
              <a:t>简单线性回归图</a:t>
            </a:r>
          </a:p>
        </p:txBody>
      </p:sp>
      <p:sp>
        <p:nvSpPr>
          <p:cNvPr id="35843" name="Text Box 4">
            <a:extLst>
              <a:ext uri="{FF2B5EF4-FFF2-40B4-BE49-F238E27FC236}">
                <a16:creationId xmlns:a16="http://schemas.microsoft.com/office/drawing/2014/main" id="{6FC86987-84E6-451F-81EB-011457CE06ED}"/>
              </a:ext>
            </a:extLst>
          </p:cNvPr>
          <p:cNvSpPr txBox="1">
            <a:spLocks noChangeArrowheads="1"/>
          </p:cNvSpPr>
          <p:nvPr/>
        </p:nvSpPr>
        <p:spPr bwMode="auto">
          <a:xfrm>
            <a:off x="0" y="1088740"/>
            <a:ext cx="9189005"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Font typeface="Arial" panose="020B0604020202020204" pitchFamily="34" charset="0"/>
              <a:buChar char="•"/>
              <a:defRPr sz="24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Font typeface="Arial" panose="020B0604020202020204" pitchFamily="34" charset="0"/>
              <a:buChar char="–"/>
              <a:defRPr>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Arial" panose="020B0604020202020204" pitchFamily="34" charset="0"/>
              <a:buChar char="•"/>
              <a:defRPr sz="16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Font typeface="Arial" panose="020B0604020202020204" pitchFamily="34" charset="0"/>
              <a:buChar char="–"/>
              <a:defRPr sz="14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Arial" panose="020B0604020202020204" pitchFamily="34" charset="0"/>
              <a:buChar char="»"/>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1400">
                <a:solidFill>
                  <a:schemeClr val="tx1"/>
                </a:solidFill>
                <a:latin typeface="Times New Roman" panose="02020603050405020304" pitchFamily="18" charset="0"/>
                <a:ea typeface="宋体" panose="02010600030101010101" pitchFamily="2" charset="-122"/>
              </a:defRPr>
            </a:lvl9pPr>
          </a:lstStyle>
          <a:p>
            <a:pPr marL="457200" indent="-457200" eaLnBrk="1" hangingPunct="1">
              <a:spcBef>
                <a:spcPct val="0"/>
              </a:spcBef>
            </a:pPr>
            <a:r>
              <a:rPr lang="zh-CN" altLang="en-US" sz="2800" b="1" dirty="0">
                <a:solidFill>
                  <a:srgbClr val="0000CC"/>
                </a:solidFill>
                <a:latin typeface="Arial" panose="020B0604020202020204" pitchFamily="34" charset="0"/>
              </a:rPr>
              <a:t>第一步：导入</a:t>
            </a:r>
            <a:r>
              <a:rPr lang="en-US" altLang="zh-CN" sz="2800" b="1" dirty="0">
                <a:solidFill>
                  <a:srgbClr val="0000CC"/>
                </a:solidFill>
                <a:latin typeface="Arial" panose="020B0604020202020204" pitchFamily="34" charset="0"/>
              </a:rPr>
              <a:t>.csv</a:t>
            </a:r>
            <a:r>
              <a:rPr lang="zh-CN" altLang="en-US" sz="2800" b="1" dirty="0">
                <a:solidFill>
                  <a:srgbClr val="0000CC"/>
                </a:solidFill>
                <a:latin typeface="Arial" panose="020B0604020202020204" pitchFamily="34" charset="0"/>
              </a:rPr>
              <a:t>文件</a:t>
            </a:r>
            <a:endParaRPr lang="en-US" altLang="zh-CN" sz="2800" b="1" dirty="0">
              <a:solidFill>
                <a:srgbClr val="0000CC"/>
              </a:solidFill>
              <a:latin typeface="Arial" panose="020B0604020202020204" pitchFamily="34" charset="0"/>
            </a:endParaRPr>
          </a:p>
        </p:txBody>
      </p:sp>
      <p:sp>
        <p:nvSpPr>
          <p:cNvPr id="6" name="文本框 5">
            <a:extLst>
              <a:ext uri="{FF2B5EF4-FFF2-40B4-BE49-F238E27FC236}">
                <a16:creationId xmlns:a16="http://schemas.microsoft.com/office/drawing/2014/main" id="{483D581D-A1B9-4321-AAB5-A40C9DD91CA4}"/>
              </a:ext>
            </a:extLst>
          </p:cNvPr>
          <p:cNvSpPr txBox="1"/>
          <p:nvPr/>
        </p:nvSpPr>
        <p:spPr>
          <a:xfrm>
            <a:off x="865301" y="1859325"/>
            <a:ext cx="7777112" cy="954107"/>
          </a:xfrm>
          <a:prstGeom prst="rect">
            <a:avLst/>
          </a:prstGeom>
          <a:noFill/>
          <a:ln w="25400">
            <a:solidFill>
              <a:srgbClr val="0070C0"/>
            </a:solidFill>
          </a:ln>
        </p:spPr>
        <p:txBody>
          <a:bodyPr wrap="square">
            <a:spAutoFit/>
          </a:bodyPr>
          <a:lstStyle/>
          <a:p>
            <a:r>
              <a:rPr lang="en-US" altLang="zh-CN" sz="2800" dirty="0"/>
              <a:t>X &lt;- </a:t>
            </a:r>
            <a:r>
              <a:rPr lang="en-US" altLang="zh-CN" sz="2800" dirty="0" err="1"/>
              <a:t>read.table</a:t>
            </a:r>
            <a:r>
              <a:rPr lang="en-US" altLang="zh-CN" sz="2800" dirty="0"/>
              <a:t>("D:abc11.csv",header = TRUE, </a:t>
            </a:r>
            <a:r>
              <a:rPr lang="en-US" altLang="zh-CN" sz="2800" dirty="0" err="1"/>
              <a:t>sep</a:t>
            </a:r>
            <a:r>
              <a:rPr lang="en-US" altLang="zh-CN" sz="2800" dirty="0"/>
              <a:t> = ",")</a:t>
            </a:r>
            <a:endParaRPr lang="zh-CN" altLang="en-US" sz="2800" dirty="0"/>
          </a:p>
        </p:txBody>
      </p:sp>
      <p:sp>
        <p:nvSpPr>
          <p:cNvPr id="7" name="Text Box 4">
            <a:extLst>
              <a:ext uri="{FF2B5EF4-FFF2-40B4-BE49-F238E27FC236}">
                <a16:creationId xmlns:a16="http://schemas.microsoft.com/office/drawing/2014/main" id="{8F3218A0-E73A-4689-AE97-AE9963473E17}"/>
              </a:ext>
            </a:extLst>
          </p:cNvPr>
          <p:cNvSpPr txBox="1">
            <a:spLocks noChangeArrowheads="1"/>
          </p:cNvSpPr>
          <p:nvPr/>
        </p:nvSpPr>
        <p:spPr bwMode="auto">
          <a:xfrm>
            <a:off x="-45005" y="3167390"/>
            <a:ext cx="9189005"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Font typeface="Arial" panose="020B0604020202020204" pitchFamily="34" charset="0"/>
              <a:buChar char="•"/>
              <a:defRPr sz="24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Font typeface="Arial" panose="020B0604020202020204" pitchFamily="34" charset="0"/>
              <a:buChar char="–"/>
              <a:defRPr>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Arial" panose="020B0604020202020204" pitchFamily="34" charset="0"/>
              <a:buChar char="•"/>
              <a:defRPr sz="16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Font typeface="Arial" panose="020B0604020202020204" pitchFamily="34" charset="0"/>
              <a:buChar char="–"/>
              <a:defRPr sz="14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Arial" panose="020B0604020202020204" pitchFamily="34" charset="0"/>
              <a:buChar char="»"/>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1400">
                <a:solidFill>
                  <a:schemeClr val="tx1"/>
                </a:solidFill>
                <a:latin typeface="Times New Roman" panose="02020603050405020304" pitchFamily="18" charset="0"/>
                <a:ea typeface="宋体" panose="02010600030101010101" pitchFamily="2" charset="-122"/>
              </a:defRPr>
            </a:lvl9pPr>
          </a:lstStyle>
          <a:p>
            <a:pPr marL="457200" indent="-457200" eaLnBrk="1" hangingPunct="1">
              <a:spcBef>
                <a:spcPct val="0"/>
              </a:spcBef>
            </a:pPr>
            <a:r>
              <a:rPr lang="zh-CN" altLang="en-US" sz="2800" b="1" dirty="0">
                <a:solidFill>
                  <a:srgbClr val="0000CC"/>
                </a:solidFill>
                <a:latin typeface="Arial" panose="020B0604020202020204" pitchFamily="34" charset="0"/>
              </a:rPr>
              <a:t>第二步：绘图</a:t>
            </a:r>
            <a:endParaRPr lang="en-US" altLang="zh-CN" sz="2800" b="1" dirty="0">
              <a:solidFill>
                <a:srgbClr val="0000CC"/>
              </a:solidFill>
              <a:latin typeface="Arial" panose="020B0604020202020204" pitchFamily="34" charset="0"/>
            </a:endParaRPr>
          </a:p>
        </p:txBody>
      </p:sp>
      <p:sp>
        <p:nvSpPr>
          <p:cNvPr id="9" name="文本框 8">
            <a:extLst>
              <a:ext uri="{FF2B5EF4-FFF2-40B4-BE49-F238E27FC236}">
                <a16:creationId xmlns:a16="http://schemas.microsoft.com/office/drawing/2014/main" id="{5BFBF67D-BC62-46B0-A482-6BA6B0FF6EDD}"/>
              </a:ext>
            </a:extLst>
          </p:cNvPr>
          <p:cNvSpPr txBox="1"/>
          <p:nvPr/>
        </p:nvSpPr>
        <p:spPr>
          <a:xfrm>
            <a:off x="863494" y="4033391"/>
            <a:ext cx="7773874" cy="1384995"/>
          </a:xfrm>
          <a:prstGeom prst="rect">
            <a:avLst/>
          </a:prstGeom>
          <a:noFill/>
          <a:ln w="25400">
            <a:solidFill>
              <a:srgbClr val="0070C0"/>
            </a:solidFill>
          </a:ln>
        </p:spPr>
        <p:txBody>
          <a:bodyPr wrap="square">
            <a:spAutoFit/>
          </a:bodyPr>
          <a:lstStyle/>
          <a:p>
            <a:r>
              <a:rPr lang="en-US" altLang="zh-CN" sz="2800" dirty="0" err="1"/>
              <a:t>ggplot</a:t>
            </a:r>
            <a:r>
              <a:rPr lang="en-US" altLang="zh-CN" sz="2800" dirty="0"/>
              <a:t>(X, </a:t>
            </a:r>
            <a:r>
              <a:rPr lang="en-US" altLang="zh-CN" sz="2800" dirty="0" err="1"/>
              <a:t>aes</a:t>
            </a:r>
            <a:r>
              <a:rPr lang="en-US" altLang="zh-CN" sz="2800" dirty="0"/>
              <a:t>(x = </a:t>
            </a:r>
            <a:r>
              <a:rPr lang="en-US" altLang="zh-CN" sz="2800" dirty="0" err="1"/>
              <a:t>aaa</a:t>
            </a:r>
            <a:r>
              <a:rPr lang="en-US" altLang="zh-CN" sz="2800" dirty="0"/>
              <a:t>, y = </a:t>
            </a:r>
            <a:r>
              <a:rPr lang="en-US" altLang="zh-CN" sz="2800" dirty="0" err="1"/>
              <a:t>bbb</a:t>
            </a:r>
            <a:r>
              <a:rPr lang="en-US" altLang="zh-CN" sz="2800" dirty="0"/>
              <a:t>)) + </a:t>
            </a:r>
            <a:r>
              <a:rPr lang="en-US" altLang="zh-CN" sz="2800" dirty="0" err="1"/>
              <a:t>geom_point</a:t>
            </a:r>
            <a:r>
              <a:rPr lang="en-US" altLang="zh-CN" sz="2800" dirty="0"/>
              <a:t>() + </a:t>
            </a:r>
            <a:r>
              <a:rPr lang="en-US" altLang="zh-CN" sz="2800" dirty="0" err="1"/>
              <a:t>geom_smooth</a:t>
            </a:r>
            <a:r>
              <a:rPr lang="en-US" altLang="zh-CN" sz="2800" dirty="0"/>
              <a:t>(method = "</a:t>
            </a:r>
            <a:r>
              <a:rPr lang="en-US" altLang="zh-CN" sz="2800" dirty="0" err="1"/>
              <a:t>lm</a:t>
            </a:r>
            <a:r>
              <a:rPr lang="en-US" altLang="zh-CN" sz="2800" dirty="0"/>
              <a:t>") + labs(x = "</a:t>
            </a:r>
            <a:r>
              <a:rPr lang="zh-CN" altLang="en-US" sz="2800" dirty="0"/>
              <a:t>横坐标标题</a:t>
            </a:r>
            <a:r>
              <a:rPr lang="en-US" altLang="zh-CN" sz="2800" dirty="0"/>
              <a:t>", y = "</a:t>
            </a:r>
            <a:r>
              <a:rPr lang="zh-CN" altLang="en-US" sz="2800" dirty="0"/>
              <a:t>纵坐标标题</a:t>
            </a:r>
            <a:r>
              <a:rPr lang="en-US" altLang="zh-CN" sz="2800" dirty="0"/>
              <a:t>")</a:t>
            </a:r>
            <a:endParaRPr lang="zh-CN" altLang="en-US" sz="2800" dirty="0"/>
          </a:p>
        </p:txBody>
      </p:sp>
    </p:spTree>
    <p:extLst>
      <p:ext uri="{BB962C8B-B14F-4D97-AF65-F5344CB8AC3E}">
        <p14:creationId xmlns:p14="http://schemas.microsoft.com/office/powerpoint/2010/main" val="3452437209"/>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a:extLst>
              <a:ext uri="{FF2B5EF4-FFF2-40B4-BE49-F238E27FC236}">
                <a16:creationId xmlns:a16="http://schemas.microsoft.com/office/drawing/2014/main" id="{57355AA6-0364-4292-8108-E84632E6EDE2}"/>
              </a:ext>
            </a:extLst>
          </p:cNvPr>
          <p:cNvSpPr>
            <a:spLocks noGrp="1" noChangeArrowheads="1"/>
          </p:cNvSpPr>
          <p:nvPr>
            <p:ph type="title" idx="4294967295"/>
          </p:nvPr>
        </p:nvSpPr>
        <p:spPr>
          <a:xfrm>
            <a:off x="395288" y="115888"/>
            <a:ext cx="8243887" cy="725487"/>
          </a:xfrm>
        </p:spPr>
        <p:txBody>
          <a:bodyPr/>
          <a:lstStyle/>
          <a:p>
            <a:pPr eaLnBrk="1" hangingPunct="1">
              <a:defRPr/>
            </a:pPr>
            <a:r>
              <a:rPr lang="en-US" altLang="zh-CN" sz="3200" dirty="0">
                <a:effectLst>
                  <a:outerShdw blurRad="38100" dist="38100" dir="2700000" algn="tl">
                    <a:srgbClr val="C0C0C0"/>
                  </a:outerShdw>
                </a:effectLst>
              </a:rPr>
              <a:t>R</a:t>
            </a:r>
            <a:r>
              <a:rPr lang="zh-CN" altLang="en-US" sz="3200" dirty="0">
                <a:effectLst>
                  <a:outerShdw blurRad="38100" dist="38100" dir="2700000" algn="tl">
                    <a:srgbClr val="C0C0C0"/>
                  </a:outerShdw>
                </a:effectLst>
              </a:rPr>
              <a:t>语言</a:t>
            </a:r>
            <a:r>
              <a:rPr lang="en-US" altLang="zh-CN" sz="3200" dirty="0">
                <a:effectLst>
                  <a:outerShdw blurRad="38100" dist="38100" dir="2700000" algn="tl">
                    <a:srgbClr val="C0C0C0"/>
                  </a:outerShdw>
                </a:effectLst>
              </a:rPr>
              <a:t>-</a:t>
            </a:r>
            <a:r>
              <a:rPr lang="zh-CN" altLang="en-US" sz="3200" dirty="0">
                <a:effectLst>
                  <a:outerShdw blurRad="38100" dist="38100" dir="2700000" algn="tl">
                    <a:srgbClr val="C0C0C0"/>
                  </a:outerShdw>
                </a:effectLst>
              </a:rPr>
              <a:t>简单线性回归图</a:t>
            </a:r>
          </a:p>
        </p:txBody>
      </p:sp>
      <p:sp>
        <p:nvSpPr>
          <p:cNvPr id="35843" name="Text Box 4">
            <a:extLst>
              <a:ext uri="{FF2B5EF4-FFF2-40B4-BE49-F238E27FC236}">
                <a16:creationId xmlns:a16="http://schemas.microsoft.com/office/drawing/2014/main" id="{6FC86987-84E6-451F-81EB-011457CE06ED}"/>
              </a:ext>
            </a:extLst>
          </p:cNvPr>
          <p:cNvSpPr txBox="1">
            <a:spLocks noChangeArrowheads="1"/>
          </p:cNvSpPr>
          <p:nvPr/>
        </p:nvSpPr>
        <p:spPr bwMode="auto">
          <a:xfrm>
            <a:off x="0" y="1088740"/>
            <a:ext cx="9189005"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Font typeface="Arial" panose="020B0604020202020204" pitchFamily="34" charset="0"/>
              <a:buChar char="•"/>
              <a:defRPr sz="24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Font typeface="Arial" panose="020B0604020202020204" pitchFamily="34" charset="0"/>
              <a:buChar char="–"/>
              <a:defRPr>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Arial" panose="020B0604020202020204" pitchFamily="34" charset="0"/>
              <a:buChar char="•"/>
              <a:defRPr sz="16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Font typeface="Arial" panose="020B0604020202020204" pitchFamily="34" charset="0"/>
              <a:buChar char="–"/>
              <a:defRPr sz="14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Arial" panose="020B0604020202020204" pitchFamily="34" charset="0"/>
              <a:buChar char="»"/>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1400">
                <a:solidFill>
                  <a:schemeClr val="tx1"/>
                </a:solidFill>
                <a:latin typeface="Times New Roman" panose="02020603050405020304" pitchFamily="18" charset="0"/>
                <a:ea typeface="宋体" panose="02010600030101010101" pitchFamily="2" charset="-122"/>
              </a:defRPr>
            </a:lvl9pPr>
          </a:lstStyle>
          <a:p>
            <a:pPr marL="457200" indent="-457200" eaLnBrk="1" hangingPunct="1">
              <a:spcBef>
                <a:spcPct val="0"/>
              </a:spcBef>
            </a:pPr>
            <a:r>
              <a:rPr lang="zh-CN" altLang="en-US" sz="2800" b="1" dirty="0">
                <a:solidFill>
                  <a:srgbClr val="0000CC"/>
                </a:solidFill>
                <a:latin typeface="Arial" panose="020B0604020202020204" pitchFamily="34" charset="0"/>
              </a:rPr>
              <a:t>结果：</a:t>
            </a:r>
            <a:endParaRPr lang="en-US" altLang="zh-CN" sz="2800" b="1" dirty="0">
              <a:solidFill>
                <a:srgbClr val="0000CC"/>
              </a:solidFill>
              <a:latin typeface="Arial" panose="020B0604020202020204" pitchFamily="34" charset="0"/>
            </a:endParaRPr>
          </a:p>
        </p:txBody>
      </p:sp>
      <p:pic>
        <p:nvPicPr>
          <p:cNvPr id="2" name="图片 1">
            <a:extLst>
              <a:ext uri="{FF2B5EF4-FFF2-40B4-BE49-F238E27FC236}">
                <a16:creationId xmlns:a16="http://schemas.microsoft.com/office/drawing/2014/main" id="{4A1A0B39-5133-4103-A132-BD0B661F8C19}"/>
              </a:ext>
            </a:extLst>
          </p:cNvPr>
          <p:cNvPicPr>
            <a:picLocks noChangeAspect="1"/>
          </p:cNvPicPr>
          <p:nvPr/>
        </p:nvPicPr>
        <p:blipFill>
          <a:blip r:embed="rId2"/>
          <a:stretch>
            <a:fillRect/>
          </a:stretch>
        </p:blipFill>
        <p:spPr>
          <a:xfrm>
            <a:off x="791580" y="1611960"/>
            <a:ext cx="6570653" cy="4278902"/>
          </a:xfrm>
          <a:prstGeom prst="rect">
            <a:avLst/>
          </a:prstGeom>
        </p:spPr>
      </p:pic>
    </p:spTree>
    <p:extLst>
      <p:ext uri="{BB962C8B-B14F-4D97-AF65-F5344CB8AC3E}">
        <p14:creationId xmlns:p14="http://schemas.microsoft.com/office/powerpoint/2010/main" val="3850535238"/>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a:extLst>
              <a:ext uri="{FF2B5EF4-FFF2-40B4-BE49-F238E27FC236}">
                <a16:creationId xmlns:a16="http://schemas.microsoft.com/office/drawing/2014/main" id="{57355AA6-0364-4292-8108-E84632E6EDE2}"/>
              </a:ext>
            </a:extLst>
          </p:cNvPr>
          <p:cNvSpPr>
            <a:spLocks noGrp="1" noChangeArrowheads="1"/>
          </p:cNvSpPr>
          <p:nvPr>
            <p:ph type="title" idx="4294967295"/>
          </p:nvPr>
        </p:nvSpPr>
        <p:spPr>
          <a:xfrm>
            <a:off x="395288" y="115888"/>
            <a:ext cx="8243887" cy="725487"/>
          </a:xfrm>
        </p:spPr>
        <p:txBody>
          <a:bodyPr/>
          <a:lstStyle/>
          <a:p>
            <a:pPr eaLnBrk="1" hangingPunct="1">
              <a:defRPr/>
            </a:pPr>
            <a:r>
              <a:rPr lang="en-US" altLang="zh-CN" sz="3200" dirty="0">
                <a:effectLst>
                  <a:outerShdw blurRad="38100" dist="38100" dir="2700000" algn="tl">
                    <a:srgbClr val="C0C0C0"/>
                  </a:outerShdw>
                </a:effectLst>
              </a:rPr>
              <a:t>RStudio</a:t>
            </a:r>
            <a:r>
              <a:rPr lang="zh-CN" altLang="en-US" sz="3200" dirty="0">
                <a:effectLst>
                  <a:outerShdw blurRad="38100" dist="38100" dir="2700000" algn="tl">
                    <a:srgbClr val="C0C0C0"/>
                  </a:outerShdw>
                </a:effectLst>
              </a:rPr>
              <a:t>介绍</a:t>
            </a:r>
          </a:p>
        </p:txBody>
      </p:sp>
      <p:sp>
        <p:nvSpPr>
          <p:cNvPr id="35843" name="Text Box 4">
            <a:extLst>
              <a:ext uri="{FF2B5EF4-FFF2-40B4-BE49-F238E27FC236}">
                <a16:creationId xmlns:a16="http://schemas.microsoft.com/office/drawing/2014/main" id="{6FC86987-84E6-451F-81EB-011457CE06ED}"/>
              </a:ext>
            </a:extLst>
          </p:cNvPr>
          <p:cNvSpPr txBox="1">
            <a:spLocks noChangeArrowheads="1"/>
          </p:cNvSpPr>
          <p:nvPr/>
        </p:nvSpPr>
        <p:spPr bwMode="auto">
          <a:xfrm>
            <a:off x="0" y="1088740"/>
            <a:ext cx="9189005" cy="31085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Font typeface="Arial" panose="020B0604020202020204" pitchFamily="34" charset="0"/>
              <a:buChar char="•"/>
              <a:defRPr sz="24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Font typeface="Arial" panose="020B0604020202020204" pitchFamily="34" charset="0"/>
              <a:buChar char="–"/>
              <a:defRPr>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Arial" panose="020B0604020202020204" pitchFamily="34" charset="0"/>
              <a:buChar char="•"/>
              <a:defRPr sz="16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Font typeface="Arial" panose="020B0604020202020204" pitchFamily="34" charset="0"/>
              <a:buChar char="–"/>
              <a:defRPr sz="14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Arial" panose="020B0604020202020204" pitchFamily="34" charset="0"/>
              <a:buChar char="»"/>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1400">
                <a:solidFill>
                  <a:schemeClr val="tx1"/>
                </a:solidFill>
                <a:latin typeface="Times New Roman" panose="02020603050405020304" pitchFamily="18" charset="0"/>
                <a:ea typeface="宋体" panose="02010600030101010101" pitchFamily="2" charset="-122"/>
              </a:defRPr>
            </a:lvl9pPr>
          </a:lstStyle>
          <a:p>
            <a:pPr marL="457200" indent="-457200" eaLnBrk="1" hangingPunct="1">
              <a:spcBef>
                <a:spcPct val="0"/>
              </a:spcBef>
            </a:pPr>
            <a:r>
              <a:rPr lang="en-US" altLang="zh-CN" sz="2800" b="1" dirty="0">
                <a:solidFill>
                  <a:srgbClr val="0000CC"/>
                </a:solidFill>
                <a:latin typeface="Arial" panose="020B0604020202020204" pitchFamily="34" charset="0"/>
              </a:rPr>
              <a:t>RStudio</a:t>
            </a:r>
            <a:r>
              <a:rPr lang="zh-CN" altLang="en-US" sz="2800" b="1" dirty="0">
                <a:solidFill>
                  <a:srgbClr val="0000CC"/>
                </a:solidFill>
                <a:latin typeface="Arial" panose="020B0604020202020204" pitchFamily="34" charset="0"/>
              </a:rPr>
              <a:t>是</a:t>
            </a:r>
            <a:r>
              <a:rPr lang="en-US" altLang="zh-CN" sz="2800" b="1" dirty="0">
                <a:solidFill>
                  <a:srgbClr val="0000CC"/>
                </a:solidFill>
                <a:latin typeface="Arial" panose="020B0604020202020204" pitchFamily="34" charset="0"/>
              </a:rPr>
              <a:t>R</a:t>
            </a:r>
            <a:r>
              <a:rPr lang="zh-CN" altLang="en-US" sz="2800" b="1" dirty="0">
                <a:solidFill>
                  <a:srgbClr val="0000CC"/>
                </a:solidFill>
                <a:latin typeface="Arial" panose="020B0604020202020204" pitchFamily="34" charset="0"/>
              </a:rPr>
              <a:t>软件的一个功能强大的集成环境， </a:t>
            </a:r>
            <a:endParaRPr lang="en-US" altLang="zh-CN" sz="2800" b="1" dirty="0">
              <a:solidFill>
                <a:srgbClr val="0000CC"/>
              </a:solidFill>
              <a:latin typeface="Arial" panose="020B0604020202020204" pitchFamily="34" charset="0"/>
            </a:endParaRPr>
          </a:p>
          <a:p>
            <a:pPr marL="457200" indent="-457200" eaLnBrk="1" hangingPunct="1">
              <a:spcBef>
                <a:spcPct val="0"/>
              </a:spcBef>
            </a:pPr>
            <a:r>
              <a:rPr lang="zh-CN" altLang="en-US" sz="2800" b="1" dirty="0">
                <a:solidFill>
                  <a:srgbClr val="0000CC"/>
                </a:solidFill>
                <a:latin typeface="Arial" panose="020B0604020202020204" pitchFamily="34" charset="0"/>
              </a:rPr>
              <a:t>对</a:t>
            </a:r>
            <a:r>
              <a:rPr lang="en-US" altLang="zh-CN" sz="2800" b="1" dirty="0">
                <a:solidFill>
                  <a:srgbClr val="0000CC"/>
                </a:solidFill>
                <a:latin typeface="Arial" panose="020B0604020202020204" pitchFamily="34" charset="0"/>
              </a:rPr>
              <a:t>R</a:t>
            </a:r>
            <a:r>
              <a:rPr lang="zh-CN" altLang="en-US" sz="2800" b="1" dirty="0">
                <a:solidFill>
                  <a:srgbClr val="0000CC"/>
                </a:solidFill>
                <a:latin typeface="Arial" panose="020B0604020202020204" pitchFamily="34" charset="0"/>
              </a:rPr>
              <a:t>软件进行了很多功能增强。 </a:t>
            </a:r>
            <a:endParaRPr lang="en-US" altLang="zh-CN" sz="2800" b="1" dirty="0">
              <a:solidFill>
                <a:srgbClr val="0000CC"/>
              </a:solidFill>
              <a:latin typeface="Arial" panose="020B0604020202020204" pitchFamily="34" charset="0"/>
            </a:endParaRPr>
          </a:p>
          <a:p>
            <a:pPr marL="457200" indent="-457200" eaLnBrk="1" hangingPunct="1">
              <a:spcBef>
                <a:spcPct val="0"/>
              </a:spcBef>
            </a:pPr>
            <a:r>
              <a:rPr lang="zh-CN" altLang="en-US" sz="2800" b="1" dirty="0">
                <a:solidFill>
                  <a:srgbClr val="0000CC"/>
                </a:solidFill>
                <a:latin typeface="Arial" panose="020B0604020202020204" pitchFamily="34" charset="0"/>
              </a:rPr>
              <a:t>这是一个商业软件， </a:t>
            </a:r>
            <a:endParaRPr lang="en-US" altLang="zh-CN" sz="2800" b="1" dirty="0">
              <a:solidFill>
                <a:srgbClr val="0000CC"/>
              </a:solidFill>
              <a:latin typeface="Arial" panose="020B0604020202020204" pitchFamily="34" charset="0"/>
            </a:endParaRPr>
          </a:p>
          <a:p>
            <a:pPr marL="457200" indent="-457200" eaLnBrk="1" hangingPunct="1">
              <a:spcBef>
                <a:spcPct val="0"/>
              </a:spcBef>
            </a:pPr>
            <a:r>
              <a:rPr lang="zh-CN" altLang="en-US" sz="2800" b="1" dirty="0">
                <a:solidFill>
                  <a:srgbClr val="0000CC"/>
                </a:solidFill>
                <a:latin typeface="Arial" panose="020B0604020202020204" pitchFamily="34" charset="0"/>
              </a:rPr>
              <a:t>但提供了免费的功能缩减版本， 免费版本也能满足一般用户的需要。 </a:t>
            </a:r>
            <a:endParaRPr lang="en-US" altLang="zh-CN" sz="2800" b="1" dirty="0">
              <a:solidFill>
                <a:srgbClr val="0000CC"/>
              </a:solidFill>
              <a:latin typeface="Arial" panose="020B0604020202020204" pitchFamily="34" charset="0"/>
            </a:endParaRPr>
          </a:p>
          <a:p>
            <a:pPr marL="457200" indent="-457200" eaLnBrk="1" hangingPunct="1">
              <a:spcBef>
                <a:spcPct val="0"/>
              </a:spcBef>
            </a:pPr>
            <a:r>
              <a:rPr lang="zh-CN" altLang="en-US" sz="2800" b="1" dirty="0">
                <a:solidFill>
                  <a:srgbClr val="0000CC"/>
                </a:solidFill>
                <a:latin typeface="Arial" panose="020B0604020202020204" pitchFamily="34" charset="0"/>
              </a:rPr>
              <a:t>尤其适用于用</a:t>
            </a:r>
            <a:r>
              <a:rPr lang="en-US" altLang="zh-CN" sz="2800" b="1" dirty="0" err="1">
                <a:solidFill>
                  <a:srgbClr val="0000CC"/>
                </a:solidFill>
                <a:latin typeface="Arial" panose="020B0604020202020204" pitchFamily="34" charset="0"/>
              </a:rPr>
              <a:t>Rmd</a:t>
            </a:r>
            <a:r>
              <a:rPr lang="zh-CN" altLang="en-US" sz="2800" b="1" dirty="0">
                <a:solidFill>
                  <a:srgbClr val="0000CC"/>
                </a:solidFill>
                <a:latin typeface="Arial" panose="020B0604020202020204" pitchFamily="34" charset="0"/>
              </a:rPr>
              <a:t>格式制作</a:t>
            </a:r>
            <a:r>
              <a:rPr lang="en-US" altLang="zh-CN" sz="2800" b="1" dirty="0">
                <a:solidFill>
                  <a:srgbClr val="0000CC"/>
                </a:solidFill>
                <a:latin typeface="Arial" panose="020B0604020202020204" pitchFamily="34" charset="0"/>
              </a:rPr>
              <a:t>HTML</a:t>
            </a:r>
            <a:r>
              <a:rPr lang="zh-CN" altLang="en-US" sz="2800" b="1" dirty="0">
                <a:solidFill>
                  <a:srgbClr val="0000CC"/>
                </a:solidFill>
                <a:latin typeface="Arial" panose="020B0604020202020204" pitchFamily="34" charset="0"/>
              </a:rPr>
              <a:t>、</a:t>
            </a:r>
            <a:r>
              <a:rPr lang="en-US" altLang="zh-CN" sz="2800" b="1" dirty="0">
                <a:solidFill>
                  <a:srgbClr val="0000CC"/>
                </a:solidFill>
                <a:latin typeface="Arial" panose="020B0604020202020204" pitchFamily="34" charset="0"/>
              </a:rPr>
              <a:t>Word</a:t>
            </a:r>
            <a:r>
              <a:rPr lang="zh-CN" altLang="en-US" sz="2800" b="1" dirty="0">
                <a:solidFill>
                  <a:srgbClr val="0000CC"/>
                </a:solidFill>
                <a:latin typeface="Arial" panose="020B0604020202020204" pitchFamily="34" charset="0"/>
              </a:rPr>
              <a:t>、</a:t>
            </a:r>
            <a:r>
              <a:rPr lang="en-US" altLang="zh-CN" sz="2800" b="1" dirty="0">
                <a:solidFill>
                  <a:srgbClr val="0000CC"/>
                </a:solidFill>
                <a:latin typeface="Arial" panose="020B0604020202020204" pitchFamily="34" charset="0"/>
              </a:rPr>
              <a:t>PDF</a:t>
            </a:r>
            <a:r>
              <a:rPr lang="zh-CN" altLang="en-US" sz="2800" b="1" dirty="0">
                <a:solidFill>
                  <a:srgbClr val="0000CC"/>
                </a:solidFill>
                <a:latin typeface="Arial" panose="020B0604020202020204" pitchFamily="34" charset="0"/>
              </a:rPr>
              <a:t>、网站、图书、演示等。</a:t>
            </a:r>
            <a:endParaRPr lang="en-US" altLang="zh-CN" sz="2800" b="1" dirty="0">
              <a:solidFill>
                <a:srgbClr val="0000CC"/>
              </a:solidFill>
              <a:latin typeface="Arial" panose="020B0604020202020204" pitchFamily="34" charset="0"/>
            </a:endParaRPr>
          </a:p>
        </p:txBody>
      </p:sp>
    </p:spTree>
    <p:extLst>
      <p:ext uri="{BB962C8B-B14F-4D97-AF65-F5344CB8AC3E}">
        <p14:creationId xmlns:p14="http://schemas.microsoft.com/office/powerpoint/2010/main" val="1972287377"/>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a:extLst>
              <a:ext uri="{FF2B5EF4-FFF2-40B4-BE49-F238E27FC236}">
                <a16:creationId xmlns:a16="http://schemas.microsoft.com/office/drawing/2014/main" id="{57355AA6-0364-4292-8108-E84632E6EDE2}"/>
              </a:ext>
            </a:extLst>
          </p:cNvPr>
          <p:cNvSpPr>
            <a:spLocks noGrp="1" noChangeArrowheads="1"/>
          </p:cNvSpPr>
          <p:nvPr>
            <p:ph type="title" idx="4294967295"/>
          </p:nvPr>
        </p:nvSpPr>
        <p:spPr>
          <a:xfrm>
            <a:off x="395288" y="115888"/>
            <a:ext cx="8243887" cy="725487"/>
          </a:xfrm>
        </p:spPr>
        <p:txBody>
          <a:bodyPr/>
          <a:lstStyle/>
          <a:p>
            <a:pPr eaLnBrk="1" hangingPunct="1">
              <a:defRPr/>
            </a:pPr>
            <a:r>
              <a:rPr lang="en-US" altLang="zh-CN" sz="3200" dirty="0">
                <a:effectLst>
                  <a:outerShdw blurRad="38100" dist="38100" dir="2700000" algn="tl">
                    <a:srgbClr val="C0C0C0"/>
                  </a:outerShdw>
                </a:effectLst>
              </a:rPr>
              <a:t>RStudio</a:t>
            </a:r>
            <a:r>
              <a:rPr lang="zh-CN" altLang="en-US" sz="3200" dirty="0">
                <a:effectLst>
                  <a:outerShdw blurRad="38100" dist="38100" dir="2700000" algn="tl">
                    <a:srgbClr val="C0C0C0"/>
                  </a:outerShdw>
                </a:effectLst>
              </a:rPr>
              <a:t>介绍</a:t>
            </a:r>
          </a:p>
        </p:txBody>
      </p:sp>
      <p:sp>
        <p:nvSpPr>
          <p:cNvPr id="35843" name="Text Box 4">
            <a:extLst>
              <a:ext uri="{FF2B5EF4-FFF2-40B4-BE49-F238E27FC236}">
                <a16:creationId xmlns:a16="http://schemas.microsoft.com/office/drawing/2014/main" id="{6FC86987-84E6-451F-81EB-011457CE06ED}"/>
              </a:ext>
            </a:extLst>
          </p:cNvPr>
          <p:cNvSpPr txBox="1">
            <a:spLocks noChangeArrowheads="1"/>
          </p:cNvSpPr>
          <p:nvPr/>
        </p:nvSpPr>
        <p:spPr bwMode="auto">
          <a:xfrm>
            <a:off x="-153525" y="841375"/>
            <a:ext cx="4005446" cy="56323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Font typeface="Arial" panose="020B0604020202020204" pitchFamily="34" charset="0"/>
              <a:buChar char="•"/>
              <a:defRPr sz="24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Font typeface="Arial" panose="020B0604020202020204" pitchFamily="34" charset="0"/>
              <a:buChar char="–"/>
              <a:defRPr>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Arial" panose="020B0604020202020204" pitchFamily="34" charset="0"/>
              <a:buChar char="•"/>
              <a:defRPr sz="16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Font typeface="Arial" panose="020B0604020202020204" pitchFamily="34" charset="0"/>
              <a:buChar char="–"/>
              <a:defRPr sz="14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Arial" panose="020B0604020202020204" pitchFamily="34" charset="0"/>
              <a:buChar char="»"/>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1400">
                <a:solidFill>
                  <a:schemeClr val="tx1"/>
                </a:solidFill>
                <a:latin typeface="Times New Roman" panose="02020603050405020304" pitchFamily="18" charset="0"/>
                <a:ea typeface="宋体" panose="02010600030101010101" pitchFamily="2" charset="-122"/>
              </a:defRPr>
            </a:lvl9pPr>
          </a:lstStyle>
          <a:p>
            <a:pPr marL="457200" indent="-457200" eaLnBrk="1" hangingPunct="1">
              <a:spcBef>
                <a:spcPct val="0"/>
              </a:spcBef>
            </a:pPr>
            <a:r>
              <a:rPr lang="zh-CN" altLang="en-US" b="1" dirty="0">
                <a:solidFill>
                  <a:srgbClr val="0000CC"/>
                </a:solidFill>
                <a:latin typeface="Arial" panose="020B0604020202020204" pitchFamily="34" charset="0"/>
              </a:rPr>
              <a:t>使用</a:t>
            </a:r>
            <a:r>
              <a:rPr lang="en-US" altLang="zh-CN" b="1" dirty="0">
                <a:solidFill>
                  <a:srgbClr val="0000CC"/>
                </a:solidFill>
                <a:latin typeface="Arial" panose="020B0604020202020204" pitchFamily="34" charset="0"/>
              </a:rPr>
              <a:t>RStudio</a:t>
            </a:r>
            <a:r>
              <a:rPr lang="zh-CN" altLang="en-US" b="1" dirty="0">
                <a:solidFill>
                  <a:srgbClr val="0000CC"/>
                </a:solidFill>
                <a:latin typeface="Arial" panose="020B0604020202020204" pitchFamily="34" charset="0"/>
              </a:rPr>
              <a:t>进行一个统计研究或者统计数据分析项目</a:t>
            </a:r>
            <a:endParaRPr lang="en-US" altLang="zh-CN" b="1" dirty="0">
              <a:solidFill>
                <a:srgbClr val="0000CC"/>
              </a:solidFill>
              <a:latin typeface="Arial" panose="020B0604020202020204" pitchFamily="34" charset="0"/>
            </a:endParaRPr>
          </a:p>
          <a:p>
            <a:pPr marL="457200" indent="-457200" eaLnBrk="1" hangingPunct="1">
              <a:spcBef>
                <a:spcPct val="0"/>
              </a:spcBef>
            </a:pPr>
            <a:r>
              <a:rPr lang="zh-CN" altLang="en-US" b="1" dirty="0">
                <a:solidFill>
                  <a:srgbClr val="0000CC"/>
                </a:solidFill>
                <a:latin typeface="Arial" panose="020B0604020202020204" pitchFamily="34" charset="0"/>
              </a:rPr>
              <a:t> 一般将有关的文件存放在计算机的一个子目录（文件夹）中，然后从</a:t>
            </a:r>
            <a:r>
              <a:rPr lang="en-US" altLang="zh-CN" b="1" dirty="0">
                <a:solidFill>
                  <a:srgbClr val="0000CC"/>
                </a:solidFill>
                <a:latin typeface="Arial" panose="020B0604020202020204" pitchFamily="34" charset="0"/>
              </a:rPr>
              <a:t>RStudio</a:t>
            </a:r>
            <a:r>
              <a:rPr lang="zh-CN" altLang="en-US" b="1" dirty="0">
                <a:solidFill>
                  <a:srgbClr val="0000CC"/>
                </a:solidFill>
                <a:latin typeface="Arial" panose="020B0604020202020204" pitchFamily="34" charset="0"/>
              </a:rPr>
              <a:t>的文件菜单， 建立一个新“项目”（</a:t>
            </a:r>
            <a:r>
              <a:rPr lang="en-US" altLang="zh-CN" b="1" dirty="0">
                <a:solidFill>
                  <a:srgbClr val="0000CC"/>
                </a:solidFill>
                <a:latin typeface="Arial" panose="020B0604020202020204" pitchFamily="34" charset="0"/>
              </a:rPr>
              <a:t>project</a:t>
            </a:r>
            <a:r>
              <a:rPr lang="zh-CN" altLang="en-US" b="1" dirty="0">
                <a:solidFill>
                  <a:srgbClr val="0000CC"/>
                </a:solidFill>
                <a:latin typeface="Arial" panose="020B0604020202020204" pitchFamily="34" charset="0"/>
              </a:rPr>
              <a:t>），将项目与文件存放的子目录关联在一起。 </a:t>
            </a:r>
            <a:endParaRPr lang="en-US" altLang="zh-CN" b="1" dirty="0">
              <a:solidFill>
                <a:srgbClr val="0000CC"/>
              </a:solidFill>
              <a:latin typeface="Arial" panose="020B0604020202020204" pitchFamily="34" charset="0"/>
            </a:endParaRPr>
          </a:p>
          <a:p>
            <a:pPr marL="457200" indent="-457200" eaLnBrk="1" hangingPunct="1">
              <a:spcBef>
                <a:spcPct val="0"/>
              </a:spcBef>
            </a:pPr>
            <a:r>
              <a:rPr lang="zh-CN" altLang="en-US" b="1" dirty="0">
                <a:solidFill>
                  <a:srgbClr val="0000CC"/>
                </a:solidFill>
                <a:latin typeface="Arial" panose="020B0604020202020204" pitchFamily="34" charset="0"/>
              </a:rPr>
              <a:t>子目录中包括数据、</a:t>
            </a:r>
            <a:r>
              <a:rPr lang="en-US" altLang="zh-CN" b="1" dirty="0">
                <a:solidFill>
                  <a:srgbClr val="0000CC"/>
                </a:solidFill>
                <a:latin typeface="Arial" panose="020B0604020202020204" pitchFamily="34" charset="0"/>
              </a:rPr>
              <a:t>R</a:t>
            </a:r>
            <a:r>
              <a:rPr lang="zh-CN" altLang="en-US" b="1" dirty="0">
                <a:solidFill>
                  <a:srgbClr val="0000CC"/>
                </a:solidFill>
                <a:latin typeface="Arial" panose="020B0604020202020204" pitchFamily="34" charset="0"/>
              </a:rPr>
              <a:t>脚本文件（扩展名</a:t>
            </a:r>
            <a:r>
              <a:rPr lang="en-US" altLang="zh-CN" b="1" dirty="0">
                <a:solidFill>
                  <a:srgbClr val="0000CC"/>
                </a:solidFill>
                <a:latin typeface="Arial" panose="020B0604020202020204" pitchFamily="34" charset="0"/>
              </a:rPr>
              <a:t>.r</a:t>
            </a:r>
            <a:r>
              <a:rPr lang="zh-CN" altLang="en-US" b="1" dirty="0">
                <a:solidFill>
                  <a:srgbClr val="0000CC"/>
                </a:solidFill>
                <a:latin typeface="Arial" panose="020B0604020202020204" pitchFamily="34" charset="0"/>
              </a:rPr>
              <a:t>或</a:t>
            </a:r>
            <a:r>
              <a:rPr lang="en-US" altLang="zh-CN" b="1" dirty="0">
                <a:solidFill>
                  <a:srgbClr val="0000CC"/>
                </a:solidFill>
                <a:latin typeface="Arial" panose="020B0604020202020204" pitchFamily="34" charset="0"/>
              </a:rPr>
              <a:t>.R</a:t>
            </a:r>
            <a:r>
              <a:rPr lang="zh-CN" altLang="en-US" b="1" dirty="0">
                <a:solidFill>
                  <a:srgbClr val="0000CC"/>
                </a:solidFill>
                <a:latin typeface="Arial" panose="020B0604020202020204" pitchFamily="34" charset="0"/>
              </a:rPr>
              <a:t>）、</a:t>
            </a:r>
            <a:r>
              <a:rPr lang="en-US" altLang="zh-CN" b="1" dirty="0">
                <a:solidFill>
                  <a:srgbClr val="0000CC"/>
                </a:solidFill>
                <a:latin typeface="Arial" panose="020B0604020202020204" pitchFamily="34" charset="0"/>
              </a:rPr>
              <a:t>R markdown</a:t>
            </a:r>
            <a:r>
              <a:rPr lang="zh-CN" altLang="en-US" b="1" dirty="0">
                <a:solidFill>
                  <a:srgbClr val="0000CC"/>
                </a:solidFill>
                <a:latin typeface="Arial" panose="020B0604020202020204" pitchFamily="34" charset="0"/>
              </a:rPr>
              <a:t>文件（扩展名</a:t>
            </a:r>
            <a:r>
              <a:rPr lang="en-US" altLang="zh-CN" b="1" dirty="0">
                <a:solidFill>
                  <a:srgbClr val="0000CC"/>
                </a:solidFill>
                <a:latin typeface="Arial" panose="020B0604020202020204" pitchFamily="34" charset="0"/>
              </a:rPr>
              <a:t>.</a:t>
            </a:r>
            <a:r>
              <a:rPr lang="en-US" altLang="zh-CN" b="1" dirty="0" err="1">
                <a:solidFill>
                  <a:srgbClr val="0000CC"/>
                </a:solidFill>
                <a:latin typeface="Arial" panose="020B0604020202020204" pitchFamily="34" charset="0"/>
              </a:rPr>
              <a:t>Rmd</a:t>
            </a:r>
            <a:r>
              <a:rPr lang="zh-CN" altLang="en-US" b="1" dirty="0">
                <a:solidFill>
                  <a:srgbClr val="0000CC"/>
                </a:solidFill>
                <a:latin typeface="Arial" panose="020B0604020202020204" pitchFamily="34" charset="0"/>
              </a:rPr>
              <a:t>）等</a:t>
            </a:r>
            <a:endParaRPr lang="en-US" altLang="zh-CN" b="1" dirty="0">
              <a:solidFill>
                <a:srgbClr val="0000CC"/>
              </a:solidFill>
              <a:latin typeface="Arial" panose="020B0604020202020204" pitchFamily="34" charset="0"/>
            </a:endParaRPr>
          </a:p>
        </p:txBody>
      </p:sp>
      <p:pic>
        <p:nvPicPr>
          <p:cNvPr id="2" name="图片 1">
            <a:extLst>
              <a:ext uri="{FF2B5EF4-FFF2-40B4-BE49-F238E27FC236}">
                <a16:creationId xmlns:a16="http://schemas.microsoft.com/office/drawing/2014/main" id="{61121170-D06C-405A-8B24-5AF530B9F34D}"/>
              </a:ext>
            </a:extLst>
          </p:cNvPr>
          <p:cNvPicPr>
            <a:picLocks noChangeAspect="1"/>
          </p:cNvPicPr>
          <p:nvPr/>
        </p:nvPicPr>
        <p:blipFill>
          <a:blip r:embed="rId2"/>
          <a:stretch>
            <a:fillRect/>
          </a:stretch>
        </p:blipFill>
        <p:spPr>
          <a:xfrm>
            <a:off x="3841607" y="1043735"/>
            <a:ext cx="5292080" cy="4197160"/>
          </a:xfrm>
          <a:prstGeom prst="rect">
            <a:avLst/>
          </a:prstGeom>
        </p:spPr>
      </p:pic>
    </p:spTree>
    <p:extLst>
      <p:ext uri="{BB962C8B-B14F-4D97-AF65-F5344CB8AC3E}">
        <p14:creationId xmlns:p14="http://schemas.microsoft.com/office/powerpoint/2010/main" val="3706537037"/>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theme/theme1.xml><?xml version="1.0" encoding="utf-8"?>
<a:theme xmlns:a="http://schemas.openxmlformats.org/drawingml/2006/main" name="1_主题1">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经典">
      <a:majorFont>
        <a:latin typeface="Arial"/>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Times New Roman"/>
        <a:ea typeface=""/>
        <a:cs typeface=""/>
        <a:font script="Jpan" typeface="ＭＳ Ｐ明朝"/>
        <a:font script="Hang" typeface="바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w="25400"/>
      </a:spPr>
      <a:bodyPr rtlCol="0" anchor="ctr"/>
      <a:lstStyle>
        <a:defPPr algn="ctr">
          <a:defRPr/>
        </a:defPPr>
      </a:lstStyle>
      <a:style>
        <a:lnRef idx="1">
          <a:schemeClr val="accent1"/>
        </a:lnRef>
        <a:fillRef idx="0">
          <a:schemeClr val="accent1"/>
        </a:fillRef>
        <a:effectRef idx="0">
          <a:schemeClr val="accent1"/>
        </a:effectRef>
        <a:fontRef idx="minor">
          <a:schemeClr val="tx1"/>
        </a:fontRef>
      </a:style>
    </a:spDef>
    <a:lnDef>
      <a:spPr>
        <a:ln w="25400">
          <a:tailEnd type="triangle"/>
        </a:ln>
      </a:spPr>
      <a:bodyPr/>
      <a:lstStyle/>
      <a:style>
        <a:lnRef idx="1">
          <a:schemeClr val="accent1"/>
        </a:lnRef>
        <a:fillRef idx="0">
          <a:schemeClr val="accent1"/>
        </a:fillRef>
        <a:effectRef idx="0">
          <a:schemeClr val="accent1"/>
        </a:effectRef>
        <a:fontRef idx="minor">
          <a:schemeClr val="tx1"/>
        </a:fontRef>
      </a:style>
    </a:lnDef>
    <a:txDef>
      <a:spPr>
        <a:noFill/>
        <a:ln w="25400">
          <a:solidFill>
            <a:srgbClr val="0070C0"/>
          </a:solidFill>
        </a:ln>
      </a:spPr>
      <a:bodyPr wrap="square" rtlCol="0">
        <a:spAutoFit/>
      </a:bodyPr>
      <a:lstStyle>
        <a:defPPr>
          <a:defRPr dirty="0" smtClean="0"/>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自定义设计方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自定义设计方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HDOfficeLightV0">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67000"/>
                <a:satMod val="105000"/>
                <a:lumMod val="110000"/>
              </a:schemeClr>
            </a:gs>
            <a:gs pos="50000">
              <a:schemeClr val="phClr">
                <a:tint val="73000"/>
                <a:satMod val="103000"/>
                <a:lumMod val="105000"/>
              </a:schemeClr>
            </a:gs>
            <a:gs pos="100000">
              <a:schemeClr val="phClr">
                <a:tint val="81000"/>
                <a:satMod val="109000"/>
                <a:lumMod val="105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theme>
</file>

<file path=ppt/theme/theme5.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16037</TotalTime>
  <Words>1928</Words>
  <Application>Microsoft Office PowerPoint</Application>
  <PresentationFormat>全屏显示(4:3)</PresentationFormat>
  <Paragraphs>231</Paragraphs>
  <Slides>32</Slides>
  <Notes>1</Notes>
  <HiddenSlides>1</HiddenSlides>
  <MMClips>0</MMClips>
  <ScaleCrop>false</ScaleCrop>
  <HeadingPairs>
    <vt:vector size="6" baseType="variant">
      <vt:variant>
        <vt:lpstr>已用的字体</vt:lpstr>
      </vt:variant>
      <vt:variant>
        <vt:i4>12</vt:i4>
      </vt:variant>
      <vt:variant>
        <vt:lpstr>主题</vt:lpstr>
      </vt:variant>
      <vt:variant>
        <vt:i4>4</vt:i4>
      </vt:variant>
      <vt:variant>
        <vt:lpstr>幻灯片标题</vt:lpstr>
      </vt:variant>
      <vt:variant>
        <vt:i4>32</vt:i4>
      </vt:variant>
    </vt:vector>
  </HeadingPairs>
  <TitlesOfParts>
    <vt:vector size="48" baseType="lpstr">
      <vt:lpstr>等线</vt:lpstr>
      <vt:lpstr>等线 Light</vt:lpstr>
      <vt:lpstr>楷体_GB2312</vt:lpstr>
      <vt:lpstr>宋体</vt:lpstr>
      <vt:lpstr>Arial</vt:lpstr>
      <vt:lpstr>Calibri</vt:lpstr>
      <vt:lpstr>Calibri Light</vt:lpstr>
      <vt:lpstr>Garamond</vt:lpstr>
      <vt:lpstr>Times New Roman</vt:lpstr>
      <vt:lpstr>Verdana</vt:lpstr>
      <vt:lpstr>Wingdings</vt:lpstr>
      <vt:lpstr>Wingdings 2</vt:lpstr>
      <vt:lpstr>1_主题1</vt:lpstr>
      <vt:lpstr>1_自定义设计方案</vt:lpstr>
      <vt:lpstr>自定义设计方案</vt:lpstr>
      <vt:lpstr>HDOfficeLightV0</vt:lpstr>
      <vt:lpstr> </vt:lpstr>
      <vt:lpstr>0.1统计计算概述</vt:lpstr>
      <vt:lpstr>1 统计学的意义</vt:lpstr>
      <vt:lpstr>2 统计计算研究方法</vt:lpstr>
      <vt:lpstr>PowerPoint 演示文稿</vt:lpstr>
      <vt:lpstr>3 统计计算的任务</vt:lpstr>
      <vt:lpstr>PowerPoint 演示文稿</vt:lpstr>
      <vt:lpstr>统计模拟的基本概念</vt:lpstr>
      <vt:lpstr>统计模拟的基本概念</vt:lpstr>
      <vt:lpstr>统计模拟的基本概念</vt:lpstr>
      <vt:lpstr>统计模拟的一般步骤</vt:lpstr>
      <vt:lpstr>统计模拟的发展与应用</vt:lpstr>
      <vt:lpstr>统计模拟的发展与应用</vt:lpstr>
      <vt:lpstr>统计模拟的发展与应用</vt:lpstr>
      <vt:lpstr>Problem of Buffon’s needle</vt:lpstr>
      <vt:lpstr>Monte Carlo方法简史</vt:lpstr>
      <vt:lpstr>Monte Carlo模拟的应用</vt:lpstr>
      <vt:lpstr>注意以下两点</vt:lpstr>
      <vt:lpstr>Monte Carlo算法的主要组成部分</vt:lpstr>
      <vt:lpstr>随机数的产生和检验</vt:lpstr>
      <vt:lpstr>随机数的历史</vt:lpstr>
      <vt:lpstr>0.3 统计软件</vt:lpstr>
      <vt:lpstr>R语言概述</vt:lpstr>
      <vt:lpstr>R语言的特点</vt:lpstr>
      <vt:lpstr>R语言环境配置</vt:lpstr>
      <vt:lpstr>R语言环境配置</vt:lpstr>
      <vt:lpstr>R语言环境配置</vt:lpstr>
      <vt:lpstr>R语言-简单线性回归图</vt:lpstr>
      <vt:lpstr>R语言-简单线性回归图</vt:lpstr>
      <vt:lpstr>R语言-简单线性回归图</vt:lpstr>
      <vt:lpstr>RStudio介绍</vt:lpstr>
      <vt:lpstr>RStudio介绍</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Administrator</dc:creator>
  <cp:lastModifiedBy>f</cp:lastModifiedBy>
  <cp:revision>398</cp:revision>
  <cp:lastPrinted>1601-01-01T00:00:00Z</cp:lastPrinted>
  <dcterms:created xsi:type="dcterms:W3CDTF">1601-01-01T00:00:00Z</dcterms:created>
  <dcterms:modified xsi:type="dcterms:W3CDTF">2024-08-27T07:53:56Z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Version">
    <vt:i4>1</vt:i4>
  </property>
</Properties>
</file>